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10"/>
    <p:sldId id="258" r:id="rId12"/>
    <p:sldId id="259" r:id="rId13"/>
    <p:sldId id="260" r:id="rId17"/>
    <p:sldId id="261" r:id="rId28"/>
    <p:sldId id="262" r:id="rId27"/>
    <p:sldId id="263" r:id="rId24"/>
    <p:sldId id="264" r:id="rId84"/>
    <p:sldId id="265" r:id="rId19"/>
    <p:sldId id="266" r:id="rId23"/>
    <p:sldId id="267" r:id="rId26"/>
    <p:sldId id="268" r:id="rId85"/>
    <p:sldId id="269" r:id="rId87"/>
    <p:sldId id="270" r:id="rId86"/>
    <p:sldId id="271" r:id="rId40"/>
    <p:sldId id="272" r:id="rId42"/>
  </p:sldIdLst>
  <p:sldSz cy="5143500" cx="9144000"/>
  <p:notesSz cx="6858000" cy="9144000"/>
  <p:embeddedFontLst>
    <p:embeddedFont>
      <p:font typeface="Proxima Nova"/>
      <p:regular r:id="rId64"/>
      <p:bold r:id="rId65"/>
      <p:italic r:id="rId66"/>
      <p:boldItalic r:id="rId67"/>
    </p:embeddedFont>
    <p:embeddedFont>
      <p:font typeface="Roboto Medium"/>
      <p:regular r:id="rId68"/>
      <p:bold r:id="rId69"/>
      <p:italic r:id="rId70"/>
      <p:boldItalic r:id="rId71"/>
    </p:embeddedFont>
    <p:embeddedFont>
      <p:font typeface="Amatic SC"/>
      <p:regular r:id="rId72"/>
      <p:bold r:id="rId73"/>
    </p:embeddedFont>
    <p:embeddedFont>
      <p:font typeface="Anaheim"/>
      <p:regular r:id="rId74"/>
      <p:bold r:id="rId75"/>
    </p:embeddedFont>
    <p:embeddedFont>
      <p:font typeface="Albert Sans"/>
      <p:regular r:id="rId76"/>
      <p:bold r:id="rId77"/>
      <p:italic r:id="rId78"/>
      <p:boldItalic r:id="rId79"/>
    </p:embeddedFont>
    <p:embeddedFont>
      <p:font typeface="DM Sans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E7AB30-9290-49A9-9FBF-9478299D3306}">
  <a:tblStyle styleId="{88E7AB30-9290-49A9-9FBF-9478299D33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42FBE7D-4079-48AA-AB32-93330F03B6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7" Type="http://schemas.openxmlformats.org/officeDocument/2006/relationships/slide" Target="slides/slide5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8.xml"/><Relationship Id="rId26" Type="http://schemas.openxmlformats.org/officeDocument/2006/relationships/slide" Target="slides/slide12.xml"/><Relationship Id="rId27" Type="http://schemas.openxmlformats.org/officeDocument/2006/relationships/slide" Target="slides/slide7.xml"/><Relationship Id="rId28" Type="http://schemas.openxmlformats.org/officeDocument/2006/relationships/slide" Target="slides/slide6.xml"/><Relationship Id="rId40" Type="http://schemas.openxmlformats.org/officeDocument/2006/relationships/slide" Target="slides/slide16.xml"/><Relationship Id="rId42" Type="http://schemas.openxmlformats.org/officeDocument/2006/relationships/slide" Target="slides/slide17.xml"/><Relationship Id="rId64" Type="http://schemas.openxmlformats.org/officeDocument/2006/relationships/font" Target="fonts/ProximaNova-regular.fntdata"/><Relationship Id="rId65" Type="http://schemas.openxmlformats.org/officeDocument/2006/relationships/font" Target="fonts/ProximaNova-bold.fntdata"/><Relationship Id="rId66" Type="http://schemas.openxmlformats.org/officeDocument/2006/relationships/font" Target="fonts/ProximaNova-italic.fntdata"/><Relationship Id="rId67" Type="http://schemas.openxmlformats.org/officeDocument/2006/relationships/font" Target="fonts/ProximaNova-boldItalic.fntdata"/><Relationship Id="rId68" Type="http://schemas.openxmlformats.org/officeDocument/2006/relationships/font" Target="fonts/RobotoMedium-regular.fntdata"/><Relationship Id="rId69" Type="http://schemas.openxmlformats.org/officeDocument/2006/relationships/font" Target="fonts/RobotoMedium-bold.fntdata"/><Relationship Id="rId70" Type="http://schemas.openxmlformats.org/officeDocument/2006/relationships/font" Target="fonts/RobotoMedium-italic.fntdata"/><Relationship Id="rId71" Type="http://schemas.openxmlformats.org/officeDocument/2006/relationships/font" Target="fonts/RobotoMedium-boldItalic.fntdata"/><Relationship Id="rId72" Type="http://schemas.openxmlformats.org/officeDocument/2006/relationships/font" Target="fonts/AmaticSC-regular.fntdata"/><Relationship Id="rId73" Type="http://schemas.openxmlformats.org/officeDocument/2006/relationships/font" Target="fonts/AmaticSC-bold.fntdata"/><Relationship Id="rId74" Type="http://schemas.openxmlformats.org/officeDocument/2006/relationships/font" Target="fonts/Anaheim-regular.fntdata"/><Relationship Id="rId75" Type="http://schemas.openxmlformats.org/officeDocument/2006/relationships/font" Target="fonts/Anaheim-bold.fntdata"/><Relationship Id="rId76" Type="http://schemas.openxmlformats.org/officeDocument/2006/relationships/font" Target="fonts/AlbertSans-regular.fntdata"/><Relationship Id="rId77" Type="http://schemas.openxmlformats.org/officeDocument/2006/relationships/font" Target="fonts/AlbertSans-bold.fntdata"/><Relationship Id="rId78" Type="http://schemas.openxmlformats.org/officeDocument/2006/relationships/font" Target="fonts/AlbertSans-italic.fntdata"/><Relationship Id="rId79" Type="http://schemas.openxmlformats.org/officeDocument/2006/relationships/font" Target="fonts/AlbertSans-boldItalic.fntdata"/><Relationship Id="rId80" Type="http://schemas.openxmlformats.org/officeDocument/2006/relationships/font" Target="fonts/DMSans-regular.fntdata"/><Relationship Id="rId81" Type="http://schemas.openxmlformats.org/officeDocument/2006/relationships/font" Target="fonts/DMSans-bold.fntdata"/><Relationship Id="rId82" Type="http://schemas.openxmlformats.org/officeDocument/2006/relationships/font" Target="fonts/DMSans-italic.fntdata"/><Relationship Id="rId83" Type="http://schemas.openxmlformats.org/officeDocument/2006/relationships/font" Target="fonts/DMSans-boldItalic.fntdata"/><Relationship Id="rId84" Type="http://schemas.openxmlformats.org/officeDocument/2006/relationships/slide" Target="slides/slide9.xml"/><Relationship Id="rId85" Type="http://schemas.openxmlformats.org/officeDocument/2006/relationships/slide" Target="slides/slide13.xml"/><Relationship Id="rId86" Type="http://schemas.openxmlformats.org/officeDocument/2006/relationships/slide" Target="slides/slide15.xml"/><Relationship Id="rId8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g2610e5fcc6d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1" name="Google Shape;2531;g2610e5fcc6d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2610e5fcc6d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2610e5fcc6d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9" name="Shape 2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Google Shape;2660;g54dda1946d_6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1" name="Google Shape;2661;g54dda1946d_6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8" name="Google Shape;2748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g54dda1946d_4_2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2" name="Google Shape;3192;g54dda1946d_4_2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5" name="Shape 8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6" name="Google Shape;8326;g26da45b7f6c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7" name="Google Shape;8327;g26da45b7f6c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8" name="Shape 8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9" name="Google Shape;8669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0" name="Google Shape;8670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58075" y="301209"/>
            <a:ext cx="8691424" cy="4645767"/>
            <a:chOff x="258075" y="301209"/>
            <a:chExt cx="8691424" cy="464576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58075" y="301209"/>
              <a:ext cx="8627275" cy="4645767"/>
              <a:chOff x="258075" y="301209"/>
              <a:chExt cx="8627275" cy="464576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585394" y="2807585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7024950" y="374473"/>
                <a:ext cx="114150" cy="114196"/>
                <a:chOff x="-685100" y="4136737"/>
                <a:chExt cx="38359" cy="383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" name="Google Shape;15;p2"/>
              <p:cNvGrpSpPr/>
              <p:nvPr/>
            </p:nvGrpSpPr>
            <p:grpSpPr>
              <a:xfrm>
                <a:off x="8771200" y="1615548"/>
                <a:ext cx="114150" cy="114196"/>
                <a:chOff x="-685100" y="4136737"/>
                <a:chExt cx="38359" cy="38359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" name="Google Shape;18;p2"/>
              <p:cNvSpPr/>
              <p:nvPr/>
            </p:nvSpPr>
            <p:spPr>
              <a:xfrm>
                <a:off x="258075" y="48476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51881" y="459679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00426" y="538456"/>
                <a:ext cx="89032" cy="89191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51886" y="301209"/>
                <a:ext cx="418657" cy="26503"/>
              </a:xfrm>
              <a:custGeom>
                <a:rect b="b" l="l" r="r" t="t"/>
                <a:pathLst>
                  <a:path extrusionOk="0" fill="none" h="167" w="2638">
                    <a:moveTo>
                      <a:pt x="0" y="1"/>
                    </a:moveTo>
                    <a:cubicBezTo>
                      <a:pt x="216" y="1"/>
                      <a:pt x="216" y="167"/>
                      <a:pt x="438" y="167"/>
                    </a:cubicBezTo>
                    <a:cubicBezTo>
                      <a:pt x="661" y="167"/>
                      <a:pt x="661" y="1"/>
                      <a:pt x="877" y="1"/>
                    </a:cubicBezTo>
                    <a:cubicBezTo>
                      <a:pt x="1099" y="1"/>
                      <a:pt x="1099" y="167"/>
                      <a:pt x="1315" y="167"/>
                    </a:cubicBezTo>
                    <a:cubicBezTo>
                      <a:pt x="1537" y="167"/>
                      <a:pt x="1537" y="1"/>
                      <a:pt x="1762" y="1"/>
                    </a:cubicBezTo>
                    <a:cubicBezTo>
                      <a:pt x="1977" y="1"/>
                      <a:pt x="1977" y="167"/>
                      <a:pt x="2200" y="167"/>
                    </a:cubicBezTo>
                    <a:cubicBezTo>
                      <a:pt x="2422" y="167"/>
                      <a:pt x="2422" y="1"/>
                      <a:pt x="2638" y="1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" name="Google Shape;22;p2"/>
            <p:cNvSpPr/>
            <p:nvPr/>
          </p:nvSpPr>
          <p:spPr>
            <a:xfrm>
              <a:off x="8530365" y="3457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713300" y="2754300"/>
            <a:ext cx="49452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"/>
          <p:cNvGrpSpPr/>
          <p:nvPr/>
        </p:nvGrpSpPr>
        <p:grpSpPr>
          <a:xfrm>
            <a:off x="201177" y="366922"/>
            <a:ext cx="8734643" cy="4630271"/>
            <a:chOff x="201177" y="366922"/>
            <a:chExt cx="8734643" cy="4630271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201177" y="471879"/>
              <a:ext cx="8734643" cy="4525314"/>
              <a:chOff x="201177" y="471879"/>
              <a:chExt cx="8734643" cy="4525314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301027" y="47187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476060" y="11307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0" name="Google Shape;30;p3"/>
              <p:cNvGrpSpPr/>
              <p:nvPr/>
            </p:nvGrpSpPr>
            <p:grpSpPr>
              <a:xfrm>
                <a:off x="201177" y="4781904"/>
                <a:ext cx="842275" cy="215289"/>
                <a:chOff x="201177" y="4781904"/>
                <a:chExt cx="842275" cy="215289"/>
              </a:xfrm>
            </p:grpSpPr>
            <p:sp>
              <p:nvSpPr>
                <p:cNvPr id="31" name="Google Shape;31;p3"/>
                <p:cNvSpPr/>
                <p:nvPr/>
              </p:nvSpPr>
              <p:spPr>
                <a:xfrm>
                  <a:off x="201177" y="4781904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" name="Google Shape;32;p3"/>
                <p:cNvGrpSpPr/>
                <p:nvPr/>
              </p:nvGrpSpPr>
              <p:grpSpPr>
                <a:xfrm>
                  <a:off x="929303" y="48829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" name="Google Shape;33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" name="Google Shape;35;p3"/>
              <p:cNvSpPr/>
              <p:nvPr/>
            </p:nvSpPr>
            <p:spPr>
              <a:xfrm>
                <a:off x="8680375" y="7552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830760" y="2348372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" name="Google Shape;37;p3"/>
            <p:cNvSpPr/>
            <p:nvPr/>
          </p:nvSpPr>
          <p:spPr>
            <a:xfrm>
              <a:off x="756840" y="3669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35365" y="459074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756850" y="2263364"/>
            <a:ext cx="4185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" name="Google Shape;40;p3"/>
          <p:cNvSpPr txBox="1"/>
          <p:nvPr>
            <p:ph hasCustomPrompt="1" idx="2" type="title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/>
          <p:nvPr>
            <p:ph idx="1" type="subTitle"/>
          </p:nvPr>
        </p:nvSpPr>
        <p:spPr>
          <a:xfrm>
            <a:off x="756850" y="3228675"/>
            <a:ext cx="41850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255310" y="200698"/>
            <a:ext cx="8775027" cy="4761865"/>
            <a:chOff x="255310" y="200698"/>
            <a:chExt cx="8775027" cy="4761865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255310" y="200698"/>
              <a:ext cx="8698789" cy="4761865"/>
              <a:chOff x="255310" y="200698"/>
              <a:chExt cx="8698789" cy="4761865"/>
            </a:xfrm>
          </p:grpSpPr>
          <p:grpSp>
            <p:nvGrpSpPr>
              <p:cNvPr id="45" name="Google Shape;45;p4"/>
              <p:cNvGrpSpPr/>
              <p:nvPr/>
            </p:nvGrpSpPr>
            <p:grpSpPr>
              <a:xfrm>
                <a:off x="255310" y="200698"/>
                <a:ext cx="8664905" cy="4650763"/>
                <a:chOff x="255310" y="200698"/>
                <a:chExt cx="8664905" cy="465076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255310" y="4750685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7" name="Google Shape;47;p4"/>
                <p:cNvGrpSpPr/>
                <p:nvPr/>
              </p:nvGrpSpPr>
              <p:grpSpPr>
                <a:xfrm>
                  <a:off x="8806065" y="20069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48" name="Google Shape;48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" name="Google Shape;50;p4"/>
                <p:cNvSpPr/>
                <p:nvPr/>
              </p:nvSpPr>
              <p:spPr>
                <a:xfrm>
                  <a:off x="8128102" y="381679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" name="Google Shape;51;p4"/>
              <p:cNvSpPr/>
              <p:nvPr/>
            </p:nvSpPr>
            <p:spPr>
              <a:xfrm>
                <a:off x="8534965" y="84157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598315" y="493605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" name="Google Shape;53;p4"/>
            <p:cNvSpPr/>
            <p:nvPr/>
          </p:nvSpPr>
          <p:spPr>
            <a:xfrm>
              <a:off x="8381200" y="45543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611203" y="43512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4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720000" y="1139550"/>
            <a:ext cx="7704000" cy="3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171510" y="345675"/>
            <a:ext cx="9133914" cy="4639293"/>
            <a:chOff x="171510" y="345675"/>
            <a:chExt cx="9133914" cy="4639293"/>
          </a:xfrm>
        </p:grpSpPr>
        <p:sp>
          <p:nvSpPr>
            <p:cNvPr id="59" name="Google Shape;59;p5"/>
            <p:cNvSpPr/>
            <p:nvPr/>
          </p:nvSpPr>
          <p:spPr>
            <a:xfrm>
              <a:off x="171510" y="20796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372102" y="1659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75053" y="24761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5"/>
            <p:cNvGrpSpPr/>
            <p:nvPr/>
          </p:nvGrpSpPr>
          <p:grpSpPr>
            <a:xfrm>
              <a:off x="8579615" y="345675"/>
              <a:ext cx="725808" cy="600193"/>
              <a:chOff x="8579615" y="345675"/>
              <a:chExt cx="725808" cy="600193"/>
            </a:xfrm>
          </p:grpSpPr>
          <p:grpSp>
            <p:nvGrpSpPr>
              <p:cNvPr id="63" name="Google Shape;63;p5"/>
              <p:cNvGrpSpPr/>
              <p:nvPr/>
            </p:nvGrpSpPr>
            <p:grpSpPr>
              <a:xfrm>
                <a:off x="8579615" y="831673"/>
                <a:ext cx="114150" cy="114196"/>
                <a:chOff x="-685100" y="4136737"/>
                <a:chExt cx="38359" cy="38359"/>
              </a:xfrm>
            </p:grpSpPr>
            <p:sp>
              <p:nvSpPr>
                <p:cNvPr id="64" name="Google Shape;64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" name="Google Shape;65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6" name="Google Shape;66;p5"/>
              <p:cNvSpPr/>
              <p:nvPr/>
            </p:nvSpPr>
            <p:spPr>
              <a:xfrm>
                <a:off x="8787137" y="34567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886290" y="71812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>
              <a:off x="8011640" y="4248354"/>
              <a:ext cx="872625" cy="736614"/>
              <a:chOff x="8011640" y="4248354"/>
              <a:chExt cx="872625" cy="736614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54090" y="4248354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011640" y="47054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" name="Google Shape;71;p5"/>
              <p:cNvGrpSpPr/>
              <p:nvPr/>
            </p:nvGrpSpPr>
            <p:grpSpPr>
              <a:xfrm>
                <a:off x="8770115" y="4870773"/>
                <a:ext cx="114150" cy="114196"/>
                <a:chOff x="-685100" y="4136737"/>
                <a:chExt cx="38359" cy="38359"/>
              </a:xfrm>
            </p:grpSpPr>
            <p:sp>
              <p:nvSpPr>
                <p:cNvPr id="72" name="Google Shape;72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" name="Google Shape;73;p5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4" name="Google Shape;74;p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6132758" y="3122537"/>
            <a:ext cx="2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5"/>
          <p:cNvSpPr txBox="1"/>
          <p:nvPr>
            <p:ph idx="2" type="subTitle"/>
          </p:nvPr>
        </p:nvSpPr>
        <p:spPr>
          <a:xfrm>
            <a:off x="3317950" y="3122537"/>
            <a:ext cx="222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5"/>
          <p:cNvSpPr txBox="1"/>
          <p:nvPr>
            <p:ph idx="3" type="subTitle"/>
          </p:nvPr>
        </p:nvSpPr>
        <p:spPr>
          <a:xfrm>
            <a:off x="6132750" y="2702238"/>
            <a:ext cx="222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8" name="Google Shape;78;p5"/>
          <p:cNvSpPr txBox="1"/>
          <p:nvPr>
            <p:ph idx="4" type="subTitle"/>
          </p:nvPr>
        </p:nvSpPr>
        <p:spPr>
          <a:xfrm>
            <a:off x="3317750" y="2702238"/>
            <a:ext cx="2225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6"/>
          <p:cNvGrpSpPr/>
          <p:nvPr/>
        </p:nvGrpSpPr>
        <p:grpSpPr>
          <a:xfrm>
            <a:off x="235703" y="213535"/>
            <a:ext cx="8778375" cy="4765477"/>
            <a:chOff x="235703" y="213535"/>
            <a:chExt cx="8778375" cy="4765477"/>
          </a:xfrm>
        </p:grpSpPr>
        <p:grpSp>
          <p:nvGrpSpPr>
            <p:cNvPr id="81" name="Google Shape;81;p6"/>
            <p:cNvGrpSpPr/>
            <p:nvPr/>
          </p:nvGrpSpPr>
          <p:grpSpPr>
            <a:xfrm>
              <a:off x="235703" y="213535"/>
              <a:ext cx="990421" cy="603041"/>
              <a:chOff x="235703" y="213535"/>
              <a:chExt cx="990421" cy="603041"/>
            </a:xfrm>
          </p:grpSpPr>
          <p:sp>
            <p:nvSpPr>
              <p:cNvPr id="82" name="Google Shape;82;p6"/>
              <p:cNvSpPr/>
              <p:nvPr/>
            </p:nvSpPr>
            <p:spPr>
              <a:xfrm>
                <a:off x="243212" y="7172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806990" y="2573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4" name="Google Shape;84;p6"/>
              <p:cNvGrpSpPr/>
              <p:nvPr/>
            </p:nvGrpSpPr>
            <p:grpSpPr>
              <a:xfrm>
                <a:off x="235703" y="213535"/>
                <a:ext cx="114150" cy="114196"/>
                <a:chOff x="-685100" y="4136737"/>
                <a:chExt cx="38359" cy="38359"/>
              </a:xfrm>
            </p:grpSpPr>
            <p:sp>
              <p:nvSpPr>
                <p:cNvPr id="85" name="Google Shape;85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6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7" name="Google Shape;87;p6"/>
            <p:cNvSpPr/>
            <p:nvPr/>
          </p:nvSpPr>
          <p:spPr>
            <a:xfrm>
              <a:off x="8848852" y="39811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460515" y="49525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593685" y="33951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022060" y="479683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7"/>
          <p:cNvGrpSpPr/>
          <p:nvPr/>
        </p:nvGrpSpPr>
        <p:grpSpPr>
          <a:xfrm>
            <a:off x="294090" y="2304041"/>
            <a:ext cx="6647183" cy="2636887"/>
            <a:chOff x="294090" y="2304041"/>
            <a:chExt cx="6647183" cy="2636887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368572" y="2304041"/>
              <a:ext cx="6572702" cy="2636887"/>
              <a:chOff x="368572" y="2304041"/>
              <a:chExt cx="6572702" cy="2636887"/>
            </a:xfrm>
          </p:grpSpPr>
          <p:sp>
            <p:nvSpPr>
              <p:cNvPr id="95" name="Google Shape;95;p7"/>
              <p:cNvSpPr/>
              <p:nvPr/>
            </p:nvSpPr>
            <p:spPr>
              <a:xfrm>
                <a:off x="368572" y="2304041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66917" y="4895330"/>
                <a:ext cx="474357" cy="45598"/>
              </a:xfrm>
              <a:custGeom>
                <a:rect b="b" l="l" r="r" t="t"/>
                <a:pathLst>
                  <a:path extrusionOk="0" h="139" w="1446">
                    <a:moveTo>
                      <a:pt x="38" y="0"/>
                    </a:moveTo>
                    <a:cubicBezTo>
                      <a:pt x="22" y="0"/>
                      <a:pt x="1" y="0"/>
                      <a:pt x="1" y="17"/>
                    </a:cubicBezTo>
                    <a:cubicBezTo>
                      <a:pt x="1" y="34"/>
                      <a:pt x="22" y="51"/>
                      <a:pt x="38" y="51"/>
                    </a:cubicBezTo>
                    <a:cubicBezTo>
                      <a:pt x="89" y="51"/>
                      <a:pt x="105" y="67"/>
                      <a:pt x="143" y="88"/>
                    </a:cubicBezTo>
                    <a:cubicBezTo>
                      <a:pt x="160" y="105"/>
                      <a:pt x="193" y="138"/>
                      <a:pt x="264" y="138"/>
                    </a:cubicBezTo>
                    <a:cubicBezTo>
                      <a:pt x="335" y="138"/>
                      <a:pt x="368" y="105"/>
                      <a:pt x="402" y="88"/>
                    </a:cubicBezTo>
                    <a:cubicBezTo>
                      <a:pt x="419" y="67"/>
                      <a:pt x="456" y="51"/>
                      <a:pt x="506" y="51"/>
                    </a:cubicBezTo>
                    <a:cubicBezTo>
                      <a:pt x="544" y="51"/>
                      <a:pt x="577" y="67"/>
                      <a:pt x="594" y="88"/>
                    </a:cubicBezTo>
                    <a:cubicBezTo>
                      <a:pt x="627" y="105"/>
                      <a:pt x="665" y="138"/>
                      <a:pt x="732" y="138"/>
                    </a:cubicBezTo>
                    <a:cubicBezTo>
                      <a:pt x="803" y="138"/>
                      <a:pt x="836" y="105"/>
                      <a:pt x="857" y="88"/>
                    </a:cubicBezTo>
                    <a:cubicBezTo>
                      <a:pt x="890" y="67"/>
                      <a:pt x="907" y="51"/>
                      <a:pt x="961" y="51"/>
                    </a:cubicBezTo>
                    <a:cubicBezTo>
                      <a:pt x="1012" y="51"/>
                      <a:pt x="1028" y="67"/>
                      <a:pt x="1066" y="88"/>
                    </a:cubicBezTo>
                    <a:cubicBezTo>
                      <a:pt x="1099" y="105"/>
                      <a:pt x="1133" y="138"/>
                      <a:pt x="1204" y="138"/>
                    </a:cubicBezTo>
                    <a:cubicBezTo>
                      <a:pt x="1254" y="138"/>
                      <a:pt x="1291" y="105"/>
                      <a:pt x="1325" y="88"/>
                    </a:cubicBezTo>
                    <a:cubicBezTo>
                      <a:pt x="1358" y="67"/>
                      <a:pt x="1379" y="51"/>
                      <a:pt x="1429" y="51"/>
                    </a:cubicBezTo>
                    <a:cubicBezTo>
                      <a:pt x="1446" y="51"/>
                      <a:pt x="1446" y="34"/>
                      <a:pt x="1446" y="17"/>
                    </a:cubicBezTo>
                    <a:cubicBezTo>
                      <a:pt x="1446" y="0"/>
                      <a:pt x="1446" y="0"/>
                      <a:pt x="1429" y="0"/>
                    </a:cubicBezTo>
                    <a:cubicBezTo>
                      <a:pt x="1358" y="0"/>
                      <a:pt x="1325" y="17"/>
                      <a:pt x="1291" y="51"/>
                    </a:cubicBezTo>
                    <a:cubicBezTo>
                      <a:pt x="1275" y="67"/>
                      <a:pt x="1237" y="88"/>
                      <a:pt x="1204" y="88"/>
                    </a:cubicBezTo>
                    <a:cubicBezTo>
                      <a:pt x="1149" y="88"/>
                      <a:pt x="1116" y="67"/>
                      <a:pt x="1099" y="51"/>
                    </a:cubicBezTo>
                    <a:cubicBezTo>
                      <a:pt x="1066" y="17"/>
                      <a:pt x="1028" y="0"/>
                      <a:pt x="961" y="0"/>
                    </a:cubicBezTo>
                    <a:cubicBezTo>
                      <a:pt x="890" y="0"/>
                      <a:pt x="857" y="17"/>
                      <a:pt x="836" y="51"/>
                    </a:cubicBezTo>
                    <a:cubicBezTo>
                      <a:pt x="803" y="67"/>
                      <a:pt x="786" y="88"/>
                      <a:pt x="732" y="88"/>
                    </a:cubicBezTo>
                    <a:cubicBezTo>
                      <a:pt x="682" y="88"/>
                      <a:pt x="665" y="67"/>
                      <a:pt x="627" y="51"/>
                    </a:cubicBezTo>
                    <a:cubicBezTo>
                      <a:pt x="594" y="17"/>
                      <a:pt x="561" y="0"/>
                      <a:pt x="506" y="0"/>
                    </a:cubicBezTo>
                    <a:cubicBezTo>
                      <a:pt x="439" y="0"/>
                      <a:pt x="402" y="17"/>
                      <a:pt x="368" y="51"/>
                    </a:cubicBezTo>
                    <a:cubicBezTo>
                      <a:pt x="335" y="67"/>
                      <a:pt x="314" y="88"/>
                      <a:pt x="264" y="88"/>
                    </a:cubicBezTo>
                    <a:cubicBezTo>
                      <a:pt x="210" y="88"/>
                      <a:pt x="193" y="67"/>
                      <a:pt x="160" y="51"/>
                    </a:cubicBezTo>
                    <a:cubicBezTo>
                      <a:pt x="143" y="17"/>
                      <a:pt x="105" y="0"/>
                      <a:pt x="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6601710" y="460401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7"/>
              <p:cNvSpPr/>
              <p:nvPr/>
            </p:nvSpPr>
            <p:spPr>
              <a:xfrm>
                <a:off x="6202812" y="4630525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7"/>
            <p:cNvSpPr/>
            <p:nvPr/>
          </p:nvSpPr>
          <p:spPr>
            <a:xfrm>
              <a:off x="294090" y="27174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7"/>
          <p:cNvSpPr txBox="1"/>
          <p:nvPr>
            <p:ph type="title"/>
          </p:nvPr>
        </p:nvSpPr>
        <p:spPr>
          <a:xfrm>
            <a:off x="720000" y="521208"/>
            <a:ext cx="77109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" type="subTitle"/>
          </p:nvPr>
        </p:nvSpPr>
        <p:spPr>
          <a:xfrm>
            <a:off x="4135975" y="1507500"/>
            <a:ext cx="4294800" cy="21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8"/>
          <p:cNvGrpSpPr/>
          <p:nvPr/>
        </p:nvGrpSpPr>
        <p:grpSpPr>
          <a:xfrm>
            <a:off x="197390" y="309004"/>
            <a:ext cx="8653755" cy="3593757"/>
            <a:chOff x="197390" y="309004"/>
            <a:chExt cx="8653755" cy="3593757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197390" y="2348909"/>
              <a:ext cx="8653755" cy="1553852"/>
              <a:chOff x="197390" y="2348909"/>
              <a:chExt cx="8653755" cy="1553852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197390" y="31052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7362" y="3702613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197410" y="347331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8746085" y="3801985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8430765" y="234890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" name="Google Shape;110;p8"/>
            <p:cNvSpPr/>
            <p:nvPr/>
          </p:nvSpPr>
          <p:spPr>
            <a:xfrm>
              <a:off x="1191252" y="3090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1735685" y="489122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8"/>
          <p:cNvSpPr txBox="1"/>
          <p:nvPr>
            <p:ph type="title"/>
          </p:nvPr>
        </p:nvSpPr>
        <p:spPr>
          <a:xfrm>
            <a:off x="713225" y="1000650"/>
            <a:ext cx="3884100" cy="19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9"/>
          <p:cNvGrpSpPr/>
          <p:nvPr/>
        </p:nvGrpSpPr>
        <p:grpSpPr>
          <a:xfrm>
            <a:off x="246028" y="1839998"/>
            <a:ext cx="7592371" cy="3114363"/>
            <a:chOff x="246028" y="1839998"/>
            <a:chExt cx="7592371" cy="3114363"/>
          </a:xfrm>
        </p:grpSpPr>
        <p:grpSp>
          <p:nvGrpSpPr>
            <p:cNvPr id="115" name="Google Shape;115;p9"/>
            <p:cNvGrpSpPr/>
            <p:nvPr/>
          </p:nvGrpSpPr>
          <p:grpSpPr>
            <a:xfrm>
              <a:off x="246028" y="1839998"/>
              <a:ext cx="7483968" cy="3114363"/>
              <a:chOff x="246028" y="1839998"/>
              <a:chExt cx="7483968" cy="3114363"/>
            </a:xfrm>
          </p:grpSpPr>
          <p:grpSp>
            <p:nvGrpSpPr>
              <p:cNvPr id="116" name="Google Shape;116;p9"/>
              <p:cNvGrpSpPr/>
              <p:nvPr/>
            </p:nvGrpSpPr>
            <p:grpSpPr>
              <a:xfrm>
                <a:off x="463875" y="1839998"/>
                <a:ext cx="7266121" cy="3114363"/>
                <a:chOff x="463875" y="1839998"/>
                <a:chExt cx="7266121" cy="3114363"/>
              </a:xfrm>
            </p:grpSpPr>
            <p:sp>
              <p:nvSpPr>
                <p:cNvPr id="117" name="Google Shape;117;p9"/>
                <p:cNvSpPr/>
                <p:nvPr/>
              </p:nvSpPr>
              <p:spPr>
                <a:xfrm>
                  <a:off x="7624935" y="4853585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" name="Google Shape;118;p9"/>
                <p:cNvSpPr/>
                <p:nvPr/>
              </p:nvSpPr>
              <p:spPr>
                <a:xfrm>
                  <a:off x="7071125" y="4735213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9"/>
                <p:cNvGrpSpPr/>
                <p:nvPr/>
              </p:nvGrpSpPr>
              <p:grpSpPr>
                <a:xfrm>
                  <a:off x="463875" y="1839998"/>
                  <a:ext cx="294240" cy="1658216"/>
                  <a:chOff x="463875" y="1839998"/>
                  <a:chExt cx="294240" cy="1658216"/>
                </a:xfrm>
              </p:grpSpPr>
              <p:grpSp>
                <p:nvGrpSpPr>
                  <p:cNvPr id="120" name="Google Shape;120;p9"/>
                  <p:cNvGrpSpPr/>
                  <p:nvPr/>
                </p:nvGrpSpPr>
                <p:grpSpPr>
                  <a:xfrm>
                    <a:off x="643965" y="1839998"/>
                    <a:ext cx="114150" cy="114196"/>
                    <a:chOff x="-685100" y="4136737"/>
                    <a:chExt cx="38359" cy="38359"/>
                  </a:xfrm>
                </p:grpSpPr>
                <p:sp>
                  <p:nvSpPr>
                    <p:cNvPr id="121" name="Google Shape;121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rect b="b" l="l" r="r" t="t"/>
                      <a:pathLst>
                        <a:path extrusionOk="0" fill="none" h="389" w="389">
                          <a:moveTo>
                            <a:pt x="0" y="1"/>
                          </a:moveTo>
                          <a:lnTo>
                            <a:pt x="388" y="389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2" name="Google Shape;122;p9"/>
                    <p:cNvSpPr/>
                    <p:nvPr/>
                  </p:nvSpPr>
                  <p:spPr>
                    <a:xfrm>
                      <a:off x="-685100" y="4136737"/>
                      <a:ext cx="38359" cy="38359"/>
                    </a:xfrm>
                    <a:custGeom>
                      <a:rect b="b" l="l" r="r" t="t"/>
                      <a:pathLst>
                        <a:path extrusionOk="0" fill="none" h="389" w="389">
                          <a:moveTo>
                            <a:pt x="388" y="1"/>
                          </a:moveTo>
                          <a:lnTo>
                            <a:pt x="0" y="389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23" name="Google Shape;123;p9"/>
                  <p:cNvSpPr/>
                  <p:nvPr/>
                </p:nvSpPr>
                <p:spPr>
                  <a:xfrm>
                    <a:off x="463875" y="3398863"/>
                    <a:ext cx="99155" cy="99350"/>
                  </a:xfrm>
                  <a:custGeom>
                    <a:rect b="b" l="l" r="r" t="t"/>
                    <a:pathLst>
                      <a:path extrusionOk="0" fill="none" h="562" w="561">
                        <a:moveTo>
                          <a:pt x="561" y="282"/>
                        </a:moveTo>
                        <a:cubicBezTo>
                          <a:pt x="561" y="432"/>
                          <a:pt x="438" y="561"/>
                          <a:pt x="281" y="561"/>
                        </a:cubicBezTo>
                        <a:cubicBezTo>
                          <a:pt x="129" y="561"/>
                          <a:pt x="0" y="432"/>
                          <a:pt x="0" y="282"/>
                        </a:cubicBezTo>
                        <a:cubicBezTo>
                          <a:pt x="0" y="123"/>
                          <a:pt x="129" y="0"/>
                          <a:pt x="281" y="0"/>
                        </a:cubicBezTo>
                        <a:cubicBezTo>
                          <a:pt x="438" y="0"/>
                          <a:pt x="561" y="123"/>
                          <a:pt x="561" y="282"/>
                        </a:cubicBez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4" name="Google Shape;124;p9"/>
              <p:cNvSpPr/>
              <p:nvPr/>
            </p:nvSpPr>
            <p:spPr>
              <a:xfrm>
                <a:off x="246028" y="25584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" name="Google Shape;125;p9"/>
            <p:cNvSpPr/>
            <p:nvPr/>
          </p:nvSpPr>
          <p:spPr>
            <a:xfrm>
              <a:off x="7419265" y="46039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4646950" y="1048650"/>
            <a:ext cx="3552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4646950" y="2163750"/>
            <a:ext cx="3552600" cy="10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1143000" y="3898025"/>
            <a:ext cx="6858000" cy="62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1"/>
          <p:cNvGrpSpPr/>
          <p:nvPr/>
        </p:nvGrpSpPr>
        <p:grpSpPr>
          <a:xfrm>
            <a:off x="294090" y="171654"/>
            <a:ext cx="8784408" cy="2608746"/>
            <a:chOff x="294090" y="171654"/>
            <a:chExt cx="8784408" cy="2608746"/>
          </a:xfrm>
        </p:grpSpPr>
        <p:sp>
          <p:nvSpPr>
            <p:cNvPr id="133" name="Google Shape;133;p11"/>
            <p:cNvSpPr/>
            <p:nvPr/>
          </p:nvSpPr>
          <p:spPr>
            <a:xfrm>
              <a:off x="8659365" y="27538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8558902" y="22290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294090" y="7764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421052" y="1716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1087985" y="3068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1"/>
          <p:cNvSpPr txBox="1"/>
          <p:nvPr>
            <p:ph hasCustomPrompt="1" type="title"/>
          </p:nvPr>
        </p:nvSpPr>
        <p:spPr>
          <a:xfrm>
            <a:off x="713225" y="1175378"/>
            <a:ext cx="4461900" cy="8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/>
          <p:nvPr>
            <p:ph idx="1" type="subTitle"/>
          </p:nvPr>
        </p:nvSpPr>
        <p:spPr>
          <a:xfrm>
            <a:off x="713225" y="2074662"/>
            <a:ext cx="4461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3"/>
          <p:cNvGrpSpPr/>
          <p:nvPr/>
        </p:nvGrpSpPr>
        <p:grpSpPr>
          <a:xfrm>
            <a:off x="140465" y="125025"/>
            <a:ext cx="8836013" cy="4774862"/>
            <a:chOff x="140465" y="125025"/>
            <a:chExt cx="8836013" cy="4774862"/>
          </a:xfrm>
        </p:grpSpPr>
        <p:grpSp>
          <p:nvGrpSpPr>
            <p:cNvPr id="143" name="Google Shape;143;p13"/>
            <p:cNvGrpSpPr/>
            <p:nvPr/>
          </p:nvGrpSpPr>
          <p:grpSpPr>
            <a:xfrm>
              <a:off x="140465" y="125025"/>
              <a:ext cx="8836013" cy="4774862"/>
              <a:chOff x="140465" y="125025"/>
              <a:chExt cx="8836013" cy="4774862"/>
            </a:xfrm>
          </p:grpSpPr>
          <p:grpSp>
            <p:nvGrpSpPr>
              <p:cNvPr id="144" name="Google Shape;144;p13"/>
              <p:cNvGrpSpPr/>
              <p:nvPr/>
            </p:nvGrpSpPr>
            <p:grpSpPr>
              <a:xfrm>
                <a:off x="140465" y="125025"/>
                <a:ext cx="8836013" cy="4682629"/>
                <a:chOff x="140465" y="125025"/>
                <a:chExt cx="8836013" cy="4682629"/>
              </a:xfrm>
            </p:grpSpPr>
            <p:grpSp>
              <p:nvGrpSpPr>
                <p:cNvPr id="145" name="Google Shape;145;p13"/>
                <p:cNvGrpSpPr/>
                <p:nvPr/>
              </p:nvGrpSpPr>
              <p:grpSpPr>
                <a:xfrm>
                  <a:off x="140465" y="6792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46" name="Google Shape;146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7" name="Google Shape;147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48" name="Google Shape;148;p13"/>
                <p:cNvSpPr/>
                <p:nvPr/>
              </p:nvSpPr>
              <p:spPr>
                <a:xfrm>
                  <a:off x="212200" y="1250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13"/>
                <p:cNvSpPr/>
                <p:nvPr/>
              </p:nvSpPr>
              <p:spPr>
                <a:xfrm>
                  <a:off x="720010" y="193616"/>
                  <a:ext cx="105061" cy="99348"/>
                </a:xfrm>
                <a:custGeom>
                  <a:rect b="b" l="l" r="r" t="t"/>
                  <a:pathLst>
                    <a:path extrusionOk="0" h="626" w="662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" name="Google Shape;150;p13"/>
                <p:cNvSpPr/>
                <p:nvPr/>
              </p:nvSpPr>
              <p:spPr>
                <a:xfrm>
                  <a:off x="8811252" y="4672404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1" name="Google Shape;151;p13"/>
                <p:cNvGrpSpPr/>
                <p:nvPr/>
              </p:nvGrpSpPr>
              <p:grpSpPr>
                <a:xfrm>
                  <a:off x="8612715" y="4289248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152" name="Google Shape;152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13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54" name="Google Shape;154;p13"/>
              <p:cNvSpPr/>
              <p:nvPr/>
            </p:nvSpPr>
            <p:spPr>
              <a:xfrm>
                <a:off x="8161165" y="48733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" name="Google Shape;155;p13"/>
            <p:cNvGrpSpPr/>
            <p:nvPr/>
          </p:nvGrpSpPr>
          <p:grpSpPr>
            <a:xfrm>
              <a:off x="7893815" y="336373"/>
              <a:ext cx="1032283" cy="1057878"/>
              <a:chOff x="7893815" y="336373"/>
              <a:chExt cx="1032283" cy="1057878"/>
            </a:xfrm>
          </p:grpSpPr>
          <p:grpSp>
            <p:nvGrpSpPr>
              <p:cNvPr id="156" name="Google Shape;156;p13"/>
              <p:cNvGrpSpPr/>
              <p:nvPr/>
            </p:nvGrpSpPr>
            <p:grpSpPr>
              <a:xfrm>
                <a:off x="7893815" y="336373"/>
                <a:ext cx="114150" cy="114196"/>
                <a:chOff x="-685100" y="4136737"/>
                <a:chExt cx="38359" cy="38359"/>
              </a:xfrm>
            </p:grpSpPr>
            <p:sp>
              <p:nvSpPr>
                <p:cNvPr id="157" name="Google Shape;157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8" name="Google Shape;158;p1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9" name="Google Shape;159;p13"/>
              <p:cNvSpPr/>
              <p:nvPr/>
            </p:nvSpPr>
            <p:spPr>
              <a:xfrm>
                <a:off x="8506965" y="4632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8660337" y="12949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" name="Google Shape;161;p13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" type="subTitle"/>
          </p:nvPr>
        </p:nvSpPr>
        <p:spPr>
          <a:xfrm>
            <a:off x="720000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idx="2" type="subTitle"/>
          </p:nvPr>
        </p:nvSpPr>
        <p:spPr>
          <a:xfrm>
            <a:off x="3419271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idx="3" type="subTitle"/>
          </p:nvPr>
        </p:nvSpPr>
        <p:spPr>
          <a:xfrm>
            <a:off x="720000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4" type="subTitle"/>
          </p:nvPr>
        </p:nvSpPr>
        <p:spPr>
          <a:xfrm>
            <a:off x="3419274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3"/>
          <p:cNvSpPr txBox="1"/>
          <p:nvPr>
            <p:ph idx="5" type="subTitle"/>
          </p:nvPr>
        </p:nvSpPr>
        <p:spPr>
          <a:xfrm>
            <a:off x="6118549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idx="6" type="subTitle"/>
          </p:nvPr>
        </p:nvSpPr>
        <p:spPr>
          <a:xfrm>
            <a:off x="6118549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hasCustomPrompt="1" idx="7" type="title"/>
          </p:nvPr>
        </p:nvSpPr>
        <p:spPr>
          <a:xfrm>
            <a:off x="72000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hasCustomPrompt="1" idx="8" type="title"/>
          </p:nvPr>
        </p:nvSpPr>
        <p:spPr>
          <a:xfrm>
            <a:off x="72000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/>
          <p:nvPr>
            <p:ph hasCustomPrompt="1" idx="9" type="title"/>
          </p:nvPr>
        </p:nvSpPr>
        <p:spPr>
          <a:xfrm>
            <a:off x="3419275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/>
          <p:nvPr>
            <p:ph hasCustomPrompt="1" idx="13" type="title"/>
          </p:nvPr>
        </p:nvSpPr>
        <p:spPr>
          <a:xfrm>
            <a:off x="3419275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/>
          <p:nvPr>
            <p:ph hasCustomPrompt="1" idx="14" type="title"/>
          </p:nvPr>
        </p:nvSpPr>
        <p:spPr>
          <a:xfrm>
            <a:off x="6118550" y="1388066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/>
          <p:nvPr>
            <p:ph hasCustomPrompt="1" idx="15" type="title"/>
          </p:nvPr>
        </p:nvSpPr>
        <p:spPr>
          <a:xfrm>
            <a:off x="6118550" y="3123852"/>
            <a:ext cx="6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/>
          <p:nvPr>
            <p:ph idx="16" type="subTitle"/>
          </p:nvPr>
        </p:nvSpPr>
        <p:spPr>
          <a:xfrm>
            <a:off x="720000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5" name="Google Shape;175;p13"/>
          <p:cNvSpPr txBox="1"/>
          <p:nvPr>
            <p:ph idx="17" type="subTitle"/>
          </p:nvPr>
        </p:nvSpPr>
        <p:spPr>
          <a:xfrm>
            <a:off x="3419271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6" name="Google Shape;176;p13"/>
          <p:cNvSpPr txBox="1"/>
          <p:nvPr>
            <p:ph idx="18" type="subTitle"/>
          </p:nvPr>
        </p:nvSpPr>
        <p:spPr>
          <a:xfrm>
            <a:off x="6118549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7" name="Google Shape;177;p13"/>
          <p:cNvSpPr txBox="1"/>
          <p:nvPr>
            <p:ph idx="19" type="subTitle"/>
          </p:nvPr>
        </p:nvSpPr>
        <p:spPr>
          <a:xfrm>
            <a:off x="720000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8" name="Google Shape;178;p13"/>
          <p:cNvSpPr txBox="1"/>
          <p:nvPr>
            <p:ph idx="20" type="subTitle"/>
          </p:nvPr>
        </p:nvSpPr>
        <p:spPr>
          <a:xfrm>
            <a:off x="3419271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9" name="Google Shape;179;p13"/>
          <p:cNvSpPr txBox="1"/>
          <p:nvPr>
            <p:ph idx="21" type="subTitle"/>
          </p:nvPr>
        </p:nvSpPr>
        <p:spPr>
          <a:xfrm>
            <a:off x="6118549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4"/>
          <p:cNvGrpSpPr/>
          <p:nvPr/>
        </p:nvGrpSpPr>
        <p:grpSpPr>
          <a:xfrm>
            <a:off x="294090" y="222985"/>
            <a:ext cx="8656850" cy="3145983"/>
            <a:chOff x="294090" y="222985"/>
            <a:chExt cx="8656850" cy="3145983"/>
          </a:xfrm>
        </p:grpSpPr>
        <p:sp>
          <p:nvSpPr>
            <p:cNvPr id="182" name="Google Shape;182;p14"/>
            <p:cNvSpPr/>
            <p:nvPr/>
          </p:nvSpPr>
          <p:spPr>
            <a:xfrm>
              <a:off x="294090" y="23853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8596637" y="7553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011640" y="266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" name="Google Shape;185;p14"/>
            <p:cNvGrpSpPr/>
            <p:nvPr/>
          </p:nvGrpSpPr>
          <p:grpSpPr>
            <a:xfrm>
              <a:off x="8836790" y="222985"/>
              <a:ext cx="114150" cy="114196"/>
              <a:chOff x="-685100" y="4136737"/>
              <a:chExt cx="38359" cy="38359"/>
            </a:xfrm>
          </p:grpSpPr>
          <p:sp>
            <p:nvSpPr>
              <p:cNvPr id="186" name="Google Shape;186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4"/>
            <p:cNvGrpSpPr/>
            <p:nvPr/>
          </p:nvGrpSpPr>
          <p:grpSpPr>
            <a:xfrm>
              <a:off x="446578" y="3254773"/>
              <a:ext cx="114150" cy="114196"/>
              <a:chOff x="-685100" y="4136737"/>
              <a:chExt cx="38359" cy="38359"/>
            </a:xfrm>
          </p:grpSpPr>
          <p:sp>
            <p:nvSpPr>
              <p:cNvPr id="189" name="Google Shape;189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1" name="Google Shape;191;p14"/>
          <p:cNvSpPr txBox="1"/>
          <p:nvPr>
            <p:ph type="title"/>
          </p:nvPr>
        </p:nvSpPr>
        <p:spPr>
          <a:xfrm>
            <a:off x="3825775" y="3227788"/>
            <a:ext cx="46050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2" name="Google Shape;192;p14"/>
          <p:cNvSpPr txBox="1"/>
          <p:nvPr>
            <p:ph idx="1" type="subTitle"/>
          </p:nvPr>
        </p:nvSpPr>
        <p:spPr>
          <a:xfrm>
            <a:off x="3825725" y="1253913"/>
            <a:ext cx="46050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5"/>
          <p:cNvGrpSpPr/>
          <p:nvPr/>
        </p:nvGrpSpPr>
        <p:grpSpPr>
          <a:xfrm>
            <a:off x="357512" y="259179"/>
            <a:ext cx="8674608" cy="4655758"/>
            <a:chOff x="357512" y="259179"/>
            <a:chExt cx="8674608" cy="4655758"/>
          </a:xfrm>
        </p:grpSpPr>
        <p:sp>
          <p:nvSpPr>
            <p:cNvPr id="195" name="Google Shape;195;p15"/>
            <p:cNvSpPr/>
            <p:nvPr/>
          </p:nvSpPr>
          <p:spPr>
            <a:xfrm>
              <a:off x="357512" y="41367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10202" y="47531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076065" y="48884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8" name="Google Shape;198;p15"/>
            <p:cNvGrpSpPr/>
            <p:nvPr/>
          </p:nvGrpSpPr>
          <p:grpSpPr>
            <a:xfrm>
              <a:off x="8751065" y="269698"/>
              <a:ext cx="114150" cy="114196"/>
              <a:chOff x="-685100" y="4136737"/>
              <a:chExt cx="38359" cy="38359"/>
            </a:xfrm>
          </p:grpSpPr>
          <p:sp>
            <p:nvSpPr>
              <p:cNvPr id="199" name="Google Shape;199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" name="Google Shape;201;p15"/>
            <p:cNvSpPr/>
            <p:nvPr/>
          </p:nvSpPr>
          <p:spPr>
            <a:xfrm>
              <a:off x="8430765" y="8383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8011165" y="2591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8927060" y="11649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1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3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6"/>
          <p:cNvGrpSpPr/>
          <p:nvPr/>
        </p:nvGrpSpPr>
        <p:grpSpPr>
          <a:xfrm>
            <a:off x="108778" y="1936804"/>
            <a:ext cx="9161196" cy="1156783"/>
            <a:chOff x="108778" y="1936804"/>
            <a:chExt cx="9161196" cy="1156783"/>
          </a:xfrm>
        </p:grpSpPr>
        <p:grpSp>
          <p:nvGrpSpPr>
            <p:cNvPr id="207" name="Google Shape;207;p16"/>
            <p:cNvGrpSpPr/>
            <p:nvPr/>
          </p:nvGrpSpPr>
          <p:grpSpPr>
            <a:xfrm>
              <a:off x="461515" y="2144023"/>
              <a:ext cx="114150" cy="114196"/>
              <a:chOff x="-609221" y="4366398"/>
              <a:chExt cx="38359" cy="38359"/>
            </a:xfrm>
          </p:grpSpPr>
          <p:sp>
            <p:nvSpPr>
              <p:cNvPr id="208" name="Google Shape;208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-609221" y="4366398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" name="Google Shape;210;p16"/>
            <p:cNvSpPr/>
            <p:nvPr/>
          </p:nvSpPr>
          <p:spPr>
            <a:xfrm>
              <a:off x="108778" y="25010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35727" y="2786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8850860" y="23467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8850840" y="30670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8606602" y="19368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8533912" y="28044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720000" y="5212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9" name="Google Shape;219;p17"/>
          <p:cNvGrpSpPr/>
          <p:nvPr/>
        </p:nvGrpSpPr>
        <p:grpSpPr>
          <a:xfrm>
            <a:off x="3703597" y="4681879"/>
            <a:ext cx="1736755" cy="328039"/>
            <a:chOff x="3756610" y="4688154"/>
            <a:chExt cx="1736755" cy="328039"/>
          </a:xfrm>
        </p:grpSpPr>
        <p:grpSp>
          <p:nvGrpSpPr>
            <p:cNvPr id="220" name="Google Shape;220;p17"/>
            <p:cNvGrpSpPr/>
            <p:nvPr/>
          </p:nvGrpSpPr>
          <p:grpSpPr>
            <a:xfrm>
              <a:off x="3756610" y="4706100"/>
              <a:ext cx="1028402" cy="286513"/>
              <a:chOff x="3756610" y="4706100"/>
              <a:chExt cx="1028402" cy="286513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4073187" y="47061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3756610" y="48932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365878" y="486675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17"/>
            <p:cNvGrpSpPr/>
            <p:nvPr/>
          </p:nvGrpSpPr>
          <p:grpSpPr>
            <a:xfrm>
              <a:off x="5077902" y="4688154"/>
              <a:ext cx="415463" cy="328039"/>
              <a:chOff x="5077902" y="4688154"/>
              <a:chExt cx="415463" cy="328039"/>
            </a:xfrm>
          </p:grpSpPr>
          <p:grpSp>
            <p:nvGrpSpPr>
              <p:cNvPr id="225" name="Google Shape;225;p17"/>
              <p:cNvGrpSpPr/>
              <p:nvPr/>
            </p:nvGrpSpPr>
            <p:grpSpPr>
              <a:xfrm>
                <a:off x="5379215" y="4901998"/>
                <a:ext cx="114150" cy="114196"/>
                <a:chOff x="-1811789" y="5621319"/>
                <a:chExt cx="38359" cy="38359"/>
              </a:xfrm>
            </p:grpSpPr>
            <p:sp>
              <p:nvSpPr>
                <p:cNvPr id="226" name="Google Shape;226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" name="Google Shape;227;p17"/>
                <p:cNvSpPr/>
                <p:nvPr/>
              </p:nvSpPr>
              <p:spPr>
                <a:xfrm>
                  <a:off x="-1811789" y="5621319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8" name="Google Shape;228;p17"/>
              <p:cNvSpPr/>
              <p:nvPr/>
            </p:nvSpPr>
            <p:spPr>
              <a:xfrm>
                <a:off x="5077902" y="4688154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8"/>
          <p:cNvGrpSpPr/>
          <p:nvPr/>
        </p:nvGrpSpPr>
        <p:grpSpPr>
          <a:xfrm>
            <a:off x="294090" y="193498"/>
            <a:ext cx="8695983" cy="4797203"/>
            <a:chOff x="294090" y="193498"/>
            <a:chExt cx="8695983" cy="4797203"/>
          </a:xfrm>
        </p:grpSpPr>
        <p:sp>
          <p:nvSpPr>
            <p:cNvPr id="231" name="Google Shape;231;p18"/>
            <p:cNvSpPr/>
            <p:nvPr/>
          </p:nvSpPr>
          <p:spPr>
            <a:xfrm>
              <a:off x="6272537" y="48913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6550790" y="4546898"/>
              <a:ext cx="114150" cy="114196"/>
              <a:chOff x="-685100" y="4136737"/>
              <a:chExt cx="38359" cy="38359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5" name="Google Shape;235;p18"/>
            <p:cNvSpPr/>
            <p:nvPr/>
          </p:nvSpPr>
          <p:spPr>
            <a:xfrm>
              <a:off x="7055390" y="4864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" name="Google Shape;236;p18"/>
            <p:cNvGrpSpPr/>
            <p:nvPr/>
          </p:nvGrpSpPr>
          <p:grpSpPr>
            <a:xfrm>
              <a:off x="7827140" y="193498"/>
              <a:ext cx="114150" cy="114196"/>
              <a:chOff x="-685100" y="4136737"/>
              <a:chExt cx="38359" cy="38359"/>
            </a:xfrm>
          </p:grpSpPr>
          <p:sp>
            <p:nvSpPr>
              <p:cNvPr id="237" name="Google Shape;237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" name="Google Shape;239;p18"/>
            <p:cNvSpPr/>
            <p:nvPr/>
          </p:nvSpPr>
          <p:spPr>
            <a:xfrm>
              <a:off x="8570940" y="838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8570952" y="3077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294090" y="10242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2" name="Google Shape;242;p18"/>
            <p:cNvGrpSpPr/>
            <p:nvPr/>
          </p:nvGrpSpPr>
          <p:grpSpPr>
            <a:xfrm>
              <a:off x="294090" y="1534723"/>
              <a:ext cx="114150" cy="114196"/>
              <a:chOff x="-685100" y="4136737"/>
              <a:chExt cx="38359" cy="38359"/>
            </a:xfrm>
          </p:grpSpPr>
          <p:sp>
            <p:nvSpPr>
              <p:cNvPr id="243" name="Google Shape;243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5" name="Google Shape;245;p18"/>
            <p:cNvSpPr/>
            <p:nvPr/>
          </p:nvSpPr>
          <p:spPr>
            <a:xfrm>
              <a:off x="451135" y="6454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18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18"/>
          <p:cNvSpPr txBox="1"/>
          <p:nvPr>
            <p:ph idx="1" type="subTitle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8"/>
          <p:cNvSpPr/>
          <p:nvPr>
            <p:ph idx="2" type="pic"/>
          </p:nvPr>
        </p:nvSpPr>
        <p:spPr>
          <a:xfrm>
            <a:off x="4919988" y="838363"/>
            <a:ext cx="3399300" cy="346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9"/>
          <p:cNvGrpSpPr/>
          <p:nvPr/>
        </p:nvGrpSpPr>
        <p:grpSpPr>
          <a:xfrm>
            <a:off x="140465" y="285954"/>
            <a:ext cx="8839008" cy="4543534"/>
            <a:chOff x="140465" y="285954"/>
            <a:chExt cx="8839008" cy="4543534"/>
          </a:xfrm>
        </p:grpSpPr>
        <p:sp>
          <p:nvSpPr>
            <p:cNvPr id="251" name="Google Shape;251;p19"/>
            <p:cNvSpPr/>
            <p:nvPr/>
          </p:nvSpPr>
          <p:spPr>
            <a:xfrm>
              <a:off x="303865" y="2816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14852" y="32231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268960" y="47301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7958802" y="2859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8560340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8622260" y="3038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140465" y="2341473"/>
              <a:ext cx="114150" cy="114196"/>
              <a:chOff x="-685100" y="4136737"/>
              <a:chExt cx="38359" cy="38359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0" name="Google Shape;260;p19"/>
          <p:cNvSpPr txBox="1"/>
          <p:nvPr>
            <p:ph type="title"/>
          </p:nvPr>
        </p:nvSpPr>
        <p:spPr>
          <a:xfrm>
            <a:off x="1083876" y="1085875"/>
            <a:ext cx="30234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19"/>
          <p:cNvSpPr txBox="1"/>
          <p:nvPr>
            <p:ph idx="1" type="subTitle"/>
          </p:nvPr>
        </p:nvSpPr>
        <p:spPr>
          <a:xfrm>
            <a:off x="1083876" y="2149075"/>
            <a:ext cx="30234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2" name="Google Shape;262;p19"/>
          <p:cNvGrpSpPr/>
          <p:nvPr/>
        </p:nvGrpSpPr>
        <p:grpSpPr>
          <a:xfrm flipH="1">
            <a:off x="202193" y="3559134"/>
            <a:ext cx="760404" cy="1419169"/>
            <a:chOff x="3793658" y="8817100"/>
            <a:chExt cx="570746" cy="1065202"/>
          </a:xfrm>
        </p:grpSpPr>
        <p:sp>
          <p:nvSpPr>
            <p:cNvPr id="263" name="Google Shape;263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h="22" w="37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  <a:lnTo>
                    <a:pt x="1" y="1"/>
                  </a:lnTo>
                  <a:cubicBezTo>
                    <a:pt x="16" y="8"/>
                    <a:pt x="23" y="15"/>
                    <a:pt x="37" y="22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3958796" y="9645237"/>
              <a:ext cx="355172" cy="185460"/>
            </a:xfrm>
            <a:custGeom>
              <a:rect b="b" l="l" r="r" t="t"/>
              <a:pathLst>
                <a:path extrusionOk="0" h="1743" w="3338">
                  <a:moveTo>
                    <a:pt x="1453" y="1"/>
                  </a:moveTo>
                  <a:lnTo>
                    <a:pt x="1453" y="1"/>
                  </a:lnTo>
                  <a:cubicBezTo>
                    <a:pt x="1151" y="23"/>
                    <a:pt x="849" y="103"/>
                    <a:pt x="611" y="239"/>
                  </a:cubicBezTo>
                  <a:cubicBezTo>
                    <a:pt x="16" y="570"/>
                    <a:pt x="1" y="1122"/>
                    <a:pt x="584" y="1476"/>
                  </a:cubicBezTo>
                  <a:cubicBezTo>
                    <a:pt x="882" y="1653"/>
                    <a:pt x="1278" y="1743"/>
                    <a:pt x="1675" y="1743"/>
                  </a:cubicBezTo>
                  <a:cubicBezTo>
                    <a:pt x="2052" y="1743"/>
                    <a:pt x="2430" y="1661"/>
                    <a:pt x="2725" y="1497"/>
                  </a:cubicBezTo>
                  <a:cubicBezTo>
                    <a:pt x="3322" y="1158"/>
                    <a:pt x="3337" y="605"/>
                    <a:pt x="2754" y="260"/>
                  </a:cubicBezTo>
                  <a:cubicBezTo>
                    <a:pt x="2740" y="253"/>
                    <a:pt x="2733" y="246"/>
                    <a:pt x="2718" y="239"/>
                  </a:cubicBezTo>
                  <a:cubicBezTo>
                    <a:pt x="2588" y="167"/>
                    <a:pt x="2438" y="110"/>
                    <a:pt x="2286" y="66"/>
                  </a:cubicBezTo>
                  <a:lnTo>
                    <a:pt x="2266" y="123"/>
                  </a:lnTo>
                  <a:cubicBezTo>
                    <a:pt x="2388" y="160"/>
                    <a:pt x="2495" y="210"/>
                    <a:pt x="2595" y="268"/>
                  </a:cubicBezTo>
                  <a:cubicBezTo>
                    <a:pt x="3099" y="570"/>
                    <a:pt x="3085" y="1045"/>
                    <a:pt x="2575" y="1331"/>
                  </a:cubicBezTo>
                  <a:cubicBezTo>
                    <a:pt x="2320" y="1472"/>
                    <a:pt x="1993" y="1543"/>
                    <a:pt x="1668" y="1543"/>
                  </a:cubicBezTo>
                  <a:cubicBezTo>
                    <a:pt x="1330" y="1543"/>
                    <a:pt x="994" y="1467"/>
                    <a:pt x="741" y="1317"/>
                  </a:cubicBezTo>
                  <a:cubicBezTo>
                    <a:pt x="239" y="1015"/>
                    <a:pt x="253" y="541"/>
                    <a:pt x="763" y="253"/>
                  </a:cubicBezTo>
                  <a:cubicBezTo>
                    <a:pt x="956" y="146"/>
                    <a:pt x="1188" y="80"/>
                    <a:pt x="1431" y="53"/>
                  </a:cubicBezTo>
                  <a:lnTo>
                    <a:pt x="145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3984120" y="9650770"/>
              <a:ext cx="304418" cy="158646"/>
            </a:xfrm>
            <a:custGeom>
              <a:rect b="b" l="l" r="r" t="t"/>
              <a:pathLst>
                <a:path extrusionOk="0" h="1491" w="2861">
                  <a:moveTo>
                    <a:pt x="1193" y="1"/>
                  </a:moveTo>
                  <a:cubicBezTo>
                    <a:pt x="950" y="28"/>
                    <a:pt x="718" y="94"/>
                    <a:pt x="525" y="201"/>
                  </a:cubicBezTo>
                  <a:cubicBezTo>
                    <a:pt x="15" y="489"/>
                    <a:pt x="1" y="963"/>
                    <a:pt x="503" y="1265"/>
                  </a:cubicBezTo>
                  <a:cubicBezTo>
                    <a:pt x="756" y="1415"/>
                    <a:pt x="1092" y="1491"/>
                    <a:pt x="1430" y="1491"/>
                  </a:cubicBezTo>
                  <a:cubicBezTo>
                    <a:pt x="1755" y="1491"/>
                    <a:pt x="2082" y="1420"/>
                    <a:pt x="2337" y="1279"/>
                  </a:cubicBezTo>
                  <a:cubicBezTo>
                    <a:pt x="2847" y="993"/>
                    <a:pt x="2861" y="518"/>
                    <a:pt x="2357" y="216"/>
                  </a:cubicBezTo>
                  <a:cubicBezTo>
                    <a:pt x="2257" y="158"/>
                    <a:pt x="2150" y="108"/>
                    <a:pt x="2028" y="71"/>
                  </a:cubicBezTo>
                  <a:lnTo>
                    <a:pt x="1833" y="582"/>
                  </a:lnTo>
                  <a:lnTo>
                    <a:pt x="1452" y="805"/>
                  </a:lnTo>
                  <a:lnTo>
                    <a:pt x="993" y="539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3950390" y="9757067"/>
              <a:ext cx="371770" cy="125236"/>
            </a:xfrm>
            <a:custGeom>
              <a:rect b="b" l="l" r="r" t="t"/>
              <a:pathLst>
                <a:path extrusionOk="0" h="1177" w="3494">
                  <a:moveTo>
                    <a:pt x="3494" y="7"/>
                  </a:moveTo>
                  <a:cubicBezTo>
                    <a:pt x="3491" y="31"/>
                    <a:pt x="3489" y="54"/>
                    <a:pt x="3488" y="76"/>
                  </a:cubicBezTo>
                  <a:lnTo>
                    <a:pt x="3488" y="76"/>
                  </a:lnTo>
                  <a:cubicBezTo>
                    <a:pt x="3491" y="53"/>
                    <a:pt x="3493" y="30"/>
                    <a:pt x="3494" y="7"/>
                  </a:cubicBezTo>
                  <a:close/>
                  <a:moveTo>
                    <a:pt x="0" y="1"/>
                  </a:moveTo>
                  <a:lnTo>
                    <a:pt x="0" y="166"/>
                  </a:lnTo>
                  <a:cubicBezTo>
                    <a:pt x="0" y="416"/>
                    <a:pt x="166" y="675"/>
                    <a:pt x="497" y="870"/>
                  </a:cubicBezTo>
                  <a:cubicBezTo>
                    <a:pt x="837" y="1074"/>
                    <a:pt x="1290" y="1177"/>
                    <a:pt x="1745" y="1177"/>
                  </a:cubicBezTo>
                  <a:cubicBezTo>
                    <a:pt x="2184" y="1177"/>
                    <a:pt x="2623" y="1081"/>
                    <a:pt x="2962" y="891"/>
                  </a:cubicBezTo>
                  <a:cubicBezTo>
                    <a:pt x="3314" y="697"/>
                    <a:pt x="3487" y="439"/>
                    <a:pt x="3487" y="173"/>
                  </a:cubicBezTo>
                  <a:cubicBezTo>
                    <a:pt x="3487" y="139"/>
                    <a:pt x="3487" y="108"/>
                    <a:pt x="3488" y="76"/>
                  </a:cubicBezTo>
                  <a:lnTo>
                    <a:pt x="3488" y="76"/>
                  </a:lnTo>
                  <a:cubicBezTo>
                    <a:pt x="3455" y="317"/>
                    <a:pt x="3284" y="549"/>
                    <a:pt x="2962" y="727"/>
                  </a:cubicBezTo>
                  <a:cubicBezTo>
                    <a:pt x="2624" y="917"/>
                    <a:pt x="2186" y="1012"/>
                    <a:pt x="1748" y="1012"/>
                  </a:cubicBezTo>
                  <a:cubicBezTo>
                    <a:pt x="1292" y="1012"/>
                    <a:pt x="838" y="909"/>
                    <a:pt x="497" y="704"/>
                  </a:cubicBezTo>
                  <a:cubicBezTo>
                    <a:pt x="166" y="511"/>
                    <a:pt x="0" y="25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3950390" y="9670561"/>
              <a:ext cx="371770" cy="194185"/>
            </a:xfrm>
            <a:custGeom>
              <a:rect b="b" l="l" r="r" t="t"/>
              <a:pathLst>
                <a:path extrusionOk="0" h="1825" w="3494">
                  <a:moveTo>
                    <a:pt x="2833" y="22"/>
                  </a:moveTo>
                  <a:lnTo>
                    <a:pt x="2833" y="22"/>
                  </a:lnTo>
                  <a:cubicBezTo>
                    <a:pt x="2835" y="23"/>
                    <a:pt x="2837" y="24"/>
                    <a:pt x="2840" y="26"/>
                  </a:cubicBezTo>
                  <a:lnTo>
                    <a:pt x="2840" y="26"/>
                  </a:lnTo>
                  <a:cubicBezTo>
                    <a:pt x="2837" y="24"/>
                    <a:pt x="2835" y="23"/>
                    <a:pt x="2833" y="22"/>
                  </a:cubicBezTo>
                  <a:close/>
                  <a:moveTo>
                    <a:pt x="690" y="1"/>
                  </a:moveTo>
                  <a:lnTo>
                    <a:pt x="533" y="87"/>
                  </a:lnTo>
                  <a:cubicBezTo>
                    <a:pt x="181" y="289"/>
                    <a:pt x="0" y="548"/>
                    <a:pt x="0" y="814"/>
                  </a:cubicBezTo>
                  <a:cubicBezTo>
                    <a:pt x="0" y="1065"/>
                    <a:pt x="166" y="1324"/>
                    <a:pt x="497" y="1517"/>
                  </a:cubicBezTo>
                  <a:cubicBezTo>
                    <a:pt x="838" y="1722"/>
                    <a:pt x="1292" y="1825"/>
                    <a:pt x="1748" y="1825"/>
                  </a:cubicBezTo>
                  <a:cubicBezTo>
                    <a:pt x="2186" y="1825"/>
                    <a:pt x="2624" y="1730"/>
                    <a:pt x="2962" y="1540"/>
                  </a:cubicBezTo>
                  <a:cubicBezTo>
                    <a:pt x="3314" y="1345"/>
                    <a:pt x="3487" y="1086"/>
                    <a:pt x="3494" y="820"/>
                  </a:cubicBezTo>
                  <a:cubicBezTo>
                    <a:pt x="3494" y="569"/>
                    <a:pt x="3330" y="310"/>
                    <a:pt x="2999" y="117"/>
                  </a:cubicBezTo>
                  <a:cubicBezTo>
                    <a:pt x="2985" y="108"/>
                    <a:pt x="2969" y="101"/>
                    <a:pt x="2962" y="94"/>
                  </a:cubicBezTo>
                  <a:cubicBezTo>
                    <a:pt x="2942" y="80"/>
                    <a:pt x="2919" y="73"/>
                    <a:pt x="2905" y="58"/>
                  </a:cubicBezTo>
                  <a:cubicBezTo>
                    <a:pt x="2899" y="58"/>
                    <a:pt x="2883" y="51"/>
                    <a:pt x="2876" y="44"/>
                  </a:cubicBezTo>
                  <a:cubicBezTo>
                    <a:pt x="2864" y="38"/>
                    <a:pt x="2852" y="33"/>
                    <a:pt x="2840" y="26"/>
                  </a:cubicBezTo>
                  <a:lnTo>
                    <a:pt x="2840" y="26"/>
                  </a:lnTo>
                  <a:cubicBezTo>
                    <a:pt x="3416" y="371"/>
                    <a:pt x="3398" y="922"/>
                    <a:pt x="2804" y="1259"/>
                  </a:cubicBezTo>
                  <a:cubicBezTo>
                    <a:pt x="2509" y="1423"/>
                    <a:pt x="2131" y="1505"/>
                    <a:pt x="1754" y="1505"/>
                  </a:cubicBezTo>
                  <a:cubicBezTo>
                    <a:pt x="1357" y="1505"/>
                    <a:pt x="961" y="1415"/>
                    <a:pt x="663" y="1238"/>
                  </a:cubicBezTo>
                  <a:cubicBezTo>
                    <a:pt x="80" y="884"/>
                    <a:pt x="95" y="332"/>
                    <a:pt x="69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h="22" w="37">
                  <a:moveTo>
                    <a:pt x="1" y="1"/>
                  </a:moveTo>
                  <a:lnTo>
                    <a:pt x="25" y="15"/>
                  </a:lnTo>
                  <a:lnTo>
                    <a:pt x="25" y="15"/>
                  </a:lnTo>
                  <a:cubicBezTo>
                    <a:pt x="18" y="10"/>
                    <a:pt x="11" y="6"/>
                    <a:pt x="1" y="1"/>
                  </a:cubicBezTo>
                  <a:close/>
                  <a:moveTo>
                    <a:pt x="25" y="15"/>
                  </a:moveTo>
                  <a:cubicBezTo>
                    <a:pt x="29" y="17"/>
                    <a:pt x="32" y="19"/>
                    <a:pt x="37" y="22"/>
                  </a:cubicBezTo>
                  <a:lnTo>
                    <a:pt x="25" y="15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4247893" y="9670561"/>
              <a:ext cx="3937" cy="2341"/>
            </a:xfrm>
            <a:custGeom>
              <a:rect b="b" l="l" r="r" t="t"/>
              <a:pathLst>
                <a:path extrusionOk="0" fill="none" h="22" w="37">
                  <a:moveTo>
                    <a:pt x="37" y="22"/>
                  </a:moveTo>
                  <a:cubicBezTo>
                    <a:pt x="23" y="15"/>
                    <a:pt x="16" y="8"/>
                    <a:pt x="1" y="1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4107335" y="8917332"/>
              <a:ext cx="22983" cy="37560"/>
            </a:xfrm>
            <a:custGeom>
              <a:rect b="b" l="l" r="r" t="t"/>
              <a:pathLst>
                <a:path extrusionOk="0" h="353" w="216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4121061" y="8925738"/>
              <a:ext cx="207378" cy="300587"/>
            </a:xfrm>
            <a:custGeom>
              <a:rect b="b" l="l" r="r" t="t"/>
              <a:pathLst>
                <a:path extrusionOk="0" h="2825" w="1949">
                  <a:moveTo>
                    <a:pt x="58" y="0"/>
                  </a:moveTo>
                  <a:lnTo>
                    <a:pt x="1" y="87"/>
                  </a:lnTo>
                  <a:cubicBezTo>
                    <a:pt x="28" y="137"/>
                    <a:pt x="51" y="173"/>
                    <a:pt x="78" y="244"/>
                  </a:cubicBezTo>
                  <a:cubicBezTo>
                    <a:pt x="78" y="251"/>
                    <a:pt x="87" y="259"/>
                    <a:pt x="87" y="273"/>
                  </a:cubicBezTo>
                  <a:lnTo>
                    <a:pt x="1495" y="2566"/>
                  </a:lnTo>
                  <a:lnTo>
                    <a:pt x="1948" y="282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4127126" y="8904989"/>
              <a:ext cx="237278" cy="831429"/>
            </a:xfrm>
            <a:custGeom>
              <a:rect b="b" l="l" r="r" t="t"/>
              <a:pathLst>
                <a:path extrusionOk="0" h="7814" w="2230">
                  <a:moveTo>
                    <a:pt x="130" y="1"/>
                  </a:moveTo>
                  <a:lnTo>
                    <a:pt x="130" y="7"/>
                  </a:lnTo>
                  <a:lnTo>
                    <a:pt x="1" y="195"/>
                  </a:lnTo>
                  <a:lnTo>
                    <a:pt x="1891" y="3019"/>
                  </a:lnTo>
                  <a:lnTo>
                    <a:pt x="425" y="6973"/>
                  </a:lnTo>
                  <a:lnTo>
                    <a:pt x="403" y="7023"/>
                  </a:lnTo>
                  <a:lnTo>
                    <a:pt x="108" y="7814"/>
                  </a:lnTo>
                  <a:lnTo>
                    <a:pt x="489" y="7591"/>
                  </a:lnTo>
                  <a:lnTo>
                    <a:pt x="684" y="7080"/>
                  </a:lnTo>
                  <a:lnTo>
                    <a:pt x="704" y="7023"/>
                  </a:lnTo>
                  <a:lnTo>
                    <a:pt x="2229" y="2890"/>
                  </a:lnTo>
                  <a:lnTo>
                    <a:pt x="2207" y="2688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4089672" y="9198662"/>
              <a:ext cx="238767" cy="537758"/>
            </a:xfrm>
            <a:custGeom>
              <a:rect b="b" l="l" r="r" t="t"/>
              <a:pathLst>
                <a:path extrusionOk="0" h="5054" w="2244">
                  <a:moveTo>
                    <a:pt x="1790" y="1"/>
                  </a:moveTo>
                  <a:lnTo>
                    <a:pt x="223" y="4198"/>
                  </a:lnTo>
                  <a:lnTo>
                    <a:pt x="201" y="4250"/>
                  </a:lnTo>
                  <a:lnTo>
                    <a:pt x="1" y="4788"/>
                  </a:lnTo>
                  <a:lnTo>
                    <a:pt x="460" y="5054"/>
                  </a:lnTo>
                  <a:lnTo>
                    <a:pt x="755" y="4263"/>
                  </a:lnTo>
                  <a:lnTo>
                    <a:pt x="777" y="4213"/>
                  </a:lnTo>
                  <a:lnTo>
                    <a:pt x="2243" y="259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026149" y="8817100"/>
              <a:ext cx="124065" cy="117894"/>
            </a:xfrm>
            <a:custGeom>
              <a:rect b="b" l="l" r="r" t="t"/>
              <a:pathLst>
                <a:path extrusionOk="0" h="1108" w="1166">
                  <a:moveTo>
                    <a:pt x="623" y="0"/>
                  </a:moveTo>
                  <a:cubicBezTo>
                    <a:pt x="524" y="0"/>
                    <a:pt x="454" y="27"/>
                    <a:pt x="418" y="43"/>
                  </a:cubicBezTo>
                  <a:cubicBezTo>
                    <a:pt x="418" y="43"/>
                    <a:pt x="382" y="57"/>
                    <a:pt x="339" y="86"/>
                  </a:cubicBezTo>
                  <a:cubicBezTo>
                    <a:pt x="310" y="100"/>
                    <a:pt x="310" y="100"/>
                    <a:pt x="266" y="137"/>
                  </a:cubicBezTo>
                  <a:cubicBezTo>
                    <a:pt x="260" y="150"/>
                    <a:pt x="246" y="159"/>
                    <a:pt x="237" y="173"/>
                  </a:cubicBezTo>
                  <a:cubicBezTo>
                    <a:pt x="223" y="193"/>
                    <a:pt x="203" y="216"/>
                    <a:pt x="180" y="237"/>
                  </a:cubicBezTo>
                  <a:lnTo>
                    <a:pt x="1" y="518"/>
                  </a:lnTo>
                  <a:cubicBezTo>
                    <a:pt x="30" y="518"/>
                    <a:pt x="58" y="525"/>
                    <a:pt x="87" y="532"/>
                  </a:cubicBezTo>
                  <a:cubicBezTo>
                    <a:pt x="123" y="538"/>
                    <a:pt x="166" y="554"/>
                    <a:pt x="223" y="575"/>
                  </a:cubicBezTo>
                  <a:cubicBezTo>
                    <a:pt x="260" y="590"/>
                    <a:pt x="303" y="611"/>
                    <a:pt x="346" y="640"/>
                  </a:cubicBezTo>
                  <a:cubicBezTo>
                    <a:pt x="367" y="647"/>
                    <a:pt x="382" y="654"/>
                    <a:pt x="396" y="661"/>
                  </a:cubicBezTo>
                  <a:cubicBezTo>
                    <a:pt x="496" y="720"/>
                    <a:pt x="598" y="790"/>
                    <a:pt x="684" y="863"/>
                  </a:cubicBezTo>
                  <a:cubicBezTo>
                    <a:pt x="691" y="870"/>
                    <a:pt x="705" y="883"/>
                    <a:pt x="720" y="892"/>
                  </a:cubicBezTo>
                  <a:cubicBezTo>
                    <a:pt x="734" y="913"/>
                    <a:pt x="748" y="927"/>
                    <a:pt x="763" y="942"/>
                  </a:cubicBezTo>
                  <a:cubicBezTo>
                    <a:pt x="791" y="963"/>
                    <a:pt x="813" y="992"/>
                    <a:pt x="827" y="1013"/>
                  </a:cubicBezTo>
                  <a:cubicBezTo>
                    <a:pt x="834" y="1021"/>
                    <a:pt x="841" y="1028"/>
                    <a:pt x="850" y="1035"/>
                  </a:cubicBezTo>
                  <a:cubicBezTo>
                    <a:pt x="863" y="1065"/>
                    <a:pt x="877" y="1085"/>
                    <a:pt x="893" y="1108"/>
                  </a:cubicBezTo>
                  <a:lnTo>
                    <a:pt x="950" y="1021"/>
                  </a:lnTo>
                  <a:lnTo>
                    <a:pt x="1079" y="833"/>
                  </a:lnTo>
                  <a:lnTo>
                    <a:pt x="1079" y="827"/>
                  </a:lnTo>
                  <a:cubicBezTo>
                    <a:pt x="1086" y="813"/>
                    <a:pt x="1093" y="797"/>
                    <a:pt x="1100" y="783"/>
                  </a:cubicBezTo>
                  <a:cubicBezTo>
                    <a:pt x="1108" y="777"/>
                    <a:pt x="1108" y="770"/>
                    <a:pt x="1115" y="763"/>
                  </a:cubicBezTo>
                  <a:cubicBezTo>
                    <a:pt x="1129" y="726"/>
                    <a:pt x="1143" y="690"/>
                    <a:pt x="1151" y="654"/>
                  </a:cubicBezTo>
                  <a:cubicBezTo>
                    <a:pt x="1151" y="640"/>
                    <a:pt x="1158" y="633"/>
                    <a:pt x="1158" y="618"/>
                  </a:cubicBezTo>
                  <a:cubicBezTo>
                    <a:pt x="1165" y="568"/>
                    <a:pt x="1165" y="504"/>
                    <a:pt x="1158" y="452"/>
                  </a:cubicBezTo>
                  <a:cubicBezTo>
                    <a:pt x="1122" y="237"/>
                    <a:pt x="956" y="57"/>
                    <a:pt x="748" y="14"/>
                  </a:cubicBezTo>
                  <a:cubicBezTo>
                    <a:pt x="702" y="4"/>
                    <a:pt x="660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4107335" y="8917332"/>
              <a:ext cx="22983" cy="37560"/>
            </a:xfrm>
            <a:custGeom>
              <a:rect b="b" l="l" r="r" t="t"/>
              <a:pathLst>
                <a:path extrusionOk="0" h="353" w="216">
                  <a:moveTo>
                    <a:pt x="0" y="0"/>
                  </a:moveTo>
                  <a:lnTo>
                    <a:pt x="216" y="352"/>
                  </a:lnTo>
                  <a:cubicBezTo>
                    <a:pt x="216" y="338"/>
                    <a:pt x="207" y="330"/>
                    <a:pt x="207" y="323"/>
                  </a:cubicBezTo>
                  <a:cubicBezTo>
                    <a:pt x="180" y="252"/>
                    <a:pt x="157" y="216"/>
                    <a:pt x="130" y="166"/>
                  </a:cubicBezTo>
                  <a:cubicBezTo>
                    <a:pt x="114" y="143"/>
                    <a:pt x="100" y="123"/>
                    <a:pt x="87" y="93"/>
                  </a:cubicBezTo>
                  <a:cubicBezTo>
                    <a:pt x="78" y="86"/>
                    <a:pt x="71" y="79"/>
                    <a:pt x="64" y="71"/>
                  </a:cubicBezTo>
                  <a:cubicBezTo>
                    <a:pt x="50" y="50"/>
                    <a:pt x="28" y="2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3793658" y="9001923"/>
              <a:ext cx="294522" cy="202378"/>
            </a:xfrm>
            <a:custGeom>
              <a:rect b="b" l="l" r="r" t="t"/>
              <a:pathLst>
                <a:path extrusionOk="0" h="1902" w="2768">
                  <a:moveTo>
                    <a:pt x="504" y="232"/>
                  </a:moveTo>
                  <a:cubicBezTo>
                    <a:pt x="601" y="232"/>
                    <a:pt x="742" y="267"/>
                    <a:pt x="921" y="340"/>
                  </a:cubicBezTo>
                  <a:cubicBezTo>
                    <a:pt x="1121" y="427"/>
                    <a:pt x="1344" y="556"/>
                    <a:pt x="1560" y="692"/>
                  </a:cubicBezTo>
                  <a:cubicBezTo>
                    <a:pt x="1870" y="901"/>
                    <a:pt x="2150" y="1139"/>
                    <a:pt x="2301" y="1339"/>
                  </a:cubicBezTo>
                  <a:cubicBezTo>
                    <a:pt x="2468" y="1556"/>
                    <a:pt x="2447" y="1675"/>
                    <a:pt x="2275" y="1675"/>
                  </a:cubicBezTo>
                  <a:cubicBezTo>
                    <a:pt x="2179" y="1675"/>
                    <a:pt x="2037" y="1639"/>
                    <a:pt x="1855" y="1562"/>
                  </a:cubicBezTo>
                  <a:cubicBezTo>
                    <a:pt x="1646" y="1475"/>
                    <a:pt x="1423" y="1355"/>
                    <a:pt x="1215" y="1210"/>
                  </a:cubicBezTo>
                  <a:cubicBezTo>
                    <a:pt x="906" y="1010"/>
                    <a:pt x="619" y="765"/>
                    <a:pt x="468" y="570"/>
                  </a:cubicBezTo>
                  <a:cubicBezTo>
                    <a:pt x="300" y="351"/>
                    <a:pt x="326" y="232"/>
                    <a:pt x="504" y="232"/>
                  </a:cubicBezTo>
                  <a:close/>
                  <a:moveTo>
                    <a:pt x="222" y="1"/>
                  </a:moveTo>
                  <a:cubicBezTo>
                    <a:pt x="135" y="1"/>
                    <a:pt x="77" y="23"/>
                    <a:pt x="50" y="68"/>
                  </a:cubicBezTo>
                  <a:cubicBezTo>
                    <a:pt x="0" y="138"/>
                    <a:pt x="43" y="268"/>
                    <a:pt x="179" y="449"/>
                  </a:cubicBezTo>
                  <a:cubicBezTo>
                    <a:pt x="381" y="708"/>
                    <a:pt x="756" y="1023"/>
                    <a:pt x="1158" y="1296"/>
                  </a:cubicBezTo>
                  <a:cubicBezTo>
                    <a:pt x="1439" y="1475"/>
                    <a:pt x="1732" y="1641"/>
                    <a:pt x="2006" y="1757"/>
                  </a:cubicBezTo>
                  <a:cubicBezTo>
                    <a:pt x="2240" y="1855"/>
                    <a:pt x="2424" y="1902"/>
                    <a:pt x="2550" y="1902"/>
                  </a:cubicBezTo>
                  <a:cubicBezTo>
                    <a:pt x="2636" y="1902"/>
                    <a:pt x="2695" y="1880"/>
                    <a:pt x="2724" y="1836"/>
                  </a:cubicBezTo>
                  <a:cubicBezTo>
                    <a:pt x="2767" y="1770"/>
                    <a:pt x="2733" y="1641"/>
                    <a:pt x="2595" y="1462"/>
                  </a:cubicBezTo>
                  <a:cubicBezTo>
                    <a:pt x="2395" y="1196"/>
                    <a:pt x="2020" y="880"/>
                    <a:pt x="1611" y="613"/>
                  </a:cubicBezTo>
                  <a:cubicBezTo>
                    <a:pt x="1337" y="427"/>
                    <a:pt x="1042" y="261"/>
                    <a:pt x="769" y="147"/>
                  </a:cubicBezTo>
                  <a:cubicBezTo>
                    <a:pt x="535" y="49"/>
                    <a:pt x="349" y="1"/>
                    <a:pt x="22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3825472" y="9026502"/>
              <a:ext cx="230787" cy="153752"/>
            </a:xfrm>
            <a:custGeom>
              <a:rect b="b" l="l" r="r" t="t"/>
              <a:pathLst>
                <a:path extrusionOk="0" h="1445" w="2169">
                  <a:moveTo>
                    <a:pt x="205" y="1"/>
                  </a:moveTo>
                  <a:cubicBezTo>
                    <a:pt x="27" y="1"/>
                    <a:pt x="1" y="120"/>
                    <a:pt x="169" y="339"/>
                  </a:cubicBezTo>
                  <a:cubicBezTo>
                    <a:pt x="320" y="534"/>
                    <a:pt x="607" y="779"/>
                    <a:pt x="916" y="979"/>
                  </a:cubicBezTo>
                  <a:cubicBezTo>
                    <a:pt x="1124" y="1124"/>
                    <a:pt x="1347" y="1244"/>
                    <a:pt x="1556" y="1331"/>
                  </a:cubicBezTo>
                  <a:cubicBezTo>
                    <a:pt x="1738" y="1408"/>
                    <a:pt x="1880" y="1444"/>
                    <a:pt x="1976" y="1444"/>
                  </a:cubicBezTo>
                  <a:cubicBezTo>
                    <a:pt x="2148" y="1444"/>
                    <a:pt x="2169" y="1325"/>
                    <a:pt x="2002" y="1108"/>
                  </a:cubicBezTo>
                  <a:cubicBezTo>
                    <a:pt x="1851" y="908"/>
                    <a:pt x="1571" y="670"/>
                    <a:pt x="1261" y="461"/>
                  </a:cubicBezTo>
                  <a:cubicBezTo>
                    <a:pt x="1045" y="325"/>
                    <a:pt x="822" y="196"/>
                    <a:pt x="622" y="109"/>
                  </a:cubicBezTo>
                  <a:cubicBezTo>
                    <a:pt x="443" y="36"/>
                    <a:pt x="302" y="1"/>
                    <a:pt x="205" y="1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798978" y="8870940"/>
              <a:ext cx="345170" cy="326336"/>
            </a:xfrm>
            <a:custGeom>
              <a:rect b="b" l="l" r="r" t="t"/>
              <a:pathLst>
                <a:path extrusionOk="0" h="3067" w="3244">
                  <a:moveTo>
                    <a:pt x="3" y="1293"/>
                  </a:moveTo>
                  <a:cubicBezTo>
                    <a:pt x="2" y="1295"/>
                    <a:pt x="1" y="1297"/>
                    <a:pt x="0" y="1299"/>
                  </a:cubicBezTo>
                  <a:cubicBezTo>
                    <a:pt x="1" y="1297"/>
                    <a:pt x="2" y="1295"/>
                    <a:pt x="3" y="1293"/>
                  </a:cubicBezTo>
                  <a:close/>
                  <a:moveTo>
                    <a:pt x="1962" y="1"/>
                  </a:moveTo>
                  <a:cubicBezTo>
                    <a:pt x="1859" y="1"/>
                    <a:pt x="1767" y="12"/>
                    <a:pt x="1698" y="26"/>
                  </a:cubicBezTo>
                  <a:cubicBezTo>
                    <a:pt x="1423" y="69"/>
                    <a:pt x="1208" y="177"/>
                    <a:pt x="1130" y="214"/>
                  </a:cubicBezTo>
                  <a:cubicBezTo>
                    <a:pt x="914" y="314"/>
                    <a:pt x="706" y="472"/>
                    <a:pt x="626" y="536"/>
                  </a:cubicBezTo>
                  <a:cubicBezTo>
                    <a:pt x="554" y="593"/>
                    <a:pt x="474" y="666"/>
                    <a:pt x="388" y="759"/>
                  </a:cubicBezTo>
                  <a:cubicBezTo>
                    <a:pt x="368" y="781"/>
                    <a:pt x="338" y="817"/>
                    <a:pt x="318" y="838"/>
                  </a:cubicBezTo>
                  <a:cubicBezTo>
                    <a:pt x="281" y="881"/>
                    <a:pt x="238" y="947"/>
                    <a:pt x="202" y="990"/>
                  </a:cubicBezTo>
                  <a:cubicBezTo>
                    <a:pt x="139" y="1088"/>
                    <a:pt x="68" y="1193"/>
                    <a:pt x="3" y="1293"/>
                  </a:cubicBezTo>
                  <a:lnTo>
                    <a:pt x="3" y="1293"/>
                  </a:lnTo>
                  <a:cubicBezTo>
                    <a:pt x="31" y="1253"/>
                    <a:pt x="89" y="1232"/>
                    <a:pt x="172" y="1232"/>
                  </a:cubicBezTo>
                  <a:cubicBezTo>
                    <a:pt x="299" y="1232"/>
                    <a:pt x="485" y="1280"/>
                    <a:pt x="719" y="1378"/>
                  </a:cubicBezTo>
                  <a:cubicBezTo>
                    <a:pt x="992" y="1492"/>
                    <a:pt x="1287" y="1658"/>
                    <a:pt x="1561" y="1844"/>
                  </a:cubicBezTo>
                  <a:cubicBezTo>
                    <a:pt x="1970" y="2111"/>
                    <a:pt x="2345" y="2427"/>
                    <a:pt x="2545" y="2693"/>
                  </a:cubicBezTo>
                  <a:cubicBezTo>
                    <a:pt x="2682" y="2871"/>
                    <a:pt x="2717" y="2999"/>
                    <a:pt x="2675" y="3065"/>
                  </a:cubicBezTo>
                  <a:lnTo>
                    <a:pt x="2675" y="3065"/>
                  </a:lnTo>
                  <a:cubicBezTo>
                    <a:pt x="2740" y="2964"/>
                    <a:pt x="2812" y="2865"/>
                    <a:pt x="2876" y="2765"/>
                  </a:cubicBezTo>
                  <a:cubicBezTo>
                    <a:pt x="3028" y="2542"/>
                    <a:pt x="3098" y="2304"/>
                    <a:pt x="3128" y="2189"/>
                  </a:cubicBezTo>
                  <a:cubicBezTo>
                    <a:pt x="3135" y="2182"/>
                    <a:pt x="3214" y="1902"/>
                    <a:pt x="3235" y="1601"/>
                  </a:cubicBezTo>
                  <a:cubicBezTo>
                    <a:pt x="3243" y="1406"/>
                    <a:pt x="3235" y="1226"/>
                    <a:pt x="3178" y="997"/>
                  </a:cubicBezTo>
                  <a:cubicBezTo>
                    <a:pt x="3178" y="997"/>
                    <a:pt x="3157" y="888"/>
                    <a:pt x="3114" y="788"/>
                  </a:cubicBezTo>
                  <a:lnTo>
                    <a:pt x="2898" y="436"/>
                  </a:lnTo>
                  <a:cubicBezTo>
                    <a:pt x="2883" y="421"/>
                    <a:pt x="2869" y="407"/>
                    <a:pt x="2855" y="386"/>
                  </a:cubicBezTo>
                  <a:cubicBezTo>
                    <a:pt x="2840" y="377"/>
                    <a:pt x="2826" y="364"/>
                    <a:pt x="2819" y="357"/>
                  </a:cubicBezTo>
                  <a:cubicBezTo>
                    <a:pt x="2733" y="284"/>
                    <a:pt x="2631" y="214"/>
                    <a:pt x="2531" y="155"/>
                  </a:cubicBezTo>
                  <a:cubicBezTo>
                    <a:pt x="2517" y="148"/>
                    <a:pt x="2502" y="141"/>
                    <a:pt x="2481" y="134"/>
                  </a:cubicBezTo>
                  <a:cubicBezTo>
                    <a:pt x="2438" y="105"/>
                    <a:pt x="2395" y="84"/>
                    <a:pt x="2358" y="69"/>
                  </a:cubicBezTo>
                  <a:cubicBezTo>
                    <a:pt x="2301" y="48"/>
                    <a:pt x="2258" y="32"/>
                    <a:pt x="2222" y="26"/>
                  </a:cubicBezTo>
                  <a:cubicBezTo>
                    <a:pt x="2193" y="19"/>
                    <a:pt x="2165" y="12"/>
                    <a:pt x="2136" y="12"/>
                  </a:cubicBezTo>
                  <a:cubicBezTo>
                    <a:pt x="2076" y="4"/>
                    <a:pt x="2018" y="1"/>
                    <a:pt x="1962" y="1"/>
                  </a:cubicBezTo>
                  <a:close/>
                  <a:moveTo>
                    <a:pt x="2675" y="3065"/>
                  </a:moveTo>
                  <a:cubicBezTo>
                    <a:pt x="2675" y="3066"/>
                    <a:pt x="2674" y="3066"/>
                    <a:pt x="2674" y="3067"/>
                  </a:cubicBezTo>
                  <a:cubicBezTo>
                    <a:pt x="2674" y="3066"/>
                    <a:pt x="2675" y="3066"/>
                    <a:pt x="2675" y="3065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0"/>
          <p:cNvGrpSpPr/>
          <p:nvPr/>
        </p:nvGrpSpPr>
        <p:grpSpPr>
          <a:xfrm>
            <a:off x="1762077" y="317323"/>
            <a:ext cx="7204876" cy="4590157"/>
            <a:chOff x="1762077" y="317323"/>
            <a:chExt cx="7204876" cy="4590157"/>
          </a:xfrm>
        </p:grpSpPr>
        <p:sp>
          <p:nvSpPr>
            <p:cNvPr id="281" name="Google Shape;281;p20"/>
            <p:cNvSpPr/>
            <p:nvPr/>
          </p:nvSpPr>
          <p:spPr>
            <a:xfrm>
              <a:off x="8801727" y="11649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8449803" y="195354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3" name="Google Shape;283;p20"/>
            <p:cNvGrpSpPr/>
            <p:nvPr/>
          </p:nvGrpSpPr>
          <p:grpSpPr>
            <a:xfrm>
              <a:off x="8170040" y="317323"/>
              <a:ext cx="114150" cy="114196"/>
              <a:chOff x="-685100" y="4136737"/>
              <a:chExt cx="38359" cy="38359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20"/>
            <p:cNvSpPr/>
            <p:nvPr/>
          </p:nvSpPr>
          <p:spPr>
            <a:xfrm>
              <a:off x="1762077" y="47722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20"/>
          <p:cNvSpPr txBox="1"/>
          <p:nvPr>
            <p:ph type="title"/>
          </p:nvPr>
        </p:nvSpPr>
        <p:spPr>
          <a:xfrm>
            <a:off x="4808712" y="1436400"/>
            <a:ext cx="25731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8" name="Google Shape;288;p20"/>
          <p:cNvSpPr txBox="1"/>
          <p:nvPr>
            <p:ph idx="1" type="subTitle"/>
          </p:nvPr>
        </p:nvSpPr>
        <p:spPr>
          <a:xfrm>
            <a:off x="4808837" y="2497200"/>
            <a:ext cx="2573100" cy="12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1"/>
          <p:cNvGrpSpPr/>
          <p:nvPr/>
        </p:nvGrpSpPr>
        <p:grpSpPr>
          <a:xfrm>
            <a:off x="211685" y="269698"/>
            <a:ext cx="976380" cy="1044888"/>
            <a:chOff x="211685" y="269698"/>
            <a:chExt cx="976380" cy="1044888"/>
          </a:xfrm>
        </p:grpSpPr>
        <p:sp>
          <p:nvSpPr>
            <p:cNvPr id="291" name="Google Shape;291;p21"/>
            <p:cNvSpPr/>
            <p:nvPr/>
          </p:nvSpPr>
          <p:spPr>
            <a:xfrm>
              <a:off x="275053" y="8192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2" name="Google Shape;292;p21"/>
            <p:cNvGrpSpPr/>
            <p:nvPr/>
          </p:nvGrpSpPr>
          <p:grpSpPr>
            <a:xfrm>
              <a:off x="1073915" y="269698"/>
              <a:ext cx="114150" cy="114196"/>
              <a:chOff x="-685100" y="4136737"/>
              <a:chExt cx="38359" cy="38359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5" name="Google Shape;295;p21"/>
            <p:cNvSpPr/>
            <p:nvPr/>
          </p:nvSpPr>
          <p:spPr>
            <a:xfrm>
              <a:off x="211685" y="12138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316762" y="3839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1"/>
          <p:cNvSpPr txBox="1"/>
          <p:nvPr>
            <p:ph type="title"/>
          </p:nvPr>
        </p:nvSpPr>
        <p:spPr>
          <a:xfrm>
            <a:off x="2417638" y="2105845"/>
            <a:ext cx="22593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1"/>
          <p:cNvSpPr txBox="1"/>
          <p:nvPr>
            <p:ph idx="1" type="subTitle"/>
          </p:nvPr>
        </p:nvSpPr>
        <p:spPr>
          <a:xfrm>
            <a:off x="2417650" y="3149824"/>
            <a:ext cx="2259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-166660" y="1704104"/>
            <a:ext cx="9228233" cy="3135984"/>
            <a:chOff x="-166660" y="1704104"/>
            <a:chExt cx="9228233" cy="3135984"/>
          </a:xfrm>
        </p:grpSpPr>
        <p:sp>
          <p:nvSpPr>
            <p:cNvPr id="301" name="Google Shape;301;p22"/>
            <p:cNvSpPr/>
            <p:nvPr/>
          </p:nvSpPr>
          <p:spPr>
            <a:xfrm>
              <a:off x="-166660" y="21093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252477" y="17041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03785" y="2348197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22"/>
            <p:cNvGrpSpPr/>
            <p:nvPr/>
          </p:nvGrpSpPr>
          <p:grpSpPr>
            <a:xfrm>
              <a:off x="8830365" y="3760098"/>
              <a:ext cx="114150" cy="114196"/>
              <a:chOff x="-685100" y="4136737"/>
              <a:chExt cx="38359" cy="38359"/>
            </a:xfrm>
          </p:grpSpPr>
          <p:sp>
            <p:nvSpPr>
              <p:cNvPr id="305" name="Google Shape;305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7" name="Google Shape;307;p22"/>
            <p:cNvSpPr/>
            <p:nvPr/>
          </p:nvSpPr>
          <p:spPr>
            <a:xfrm>
              <a:off x="8642440" y="44472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8590762" y="40509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8430785" y="47407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22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" name="Google Shape;311;p22"/>
          <p:cNvSpPr txBox="1"/>
          <p:nvPr>
            <p:ph idx="1" type="body"/>
          </p:nvPr>
        </p:nvSpPr>
        <p:spPr>
          <a:xfrm>
            <a:off x="720000" y="1139550"/>
            <a:ext cx="77040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rect b="b" l="l" r="r" t="t"/>
                <a:pathLst>
                  <a:path extrusionOk="0" h="635" w="662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" name="Google Shape;324;p23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5" name="Google Shape;325;p23"/>
          <p:cNvSpPr txBox="1"/>
          <p:nvPr>
            <p:ph idx="1" type="subTitle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3"/>
          <p:cNvSpPr txBox="1"/>
          <p:nvPr>
            <p:ph idx="2" type="subTitle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3"/>
          <p:cNvSpPr txBox="1"/>
          <p:nvPr>
            <p:ph idx="3" type="subTitle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28" name="Google Shape;328;p23"/>
          <p:cNvSpPr txBox="1"/>
          <p:nvPr>
            <p:ph idx="4" type="subTitle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24"/>
          <p:cNvGrpSpPr/>
          <p:nvPr/>
        </p:nvGrpSpPr>
        <p:grpSpPr>
          <a:xfrm>
            <a:off x="236590" y="228373"/>
            <a:ext cx="8797477" cy="4710226"/>
            <a:chOff x="236590" y="228373"/>
            <a:chExt cx="8797477" cy="4710226"/>
          </a:xfrm>
        </p:grpSpPr>
        <p:grpSp>
          <p:nvGrpSpPr>
            <p:cNvPr id="331" name="Google Shape;331;p24"/>
            <p:cNvGrpSpPr/>
            <p:nvPr/>
          </p:nvGrpSpPr>
          <p:grpSpPr>
            <a:xfrm>
              <a:off x="513562" y="228373"/>
              <a:ext cx="8520505" cy="4710226"/>
              <a:chOff x="513562" y="228373"/>
              <a:chExt cx="8520505" cy="4710226"/>
            </a:xfrm>
          </p:grpSpPr>
          <p:grpSp>
            <p:nvGrpSpPr>
              <p:cNvPr id="332" name="Google Shape;332;p24"/>
              <p:cNvGrpSpPr/>
              <p:nvPr/>
            </p:nvGrpSpPr>
            <p:grpSpPr>
              <a:xfrm>
                <a:off x="8699790" y="3091698"/>
                <a:ext cx="114150" cy="114196"/>
                <a:chOff x="-685100" y="4136737"/>
                <a:chExt cx="38359" cy="38359"/>
              </a:xfrm>
            </p:grpSpPr>
            <p:sp>
              <p:nvSpPr>
                <p:cNvPr id="333" name="Google Shape;333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4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5" name="Google Shape;335;p24"/>
              <p:cNvGrpSpPr/>
              <p:nvPr/>
            </p:nvGrpSpPr>
            <p:grpSpPr>
              <a:xfrm>
                <a:off x="513562" y="228373"/>
                <a:ext cx="8061130" cy="4710226"/>
                <a:chOff x="513562" y="228373"/>
                <a:chExt cx="8061130" cy="4710226"/>
              </a:xfrm>
            </p:grpSpPr>
            <p:sp>
              <p:nvSpPr>
                <p:cNvPr id="336" name="Google Shape;336;p24"/>
                <p:cNvSpPr/>
                <p:nvPr/>
              </p:nvSpPr>
              <p:spPr>
                <a:xfrm>
                  <a:off x="513562" y="44519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24"/>
                <p:cNvSpPr/>
                <p:nvPr/>
              </p:nvSpPr>
              <p:spPr>
                <a:xfrm>
                  <a:off x="906835" y="4837822"/>
                  <a:ext cx="105061" cy="100776"/>
                </a:xfrm>
                <a:custGeom>
                  <a:rect b="b" l="l" r="r" t="t"/>
                  <a:pathLst>
                    <a:path extrusionOk="0" h="635" w="662">
                      <a:moveTo>
                        <a:pt x="662" y="1"/>
                      </a:moveTo>
                      <a:lnTo>
                        <a:pt x="1" y="110"/>
                      </a:lnTo>
                      <a:lnTo>
                        <a:pt x="425" y="634"/>
                      </a:lnTo>
                      <a:lnTo>
                        <a:pt x="662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8" name="Google Shape;338;p24"/>
                <p:cNvGrpSpPr/>
                <p:nvPr/>
              </p:nvGrpSpPr>
              <p:grpSpPr>
                <a:xfrm>
                  <a:off x="7899840" y="228373"/>
                  <a:ext cx="114150" cy="114196"/>
                  <a:chOff x="-685100" y="4136737"/>
                  <a:chExt cx="38359" cy="38359"/>
                </a:xfrm>
              </p:grpSpPr>
              <p:sp>
                <p:nvSpPr>
                  <p:cNvPr id="339" name="Google Shape;339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0" name="Google Shape;340;p24"/>
                  <p:cNvSpPr/>
                  <p:nvPr/>
                </p:nvSpPr>
                <p:spPr>
                  <a:xfrm>
                    <a:off x="-685100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41" name="Google Shape;341;p24"/>
                <p:cNvSpPr/>
                <p:nvPr/>
              </p:nvSpPr>
              <p:spPr>
                <a:xfrm>
                  <a:off x="8475537" y="48982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2" name="Google Shape;342;p24"/>
              <p:cNvSpPr/>
              <p:nvPr/>
            </p:nvSpPr>
            <p:spPr>
              <a:xfrm>
                <a:off x="8934912" y="34736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3" name="Google Shape;343;p24"/>
            <p:cNvSpPr/>
            <p:nvPr/>
          </p:nvSpPr>
          <p:spPr>
            <a:xfrm>
              <a:off x="236590" y="48133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8325640" y="228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4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" name="Google Shape;346;p24"/>
          <p:cNvSpPr txBox="1"/>
          <p:nvPr>
            <p:ph idx="1" type="subTitle"/>
          </p:nvPr>
        </p:nvSpPr>
        <p:spPr>
          <a:xfrm>
            <a:off x="4144219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24"/>
          <p:cNvSpPr txBox="1"/>
          <p:nvPr>
            <p:ph idx="2" type="subTitle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5"/>
          <p:cNvGrpSpPr/>
          <p:nvPr/>
        </p:nvGrpSpPr>
        <p:grpSpPr>
          <a:xfrm>
            <a:off x="166815" y="243629"/>
            <a:ext cx="8676308" cy="4751139"/>
            <a:chOff x="166815" y="243629"/>
            <a:chExt cx="8676308" cy="4751139"/>
          </a:xfrm>
        </p:grpSpPr>
        <p:sp>
          <p:nvSpPr>
            <p:cNvPr id="350" name="Google Shape;350;p25"/>
            <p:cNvSpPr/>
            <p:nvPr/>
          </p:nvSpPr>
          <p:spPr>
            <a:xfrm>
              <a:off x="8652960" y="6030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8009027" y="243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8423990" y="2979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166815" y="48805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323860" y="43279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585962" y="46848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5"/>
            <p:cNvGrpSpPr/>
            <p:nvPr/>
          </p:nvGrpSpPr>
          <p:grpSpPr>
            <a:xfrm>
              <a:off x="984215" y="4880573"/>
              <a:ext cx="114150" cy="114196"/>
              <a:chOff x="-685100" y="4136737"/>
              <a:chExt cx="38359" cy="38359"/>
            </a:xfrm>
          </p:grpSpPr>
          <p:sp>
            <p:nvSpPr>
              <p:cNvPr id="357" name="Google Shape;357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9" name="Google Shape;359;p25"/>
          <p:cNvSpPr txBox="1"/>
          <p:nvPr>
            <p:ph type="title"/>
          </p:nvPr>
        </p:nvSpPr>
        <p:spPr>
          <a:xfrm>
            <a:off x="720000" y="521225"/>
            <a:ext cx="7704000" cy="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p25"/>
          <p:cNvSpPr txBox="1"/>
          <p:nvPr>
            <p:ph idx="1" type="body"/>
          </p:nvPr>
        </p:nvSpPr>
        <p:spPr>
          <a:xfrm>
            <a:off x="720000" y="1139546"/>
            <a:ext cx="38424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25"/>
          <p:cNvSpPr txBox="1"/>
          <p:nvPr>
            <p:ph idx="2" type="body"/>
          </p:nvPr>
        </p:nvSpPr>
        <p:spPr>
          <a:xfrm>
            <a:off x="4588375" y="1139546"/>
            <a:ext cx="3842400" cy="34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26"/>
          <p:cNvGrpSpPr/>
          <p:nvPr/>
        </p:nvGrpSpPr>
        <p:grpSpPr>
          <a:xfrm>
            <a:off x="-209010" y="539498"/>
            <a:ext cx="9154058" cy="4421204"/>
            <a:chOff x="-209010" y="539498"/>
            <a:chExt cx="9154058" cy="4421204"/>
          </a:xfrm>
        </p:grpSpPr>
        <p:sp>
          <p:nvSpPr>
            <p:cNvPr id="364" name="Google Shape;364;p26"/>
            <p:cNvSpPr/>
            <p:nvPr/>
          </p:nvSpPr>
          <p:spPr>
            <a:xfrm>
              <a:off x="137152" y="97810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5" name="Google Shape;365;p26"/>
            <p:cNvGrpSpPr/>
            <p:nvPr/>
          </p:nvGrpSpPr>
          <p:grpSpPr>
            <a:xfrm>
              <a:off x="442090" y="539498"/>
              <a:ext cx="114150" cy="114196"/>
              <a:chOff x="-685100" y="4136737"/>
              <a:chExt cx="38359" cy="38359"/>
            </a:xfrm>
          </p:grpSpPr>
          <p:sp>
            <p:nvSpPr>
              <p:cNvPr id="366" name="Google Shape;366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8" name="Google Shape;368;p26"/>
            <p:cNvSpPr/>
            <p:nvPr/>
          </p:nvSpPr>
          <p:spPr>
            <a:xfrm>
              <a:off x="-209010" y="6537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8111350" y="4861351"/>
              <a:ext cx="105074" cy="99351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8525915" y="49340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8548850" y="45046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26"/>
            <p:cNvGrpSpPr/>
            <p:nvPr/>
          </p:nvGrpSpPr>
          <p:grpSpPr>
            <a:xfrm>
              <a:off x="8807965" y="4028023"/>
              <a:ext cx="114162" cy="114196"/>
              <a:chOff x="-731163" y="4510964"/>
              <a:chExt cx="38363" cy="38359"/>
            </a:xfrm>
          </p:grpSpPr>
          <p:sp>
            <p:nvSpPr>
              <p:cNvPr id="373" name="Google Shape;373;p26"/>
              <p:cNvSpPr/>
              <p:nvPr/>
            </p:nvSpPr>
            <p:spPr>
              <a:xfrm>
                <a:off x="-731163" y="4510964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-731159" y="4510964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" name="Google Shape;375;p26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26"/>
          <p:cNvSpPr txBox="1"/>
          <p:nvPr>
            <p:ph idx="1" type="subTitle"/>
          </p:nvPr>
        </p:nvSpPr>
        <p:spPr>
          <a:xfrm>
            <a:off x="719988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26"/>
          <p:cNvSpPr txBox="1"/>
          <p:nvPr>
            <p:ph idx="2" type="subTitle"/>
          </p:nvPr>
        </p:nvSpPr>
        <p:spPr>
          <a:xfrm>
            <a:off x="3309720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6"/>
          <p:cNvSpPr txBox="1"/>
          <p:nvPr>
            <p:ph idx="3" type="subTitle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26"/>
          <p:cNvSpPr txBox="1"/>
          <p:nvPr>
            <p:ph idx="4" type="subTitle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80" name="Google Shape;380;p26"/>
          <p:cNvSpPr txBox="1"/>
          <p:nvPr>
            <p:ph idx="5" type="subTitle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81" name="Google Shape;381;p26"/>
          <p:cNvSpPr txBox="1"/>
          <p:nvPr>
            <p:ph idx="6" type="subTitle"/>
          </p:nvPr>
        </p:nvSpPr>
        <p:spPr>
          <a:xfrm>
            <a:off x="5899452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7"/>
          <p:cNvGrpSpPr/>
          <p:nvPr/>
        </p:nvGrpSpPr>
        <p:grpSpPr>
          <a:xfrm>
            <a:off x="275053" y="951391"/>
            <a:ext cx="8693790" cy="4046252"/>
            <a:chOff x="275053" y="951391"/>
            <a:chExt cx="8693790" cy="4046252"/>
          </a:xfrm>
        </p:grpSpPr>
        <p:grpSp>
          <p:nvGrpSpPr>
            <p:cNvPr id="384" name="Google Shape;384;p27"/>
            <p:cNvGrpSpPr/>
            <p:nvPr/>
          </p:nvGrpSpPr>
          <p:grpSpPr>
            <a:xfrm>
              <a:off x="1229490" y="4883448"/>
              <a:ext cx="114150" cy="114196"/>
              <a:chOff x="-685100" y="4136737"/>
              <a:chExt cx="38359" cy="38359"/>
            </a:xfrm>
          </p:grpSpPr>
          <p:sp>
            <p:nvSpPr>
              <p:cNvPr id="385" name="Google Shape;385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7" name="Google Shape;387;p27"/>
            <p:cNvSpPr/>
            <p:nvPr/>
          </p:nvSpPr>
          <p:spPr>
            <a:xfrm>
              <a:off x="275053" y="4893276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308927" y="4422021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8669860" y="95139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8355790" y="210272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8869687" y="17170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7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3" name="Google Shape;393;p27"/>
          <p:cNvSpPr txBox="1"/>
          <p:nvPr>
            <p:ph idx="1" type="subTitle"/>
          </p:nvPr>
        </p:nvSpPr>
        <p:spPr>
          <a:xfrm>
            <a:off x="3541873" y="221642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7"/>
          <p:cNvSpPr txBox="1"/>
          <p:nvPr>
            <p:ph idx="2" type="subTitle"/>
          </p:nvPr>
        </p:nvSpPr>
        <p:spPr>
          <a:xfrm>
            <a:off x="6008700" y="2216424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27"/>
          <p:cNvSpPr txBox="1"/>
          <p:nvPr>
            <p:ph idx="3" type="subTitle"/>
          </p:nvPr>
        </p:nvSpPr>
        <p:spPr>
          <a:xfrm>
            <a:off x="3541873" y="394566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7"/>
          <p:cNvSpPr txBox="1"/>
          <p:nvPr>
            <p:ph idx="4" type="subTitle"/>
          </p:nvPr>
        </p:nvSpPr>
        <p:spPr>
          <a:xfrm>
            <a:off x="6008700" y="3945661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7"/>
          <p:cNvSpPr txBox="1"/>
          <p:nvPr>
            <p:ph idx="5" type="subTitle"/>
          </p:nvPr>
        </p:nvSpPr>
        <p:spPr>
          <a:xfrm>
            <a:off x="3541873" y="186322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98" name="Google Shape;398;p27"/>
          <p:cNvSpPr txBox="1"/>
          <p:nvPr>
            <p:ph idx="6" type="subTitle"/>
          </p:nvPr>
        </p:nvSpPr>
        <p:spPr>
          <a:xfrm>
            <a:off x="3541873" y="3597351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99" name="Google Shape;399;p27"/>
          <p:cNvSpPr txBox="1"/>
          <p:nvPr>
            <p:ph idx="7" type="subTitle"/>
          </p:nvPr>
        </p:nvSpPr>
        <p:spPr>
          <a:xfrm>
            <a:off x="6008700" y="1863224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00" name="Google Shape;400;p27"/>
          <p:cNvSpPr txBox="1"/>
          <p:nvPr>
            <p:ph idx="8" type="subTitle"/>
          </p:nvPr>
        </p:nvSpPr>
        <p:spPr>
          <a:xfrm>
            <a:off x="6008700" y="3597351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8"/>
          <p:cNvGrpSpPr/>
          <p:nvPr/>
        </p:nvGrpSpPr>
        <p:grpSpPr>
          <a:xfrm>
            <a:off x="207460" y="251575"/>
            <a:ext cx="8800893" cy="3650575"/>
            <a:chOff x="207460" y="251575"/>
            <a:chExt cx="8800893" cy="3650575"/>
          </a:xfrm>
        </p:grpSpPr>
        <p:sp>
          <p:nvSpPr>
            <p:cNvPr id="403" name="Google Shape;403;p28"/>
            <p:cNvSpPr/>
            <p:nvPr/>
          </p:nvSpPr>
          <p:spPr>
            <a:xfrm>
              <a:off x="207460" y="367181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584537" y="38028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312515" y="33148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6" name="Google Shape;406;p28"/>
            <p:cNvGrpSpPr/>
            <p:nvPr/>
          </p:nvGrpSpPr>
          <p:grpSpPr>
            <a:xfrm>
              <a:off x="8658990" y="797848"/>
              <a:ext cx="114150" cy="114196"/>
              <a:chOff x="-685100" y="4136737"/>
              <a:chExt cx="38359" cy="38359"/>
            </a:xfrm>
          </p:grpSpPr>
          <p:sp>
            <p:nvSpPr>
              <p:cNvPr id="407" name="Google Shape;407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9" name="Google Shape;409;p28"/>
            <p:cNvSpPr/>
            <p:nvPr/>
          </p:nvSpPr>
          <p:spPr>
            <a:xfrm>
              <a:off x="8423990" y="12880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8843127" y="16594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7912110" y="30673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8666500" y="25157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28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idx="1" type="subTitle"/>
          </p:nvPr>
        </p:nvSpPr>
        <p:spPr>
          <a:xfrm>
            <a:off x="3800229" y="1338720"/>
            <a:ext cx="3682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8"/>
          <p:cNvSpPr txBox="1"/>
          <p:nvPr>
            <p:ph idx="2" type="subTitle"/>
          </p:nvPr>
        </p:nvSpPr>
        <p:spPr>
          <a:xfrm>
            <a:off x="4031385" y="2045294"/>
            <a:ext cx="3682800" cy="44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8"/>
          <p:cNvSpPr txBox="1"/>
          <p:nvPr>
            <p:ph idx="3" type="subTitle"/>
          </p:nvPr>
        </p:nvSpPr>
        <p:spPr>
          <a:xfrm>
            <a:off x="4493696" y="3452441"/>
            <a:ext cx="36828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28"/>
          <p:cNvSpPr txBox="1"/>
          <p:nvPr>
            <p:ph idx="4" type="subTitle"/>
          </p:nvPr>
        </p:nvSpPr>
        <p:spPr>
          <a:xfrm>
            <a:off x="4724852" y="4159014"/>
            <a:ext cx="36828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8"/>
          <p:cNvSpPr txBox="1"/>
          <p:nvPr>
            <p:ph idx="5" type="subTitle"/>
          </p:nvPr>
        </p:nvSpPr>
        <p:spPr>
          <a:xfrm>
            <a:off x="1182137" y="1338720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9" name="Google Shape;419;p28"/>
          <p:cNvSpPr txBox="1"/>
          <p:nvPr>
            <p:ph idx="6" type="subTitle"/>
          </p:nvPr>
        </p:nvSpPr>
        <p:spPr>
          <a:xfrm>
            <a:off x="1875606" y="3453941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0" name="Google Shape;420;p28"/>
          <p:cNvSpPr txBox="1"/>
          <p:nvPr>
            <p:ph idx="7" type="subTitle"/>
          </p:nvPr>
        </p:nvSpPr>
        <p:spPr>
          <a:xfrm>
            <a:off x="1413293" y="2043794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1" name="Google Shape;421;p28"/>
          <p:cNvSpPr txBox="1"/>
          <p:nvPr>
            <p:ph idx="8" type="subTitle"/>
          </p:nvPr>
        </p:nvSpPr>
        <p:spPr>
          <a:xfrm>
            <a:off x="2106762" y="4159014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2" name="Google Shape;422;p28"/>
          <p:cNvSpPr txBox="1"/>
          <p:nvPr>
            <p:ph idx="9" type="subTitle"/>
          </p:nvPr>
        </p:nvSpPr>
        <p:spPr>
          <a:xfrm>
            <a:off x="4262540" y="2748867"/>
            <a:ext cx="3682800" cy="44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28"/>
          <p:cNvSpPr txBox="1"/>
          <p:nvPr>
            <p:ph idx="13" type="subTitle"/>
          </p:nvPr>
        </p:nvSpPr>
        <p:spPr>
          <a:xfrm>
            <a:off x="1644449" y="2748867"/>
            <a:ext cx="2637000" cy="44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424" name="Google Shape;424;p28"/>
          <p:cNvGrpSpPr/>
          <p:nvPr/>
        </p:nvGrpSpPr>
        <p:grpSpPr>
          <a:xfrm flipH="1">
            <a:off x="106968" y="4387842"/>
            <a:ext cx="1306324" cy="1150724"/>
            <a:chOff x="148148" y="2447899"/>
            <a:chExt cx="2423606" cy="2134924"/>
          </a:xfrm>
        </p:grpSpPr>
        <p:grpSp>
          <p:nvGrpSpPr>
            <p:cNvPr id="425" name="Google Shape;425;p28"/>
            <p:cNvGrpSpPr/>
            <p:nvPr/>
          </p:nvGrpSpPr>
          <p:grpSpPr>
            <a:xfrm>
              <a:off x="148148" y="2447899"/>
              <a:ext cx="2423606" cy="2134924"/>
              <a:chOff x="148148" y="2447899"/>
              <a:chExt cx="2423606" cy="2134924"/>
            </a:xfrm>
          </p:grpSpPr>
          <p:sp>
            <p:nvSpPr>
              <p:cNvPr id="426" name="Google Shape;426;p28"/>
              <p:cNvSpPr/>
              <p:nvPr/>
            </p:nvSpPr>
            <p:spPr>
              <a:xfrm>
                <a:off x="148148" y="3381675"/>
                <a:ext cx="2423606" cy="128025"/>
              </a:xfrm>
              <a:custGeom>
                <a:rect b="b" l="l" r="r" t="t"/>
                <a:pathLst>
                  <a:path extrusionOk="0" h="273" w="726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1285375" y="3509237"/>
                <a:ext cx="149137" cy="1073586"/>
              </a:xfrm>
              <a:custGeom>
                <a:rect b="b" l="l" r="r" t="t"/>
                <a:pathLst>
                  <a:path extrusionOk="0" h="4847" w="318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407967" y="3311322"/>
                <a:ext cx="660352" cy="70817"/>
              </a:xfrm>
              <a:custGeom>
                <a:rect b="b" l="l" r="r" t="t"/>
                <a:pathLst>
                  <a:path extrusionOk="0" h="151" w="1408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1044396" y="2447899"/>
                <a:ext cx="1416380" cy="934223"/>
              </a:xfrm>
              <a:custGeom>
                <a:rect b="b" l="l" r="r" t="t"/>
                <a:pathLst>
                  <a:path extrusionOk="0" h="1992" w="302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0" name="Google Shape;430;p28"/>
            <p:cNvSpPr/>
            <p:nvPr/>
          </p:nvSpPr>
          <p:spPr>
            <a:xfrm>
              <a:off x="1682232" y="2818406"/>
              <a:ext cx="269675" cy="202603"/>
            </a:xfrm>
            <a:custGeom>
              <a:rect b="b" l="l" r="r" t="t"/>
              <a:pathLst>
                <a:path extrusionOk="0" h="432" w="575">
                  <a:moveTo>
                    <a:pt x="216" y="1"/>
                  </a:moveTo>
                  <a:cubicBezTo>
                    <a:pt x="136" y="1"/>
                    <a:pt x="57" y="66"/>
                    <a:pt x="36" y="145"/>
                  </a:cubicBezTo>
                  <a:cubicBezTo>
                    <a:pt x="21" y="180"/>
                    <a:pt x="0" y="266"/>
                    <a:pt x="150" y="382"/>
                  </a:cubicBezTo>
                  <a:lnTo>
                    <a:pt x="216" y="432"/>
                  </a:lnTo>
                  <a:lnTo>
                    <a:pt x="309" y="382"/>
                  </a:lnTo>
                  <a:cubicBezTo>
                    <a:pt x="525" y="266"/>
                    <a:pt x="545" y="180"/>
                    <a:pt x="554" y="145"/>
                  </a:cubicBezTo>
                  <a:cubicBezTo>
                    <a:pt x="575" y="66"/>
                    <a:pt x="531" y="1"/>
                    <a:pt x="452" y="1"/>
                  </a:cubicBezTo>
                  <a:cubicBezTo>
                    <a:pt x="402" y="1"/>
                    <a:pt x="352" y="30"/>
                    <a:pt x="316" y="66"/>
                  </a:cubicBezTo>
                  <a:cubicBezTo>
                    <a:pt x="302" y="30"/>
                    <a:pt x="266" y="1"/>
                    <a:pt x="216" y="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9"/>
          <p:cNvGrpSpPr/>
          <p:nvPr/>
        </p:nvGrpSpPr>
        <p:grpSpPr>
          <a:xfrm>
            <a:off x="175390" y="203379"/>
            <a:ext cx="8745108" cy="4810007"/>
            <a:chOff x="175390" y="203379"/>
            <a:chExt cx="8745108" cy="4810007"/>
          </a:xfrm>
        </p:grpSpPr>
        <p:grpSp>
          <p:nvGrpSpPr>
            <p:cNvPr id="433" name="Google Shape;433;p29"/>
            <p:cNvGrpSpPr/>
            <p:nvPr/>
          </p:nvGrpSpPr>
          <p:grpSpPr>
            <a:xfrm>
              <a:off x="175390" y="707848"/>
              <a:ext cx="114150" cy="114196"/>
              <a:chOff x="-685100" y="4136737"/>
              <a:chExt cx="38359" cy="38359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6" name="Google Shape;436;p29"/>
            <p:cNvSpPr/>
            <p:nvPr/>
          </p:nvSpPr>
          <p:spPr>
            <a:xfrm>
              <a:off x="503653" y="3121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1178552" y="2033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7799935" y="49126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8501387" y="481325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8501365" y="43371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1" name="Google Shape;441;p29"/>
            <p:cNvGrpSpPr/>
            <p:nvPr/>
          </p:nvGrpSpPr>
          <p:grpSpPr>
            <a:xfrm>
              <a:off x="8806340" y="3908248"/>
              <a:ext cx="114150" cy="114196"/>
              <a:chOff x="-685100" y="4136737"/>
              <a:chExt cx="38359" cy="38359"/>
            </a:xfrm>
          </p:grpSpPr>
          <p:sp>
            <p:nvSpPr>
              <p:cNvPr id="442" name="Google Shape;442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9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4" name="Google Shape;444;p29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29"/>
          <p:cNvSpPr txBox="1"/>
          <p:nvPr>
            <p:ph idx="1" type="subTitle"/>
          </p:nvPr>
        </p:nvSpPr>
        <p:spPr>
          <a:xfrm>
            <a:off x="796187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9"/>
          <p:cNvSpPr txBox="1"/>
          <p:nvPr>
            <p:ph idx="2" type="subTitle"/>
          </p:nvPr>
        </p:nvSpPr>
        <p:spPr>
          <a:xfrm>
            <a:off x="3467395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9"/>
          <p:cNvSpPr txBox="1"/>
          <p:nvPr>
            <p:ph idx="3" type="subTitle"/>
          </p:nvPr>
        </p:nvSpPr>
        <p:spPr>
          <a:xfrm>
            <a:off x="796187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9"/>
          <p:cNvSpPr txBox="1"/>
          <p:nvPr>
            <p:ph idx="4" type="subTitle"/>
          </p:nvPr>
        </p:nvSpPr>
        <p:spPr>
          <a:xfrm>
            <a:off x="3467395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29"/>
          <p:cNvSpPr txBox="1"/>
          <p:nvPr>
            <p:ph idx="5" type="subTitle"/>
          </p:nvPr>
        </p:nvSpPr>
        <p:spPr>
          <a:xfrm>
            <a:off x="6138603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29"/>
          <p:cNvSpPr txBox="1"/>
          <p:nvPr>
            <p:ph idx="6" type="subTitle"/>
          </p:nvPr>
        </p:nvSpPr>
        <p:spPr>
          <a:xfrm>
            <a:off x="6138603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29"/>
          <p:cNvSpPr txBox="1"/>
          <p:nvPr>
            <p:ph idx="7" type="subTitle"/>
          </p:nvPr>
        </p:nvSpPr>
        <p:spPr>
          <a:xfrm>
            <a:off x="796187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2" name="Google Shape;452;p29"/>
          <p:cNvSpPr txBox="1"/>
          <p:nvPr>
            <p:ph idx="8" type="subTitle"/>
          </p:nvPr>
        </p:nvSpPr>
        <p:spPr>
          <a:xfrm>
            <a:off x="3467395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3" name="Google Shape;453;p29"/>
          <p:cNvSpPr txBox="1"/>
          <p:nvPr>
            <p:ph idx="9" type="subTitle"/>
          </p:nvPr>
        </p:nvSpPr>
        <p:spPr>
          <a:xfrm>
            <a:off x="6138603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4" name="Google Shape;454;p29"/>
          <p:cNvSpPr txBox="1"/>
          <p:nvPr>
            <p:ph idx="13" type="subTitle"/>
          </p:nvPr>
        </p:nvSpPr>
        <p:spPr>
          <a:xfrm>
            <a:off x="796187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5" name="Google Shape;455;p29"/>
          <p:cNvSpPr txBox="1"/>
          <p:nvPr>
            <p:ph idx="14" type="subTitle"/>
          </p:nvPr>
        </p:nvSpPr>
        <p:spPr>
          <a:xfrm>
            <a:off x="3467395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56" name="Google Shape;456;p29"/>
          <p:cNvSpPr txBox="1"/>
          <p:nvPr>
            <p:ph idx="15" type="subTitle"/>
          </p:nvPr>
        </p:nvSpPr>
        <p:spPr>
          <a:xfrm>
            <a:off x="6138603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30"/>
          <p:cNvGrpSpPr/>
          <p:nvPr/>
        </p:nvGrpSpPr>
        <p:grpSpPr>
          <a:xfrm>
            <a:off x="280040" y="1746073"/>
            <a:ext cx="8555408" cy="3092516"/>
            <a:chOff x="280040" y="1746073"/>
            <a:chExt cx="8555408" cy="3092516"/>
          </a:xfrm>
        </p:grpSpPr>
        <p:sp>
          <p:nvSpPr>
            <p:cNvPr id="459" name="Google Shape;459;p30"/>
            <p:cNvSpPr/>
            <p:nvPr/>
          </p:nvSpPr>
          <p:spPr>
            <a:xfrm>
              <a:off x="356252" y="4126154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130935" y="4739241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280040" y="35148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8416315" y="24482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3" name="Google Shape;463;p30"/>
            <p:cNvGrpSpPr/>
            <p:nvPr/>
          </p:nvGrpSpPr>
          <p:grpSpPr>
            <a:xfrm>
              <a:off x="8683040" y="1746073"/>
              <a:ext cx="114150" cy="114196"/>
              <a:chOff x="-685100" y="4136737"/>
              <a:chExt cx="38359" cy="38359"/>
            </a:xfrm>
          </p:grpSpPr>
          <p:sp>
            <p:nvSpPr>
              <p:cNvPr id="464" name="Google Shape;464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0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6" name="Google Shape;466;p30"/>
            <p:cNvSpPr/>
            <p:nvPr/>
          </p:nvSpPr>
          <p:spPr>
            <a:xfrm>
              <a:off x="2026190" y="4775672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30"/>
          <p:cNvSpPr txBox="1"/>
          <p:nvPr>
            <p:ph hasCustomPrompt="1" type="title"/>
          </p:nvPr>
        </p:nvSpPr>
        <p:spPr>
          <a:xfrm>
            <a:off x="713225" y="652725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30"/>
          <p:cNvSpPr txBox="1"/>
          <p:nvPr>
            <p:ph idx="1" type="subTitle"/>
          </p:nvPr>
        </p:nvSpPr>
        <p:spPr>
          <a:xfrm>
            <a:off x="713225" y="1341650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30"/>
          <p:cNvSpPr txBox="1"/>
          <p:nvPr>
            <p:ph hasCustomPrompt="1" idx="2" type="title"/>
          </p:nvPr>
        </p:nvSpPr>
        <p:spPr>
          <a:xfrm>
            <a:off x="2524650" y="2004988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30"/>
          <p:cNvSpPr txBox="1"/>
          <p:nvPr>
            <p:ph idx="3" type="subTitle"/>
          </p:nvPr>
        </p:nvSpPr>
        <p:spPr>
          <a:xfrm>
            <a:off x="2524650" y="2693912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1" name="Google Shape;471;p30"/>
          <p:cNvSpPr txBox="1"/>
          <p:nvPr>
            <p:ph hasCustomPrompt="1" idx="4" type="title"/>
          </p:nvPr>
        </p:nvSpPr>
        <p:spPr>
          <a:xfrm>
            <a:off x="4336075" y="3357251"/>
            <a:ext cx="40947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2" name="Google Shape;472;p30"/>
          <p:cNvSpPr txBox="1"/>
          <p:nvPr>
            <p:ph idx="5" type="subTitle"/>
          </p:nvPr>
        </p:nvSpPr>
        <p:spPr>
          <a:xfrm>
            <a:off x="4336075" y="4046175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rect b="b" l="l" r="r" t="t"/>
                <a:pathLst>
                  <a:path extrusionOk="0" fill="none" h="577" w="705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6" name="Google Shape;486;p31"/>
          <p:cNvSpPr txBox="1"/>
          <p:nvPr>
            <p:ph hasCustomPrompt="1" type="title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/>
          <p:nvPr>
            <p:ph idx="1" type="subTitle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8" name="Google Shape;488;p31"/>
          <p:cNvSpPr txBox="1"/>
          <p:nvPr>
            <p:ph idx="2" type="subTitle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9" name="Google Shape;489;p31"/>
          <p:cNvSpPr txBox="1"/>
          <p:nvPr>
            <p:ph hasCustomPrompt="1" idx="3" type="title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/>
          <p:nvPr>
            <p:ph idx="4" type="subTitle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31"/>
          <p:cNvSpPr txBox="1"/>
          <p:nvPr>
            <p:ph idx="5" type="subTitle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2" name="Google Shape;492;p31"/>
          <p:cNvSpPr txBox="1"/>
          <p:nvPr>
            <p:ph hasCustomPrompt="1" idx="6" type="title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/>
          <p:nvPr>
            <p:ph idx="7" type="subTitle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4" name="Google Shape;494;p31"/>
          <p:cNvSpPr txBox="1"/>
          <p:nvPr>
            <p:ph idx="8" type="subTitle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95" name="Google Shape;495;p31"/>
          <p:cNvSpPr txBox="1"/>
          <p:nvPr>
            <p:ph idx="9"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32"/>
          <p:cNvGrpSpPr/>
          <p:nvPr/>
        </p:nvGrpSpPr>
        <p:grpSpPr>
          <a:xfrm>
            <a:off x="252712" y="1215225"/>
            <a:ext cx="8588261" cy="3771088"/>
            <a:chOff x="252712" y="1215225"/>
            <a:chExt cx="8588261" cy="3771088"/>
          </a:xfrm>
        </p:grpSpPr>
        <p:sp>
          <p:nvSpPr>
            <p:cNvPr id="498" name="Google Shape;498;p32"/>
            <p:cNvSpPr/>
            <p:nvPr/>
          </p:nvSpPr>
          <p:spPr>
            <a:xfrm>
              <a:off x="252712" y="43755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51885" y="4886966"/>
              <a:ext cx="105061" cy="99348"/>
            </a:xfrm>
            <a:custGeom>
              <a:rect b="b" l="l" r="r" t="t"/>
              <a:pathLst>
                <a:path extrusionOk="0" h="626" w="662">
                  <a:moveTo>
                    <a:pt x="1" y="1"/>
                  </a:moveTo>
                  <a:lnTo>
                    <a:pt x="239" y="625"/>
                  </a:lnTo>
                  <a:lnTo>
                    <a:pt x="662" y="10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577090" y="47071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8735910" y="17648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8421840" y="25584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8581837" y="12152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4" name="Google Shape;504;p32"/>
          <p:cNvSpPr txBox="1"/>
          <p:nvPr>
            <p:ph type="title"/>
          </p:nvPr>
        </p:nvSpPr>
        <p:spPr>
          <a:xfrm>
            <a:off x="713254" y="596213"/>
            <a:ext cx="36402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5" name="Google Shape;505;p32"/>
          <p:cNvSpPr txBox="1"/>
          <p:nvPr>
            <p:ph idx="1" type="subTitle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32"/>
          <p:cNvSpPr txBox="1"/>
          <p:nvPr/>
        </p:nvSpPr>
        <p:spPr>
          <a:xfrm>
            <a:off x="713250" y="3415425"/>
            <a:ext cx="36402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lt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7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b="1"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8" name="Google Shape;538;p3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/>
          <p:nvPr>
            <p:ph type="ctrTitle"/>
          </p:nvPr>
        </p:nvSpPr>
        <p:spPr>
          <a:xfrm>
            <a:off x="713225" y="889825"/>
            <a:ext cx="4945200" cy="18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Detecção de Phishing</a:t>
            </a:r>
            <a:endParaRPr/>
          </a:p>
        </p:txBody>
      </p:sp>
      <p:sp>
        <p:nvSpPr>
          <p:cNvPr id="547" name="Google Shape;547;p38"/>
          <p:cNvSpPr txBox="1"/>
          <p:nvPr>
            <p:ph idx="1" type="subTitle"/>
          </p:nvPr>
        </p:nvSpPr>
        <p:spPr>
          <a:xfrm>
            <a:off x="713300" y="2754300"/>
            <a:ext cx="49452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Escudo Anti-Phishing · Machine Learning II</a:t>
            </a:r>
            <a:endParaRPr/>
          </a:p>
        </p:txBody>
      </p:sp>
      <p:grpSp>
        <p:nvGrpSpPr>
          <p:cNvPr id="548" name="Google Shape;548;p38"/>
          <p:cNvGrpSpPr/>
          <p:nvPr/>
        </p:nvGrpSpPr>
        <p:grpSpPr>
          <a:xfrm>
            <a:off x="3175595" y="-4299"/>
            <a:ext cx="5968255" cy="4713916"/>
            <a:chOff x="3175595" y="-4299"/>
            <a:chExt cx="5968255" cy="4713916"/>
          </a:xfrm>
        </p:grpSpPr>
        <p:grpSp>
          <p:nvGrpSpPr>
            <p:cNvPr id="549" name="Google Shape;549;p38"/>
            <p:cNvGrpSpPr/>
            <p:nvPr/>
          </p:nvGrpSpPr>
          <p:grpSpPr>
            <a:xfrm>
              <a:off x="3175595" y="-4299"/>
              <a:ext cx="5968255" cy="4713916"/>
              <a:chOff x="3175595" y="-4299"/>
              <a:chExt cx="5968255" cy="4713916"/>
            </a:xfrm>
          </p:grpSpPr>
          <p:grpSp>
            <p:nvGrpSpPr>
              <p:cNvPr id="550" name="Google Shape;550;p38"/>
              <p:cNvGrpSpPr/>
              <p:nvPr/>
            </p:nvGrpSpPr>
            <p:grpSpPr>
              <a:xfrm>
                <a:off x="7559999" y="-4299"/>
                <a:ext cx="1025403" cy="1619847"/>
                <a:chOff x="7547137" y="-96399"/>
                <a:chExt cx="1025403" cy="1619847"/>
              </a:xfrm>
            </p:grpSpPr>
            <p:sp>
              <p:nvSpPr>
                <p:cNvPr id="551" name="Google Shape;551;p38"/>
                <p:cNvSpPr/>
                <p:nvPr/>
              </p:nvSpPr>
              <p:spPr>
                <a:xfrm>
                  <a:off x="7927084" y="1320968"/>
                  <a:ext cx="265858" cy="104233"/>
                </a:xfrm>
                <a:custGeom>
                  <a:rect b="b" l="l" r="r" t="t"/>
                  <a:pathLst>
                    <a:path extrusionOk="0" h="296" w="755">
                      <a:moveTo>
                        <a:pt x="0" y="0"/>
                      </a:moveTo>
                      <a:cubicBezTo>
                        <a:pt x="43" y="173"/>
                        <a:pt x="193" y="295"/>
                        <a:pt x="373" y="295"/>
                      </a:cubicBezTo>
                      <a:cubicBezTo>
                        <a:pt x="561" y="295"/>
                        <a:pt x="711" y="173"/>
                        <a:pt x="75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38"/>
                <p:cNvSpPr/>
                <p:nvPr/>
              </p:nvSpPr>
              <p:spPr>
                <a:xfrm>
                  <a:off x="8058076" y="1472740"/>
                  <a:ext cx="352" cy="50708"/>
                </a:xfrm>
                <a:custGeom>
                  <a:rect b="b" l="l" r="r" t="t"/>
                  <a:pathLst>
                    <a:path extrusionOk="0" fill="none" h="144" w="1">
                      <a:moveTo>
                        <a:pt x="1" y="0"/>
                      </a:moveTo>
                      <a:lnTo>
                        <a:pt x="1" y="144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38"/>
                <p:cNvSpPr/>
                <p:nvPr/>
              </p:nvSpPr>
              <p:spPr>
                <a:xfrm>
                  <a:off x="8151742" y="1447034"/>
                  <a:ext cx="25705" cy="46130"/>
                </a:xfrm>
                <a:custGeom>
                  <a:rect b="b" l="l" r="r" t="t"/>
                  <a:pathLst>
                    <a:path extrusionOk="0" fill="none" h="131" w="73">
                      <a:moveTo>
                        <a:pt x="0" y="1"/>
                      </a:moveTo>
                      <a:lnTo>
                        <a:pt x="73" y="13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38"/>
                <p:cNvSpPr/>
                <p:nvPr/>
              </p:nvSpPr>
              <p:spPr>
                <a:xfrm>
                  <a:off x="8217943" y="1381536"/>
                  <a:ext cx="45777" cy="26058"/>
                </a:xfrm>
                <a:custGeom>
                  <a:rect b="b" l="l" r="r" t="t"/>
                  <a:pathLst>
                    <a:path extrusionOk="0" fill="none" h="74" w="130">
                      <a:moveTo>
                        <a:pt x="0" y="1"/>
                      </a:moveTo>
                      <a:lnTo>
                        <a:pt x="130" y="7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38"/>
                <p:cNvSpPr/>
                <p:nvPr/>
              </p:nvSpPr>
              <p:spPr>
                <a:xfrm>
                  <a:off x="7855954" y="1381536"/>
                  <a:ext cx="43312" cy="26058"/>
                </a:xfrm>
                <a:custGeom>
                  <a:rect b="b" l="l" r="r" t="t"/>
                  <a:pathLst>
                    <a:path extrusionOk="0" fill="none" h="74" w="123">
                      <a:moveTo>
                        <a:pt x="123" y="1"/>
                      </a:moveTo>
                      <a:lnTo>
                        <a:pt x="0" y="7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7942226" y="1447034"/>
                  <a:ext cx="25353" cy="46130"/>
                </a:xfrm>
                <a:custGeom>
                  <a:rect b="b" l="l" r="r" t="t"/>
                  <a:pathLst>
                    <a:path extrusionOk="0" fill="none" h="131" w="72">
                      <a:moveTo>
                        <a:pt x="71" y="1"/>
                      </a:moveTo>
                      <a:lnTo>
                        <a:pt x="0" y="13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8058076" y="-96399"/>
                  <a:ext cx="352" cy="1068393"/>
                </a:xfrm>
                <a:custGeom>
                  <a:rect b="b" l="l" r="r" t="t"/>
                  <a:pathLst>
                    <a:path extrusionOk="0" fill="none" h="3034" w="1">
                      <a:moveTo>
                        <a:pt x="1" y="0"/>
                      </a:moveTo>
                      <a:lnTo>
                        <a:pt x="1" y="3033"/>
                      </a:lnTo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38"/>
                <p:cNvSpPr/>
                <p:nvPr/>
              </p:nvSpPr>
              <p:spPr>
                <a:xfrm>
                  <a:off x="7547137" y="971644"/>
                  <a:ext cx="1025403" cy="349675"/>
                </a:xfrm>
                <a:custGeom>
                  <a:rect b="b" l="l" r="r" t="t"/>
                  <a:pathLst>
                    <a:path extrusionOk="0" h="993" w="2912">
                      <a:moveTo>
                        <a:pt x="1452" y="0"/>
                      </a:moveTo>
                      <a:cubicBezTo>
                        <a:pt x="1329" y="0"/>
                        <a:pt x="1209" y="36"/>
                        <a:pt x="1122" y="100"/>
                      </a:cubicBezTo>
                      <a:lnTo>
                        <a:pt x="180" y="754"/>
                      </a:lnTo>
                      <a:cubicBezTo>
                        <a:pt x="1" y="883"/>
                        <a:pt x="29" y="992"/>
                        <a:pt x="260" y="992"/>
                      </a:cubicBezTo>
                      <a:lnTo>
                        <a:pt x="2652" y="992"/>
                      </a:lnTo>
                      <a:cubicBezTo>
                        <a:pt x="2882" y="992"/>
                        <a:pt x="2911" y="883"/>
                        <a:pt x="2725" y="754"/>
                      </a:cubicBezTo>
                      <a:lnTo>
                        <a:pt x="1790" y="100"/>
                      </a:lnTo>
                      <a:cubicBezTo>
                        <a:pt x="1697" y="36"/>
                        <a:pt x="1574" y="0"/>
                        <a:pt x="145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9" name="Google Shape;559;p38"/>
              <p:cNvGrpSpPr/>
              <p:nvPr/>
            </p:nvGrpSpPr>
            <p:grpSpPr>
              <a:xfrm>
                <a:off x="3175595" y="2066775"/>
                <a:ext cx="5968255" cy="2642842"/>
                <a:chOff x="3175595" y="2066775"/>
                <a:chExt cx="5968255" cy="2642842"/>
              </a:xfrm>
            </p:grpSpPr>
            <p:sp>
              <p:nvSpPr>
                <p:cNvPr id="560" name="Google Shape;560;p38"/>
                <p:cNvSpPr/>
                <p:nvPr/>
              </p:nvSpPr>
              <p:spPr>
                <a:xfrm>
                  <a:off x="3175595" y="4583317"/>
                  <a:ext cx="5968255" cy="126300"/>
                </a:xfrm>
                <a:custGeom>
                  <a:rect b="b" l="l" r="r" t="t"/>
                  <a:pathLst>
                    <a:path extrusionOk="0" fill="none" h="1" w="6069">
                      <a:moveTo>
                        <a:pt x="606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38"/>
                <p:cNvSpPr/>
                <p:nvPr/>
              </p:nvSpPr>
              <p:spPr>
                <a:xfrm>
                  <a:off x="5407500" y="4295652"/>
                  <a:ext cx="43842" cy="44635"/>
                </a:xfrm>
                <a:custGeom>
                  <a:rect b="b" l="l" r="r" t="t"/>
                  <a:pathLst>
                    <a:path extrusionOk="0" h="169" w="166">
                      <a:moveTo>
                        <a:pt x="96" y="1"/>
                      </a:moveTo>
                      <a:cubicBezTo>
                        <a:pt x="23" y="1"/>
                        <a:pt x="0" y="39"/>
                        <a:pt x="0" y="39"/>
                      </a:cubicBezTo>
                      <a:cubicBezTo>
                        <a:pt x="7" y="60"/>
                        <a:pt x="14" y="103"/>
                        <a:pt x="14" y="169"/>
                      </a:cubicBezTo>
                      <a:cubicBezTo>
                        <a:pt x="14" y="169"/>
                        <a:pt x="34" y="103"/>
                        <a:pt x="129" y="103"/>
                      </a:cubicBezTo>
                      <a:cubicBezTo>
                        <a:pt x="134" y="103"/>
                        <a:pt x="138" y="103"/>
                        <a:pt x="143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3" y="3"/>
                        <a:pt x="136" y="3"/>
                        <a:pt x="130" y="3"/>
                      </a:cubicBezTo>
                      <a:cubicBezTo>
                        <a:pt x="117" y="1"/>
                        <a:pt x="106" y="1"/>
                        <a:pt x="9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5473791" y="4301727"/>
                  <a:ext cx="26939" cy="27204"/>
                </a:xfrm>
                <a:custGeom>
                  <a:rect b="b" l="l" r="r" t="t"/>
                  <a:pathLst>
                    <a:path extrusionOk="0" h="103" w="102">
                      <a:moveTo>
                        <a:pt x="1" y="1"/>
                      </a:moveTo>
                      <a:lnTo>
                        <a:pt x="8" y="96"/>
                      </a:lnTo>
                      <a:cubicBezTo>
                        <a:pt x="37" y="96"/>
                        <a:pt x="73" y="102"/>
                        <a:pt x="101" y="102"/>
                      </a:cubicBezTo>
                      <a:lnTo>
                        <a:pt x="94" y="9"/>
                      </a:lnTo>
                      <a:cubicBezTo>
                        <a:pt x="65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38"/>
                <p:cNvSpPr/>
                <p:nvPr/>
              </p:nvSpPr>
              <p:spPr>
                <a:xfrm>
                  <a:off x="5523179" y="4307801"/>
                  <a:ext cx="27203" cy="24827"/>
                </a:xfrm>
                <a:custGeom>
                  <a:rect b="b" l="l" r="r" t="t"/>
                  <a:pathLst>
                    <a:path extrusionOk="0" h="94" w="103">
                      <a:moveTo>
                        <a:pt x="0" y="0"/>
                      </a:moveTo>
                      <a:lnTo>
                        <a:pt x="16" y="93"/>
                      </a:lnTo>
                      <a:lnTo>
                        <a:pt x="43" y="93"/>
                      </a:lnTo>
                      <a:lnTo>
                        <a:pt x="66" y="57"/>
                      </a:lnTo>
                      <a:cubicBezTo>
                        <a:pt x="66" y="57"/>
                        <a:pt x="80" y="43"/>
                        <a:pt x="102" y="21"/>
                      </a:cubicBezTo>
                      <a:lnTo>
                        <a:pt x="102" y="7"/>
                      </a:lnTo>
                      <a:cubicBezTo>
                        <a:pt x="66" y="7"/>
                        <a:pt x="37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38"/>
                <p:cNvSpPr/>
                <p:nvPr/>
              </p:nvSpPr>
              <p:spPr>
                <a:xfrm>
                  <a:off x="5527141" y="4332364"/>
                  <a:ext cx="7659" cy="11621"/>
                </a:xfrm>
                <a:custGeom>
                  <a:rect b="b" l="l" r="r" t="t"/>
                  <a:pathLst>
                    <a:path extrusionOk="0" h="44" w="29">
                      <a:moveTo>
                        <a:pt x="1" y="0"/>
                      </a:moveTo>
                      <a:lnTo>
                        <a:pt x="1" y="43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38"/>
                <p:cNvSpPr/>
                <p:nvPr/>
              </p:nvSpPr>
              <p:spPr>
                <a:xfrm>
                  <a:off x="5221568" y="4284295"/>
                  <a:ext cx="189629" cy="135755"/>
                </a:xfrm>
                <a:custGeom>
                  <a:rect b="b" l="l" r="r" t="t"/>
                  <a:pathLst>
                    <a:path extrusionOk="0" h="514" w="718">
                      <a:moveTo>
                        <a:pt x="343" y="1"/>
                      </a:moveTo>
                      <a:cubicBezTo>
                        <a:pt x="88" y="1"/>
                        <a:pt x="0" y="146"/>
                        <a:pt x="0" y="146"/>
                      </a:cubicBezTo>
                      <a:lnTo>
                        <a:pt x="632" y="513"/>
                      </a:lnTo>
                      <a:cubicBezTo>
                        <a:pt x="697" y="391"/>
                        <a:pt x="718" y="291"/>
                        <a:pt x="718" y="212"/>
                      </a:cubicBezTo>
                      <a:cubicBezTo>
                        <a:pt x="718" y="146"/>
                        <a:pt x="711" y="103"/>
                        <a:pt x="704" y="82"/>
                      </a:cubicBezTo>
                      <a:cubicBezTo>
                        <a:pt x="704" y="75"/>
                        <a:pt x="697" y="75"/>
                        <a:pt x="697" y="75"/>
                      </a:cubicBezTo>
                      <a:cubicBezTo>
                        <a:pt x="554" y="21"/>
                        <a:pt x="437" y="1"/>
                        <a:pt x="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38"/>
                <p:cNvSpPr/>
                <p:nvPr/>
              </p:nvSpPr>
              <p:spPr>
                <a:xfrm>
                  <a:off x="5221568" y="4250752"/>
                  <a:ext cx="189629" cy="169298"/>
                </a:xfrm>
                <a:custGeom>
                  <a:rect b="b" l="l" r="r" t="t"/>
                  <a:pathLst>
                    <a:path extrusionOk="0" fill="none" h="641" w="718">
                      <a:moveTo>
                        <a:pt x="0" y="273"/>
                      </a:moveTo>
                      <a:cubicBezTo>
                        <a:pt x="0" y="273"/>
                        <a:pt x="166" y="0"/>
                        <a:pt x="697" y="202"/>
                      </a:cubicBezTo>
                      <a:cubicBezTo>
                        <a:pt x="697" y="202"/>
                        <a:pt x="704" y="202"/>
                        <a:pt x="704" y="209"/>
                      </a:cubicBezTo>
                      <a:cubicBezTo>
                        <a:pt x="711" y="230"/>
                        <a:pt x="718" y="273"/>
                        <a:pt x="718" y="339"/>
                      </a:cubicBezTo>
                      <a:cubicBezTo>
                        <a:pt x="718" y="418"/>
                        <a:pt x="697" y="518"/>
                        <a:pt x="632" y="64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5475640" y="4326818"/>
                  <a:ext cx="25090" cy="2113"/>
                </a:xfrm>
                <a:custGeom>
                  <a:rect b="b" l="l" r="r" t="t"/>
                  <a:pathLst>
                    <a:path extrusionOk="0" fill="none" h="8" w="95">
                      <a:moveTo>
                        <a:pt x="94" y="7"/>
                      </a:moveTo>
                      <a:cubicBezTo>
                        <a:pt x="66" y="7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5527141" y="4332364"/>
                  <a:ext cx="7659" cy="264"/>
                </a:xfrm>
                <a:custGeom>
                  <a:rect b="b" l="l" r="r" t="t"/>
                  <a:pathLst>
                    <a:path extrusionOk="0" fill="none" h="1" w="29">
                      <a:moveTo>
                        <a:pt x="28" y="0"/>
                      </a:moveTo>
                      <a:lnTo>
                        <a:pt x="1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5410933" y="4321007"/>
                  <a:ext cx="40408" cy="19280"/>
                </a:xfrm>
                <a:custGeom>
                  <a:rect b="b" l="l" r="r" t="t"/>
                  <a:pathLst>
                    <a:path extrusionOk="0" fill="none" h="73" w="153">
                      <a:moveTo>
                        <a:pt x="153" y="7"/>
                      </a:moveTo>
                      <a:lnTo>
                        <a:pt x="130" y="7"/>
                      </a:lnTo>
                      <a:cubicBezTo>
                        <a:pt x="23" y="0"/>
                        <a:pt x="1" y="73"/>
                        <a:pt x="1" y="73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5473791" y="4301727"/>
                  <a:ext cx="25090" cy="2641"/>
                </a:xfrm>
                <a:custGeom>
                  <a:rect b="b" l="l" r="r" t="t"/>
                  <a:pathLst>
                    <a:path extrusionOk="0" fill="none" h="10" w="95">
                      <a:moveTo>
                        <a:pt x="94" y="9"/>
                      </a:moveTo>
                      <a:cubicBezTo>
                        <a:pt x="65" y="9"/>
                        <a:pt x="3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38"/>
                <p:cNvSpPr/>
                <p:nvPr/>
              </p:nvSpPr>
              <p:spPr>
                <a:xfrm>
                  <a:off x="5523179" y="4307801"/>
                  <a:ext cx="27203" cy="1849"/>
                </a:xfrm>
                <a:custGeom>
                  <a:rect b="b" l="l" r="r" t="t"/>
                  <a:pathLst>
                    <a:path extrusionOk="0" fill="none" h="7" w="103">
                      <a:moveTo>
                        <a:pt x="102" y="7"/>
                      </a:moveTo>
                      <a:cubicBezTo>
                        <a:pt x="66" y="7"/>
                        <a:pt x="37" y="0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38"/>
                <p:cNvSpPr/>
                <p:nvPr/>
              </p:nvSpPr>
              <p:spPr>
                <a:xfrm>
                  <a:off x="5407500" y="4292747"/>
                  <a:ext cx="41993" cy="13470"/>
                </a:xfrm>
                <a:custGeom>
                  <a:rect b="b" l="l" r="r" t="t"/>
                  <a:pathLst>
                    <a:path extrusionOk="0" fill="none" h="51" w="159">
                      <a:moveTo>
                        <a:pt x="0" y="50"/>
                      </a:moveTo>
                      <a:cubicBezTo>
                        <a:pt x="0" y="50"/>
                        <a:pt x="29" y="0"/>
                        <a:pt x="130" y="14"/>
                      </a:cubicBezTo>
                      <a:cubicBezTo>
                        <a:pt x="136" y="14"/>
                        <a:pt x="143" y="14"/>
                        <a:pt x="159" y="2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38"/>
                <p:cNvSpPr/>
                <p:nvPr/>
              </p:nvSpPr>
              <p:spPr>
                <a:xfrm>
                  <a:off x="5447380" y="4279013"/>
                  <a:ext cx="32221" cy="87686"/>
                </a:xfrm>
                <a:custGeom>
                  <a:rect b="b" l="l" r="r" t="t"/>
                  <a:pathLst>
                    <a:path extrusionOk="0" h="332" w="122">
                      <a:moveTo>
                        <a:pt x="44" y="0"/>
                      </a:moveTo>
                      <a:cubicBezTo>
                        <a:pt x="22" y="0"/>
                        <a:pt x="1" y="30"/>
                        <a:pt x="1" y="52"/>
                      </a:cubicBezTo>
                      <a:lnTo>
                        <a:pt x="8" y="73"/>
                      </a:lnTo>
                      <a:lnTo>
                        <a:pt x="15" y="166"/>
                      </a:lnTo>
                      <a:lnTo>
                        <a:pt x="22" y="288"/>
                      </a:lnTo>
                      <a:cubicBezTo>
                        <a:pt x="29" y="311"/>
                        <a:pt x="44" y="332"/>
                        <a:pt x="72" y="332"/>
                      </a:cubicBezTo>
                      <a:cubicBezTo>
                        <a:pt x="101" y="332"/>
                        <a:pt x="122" y="302"/>
                        <a:pt x="115" y="282"/>
                      </a:cubicBezTo>
                      <a:lnTo>
                        <a:pt x="108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2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p38"/>
                <p:cNvSpPr/>
                <p:nvPr/>
              </p:nvSpPr>
              <p:spPr>
                <a:xfrm>
                  <a:off x="5498617" y="4282974"/>
                  <a:ext cx="28788" cy="89799"/>
                </a:xfrm>
                <a:custGeom>
                  <a:rect b="b" l="l" r="r" t="t"/>
                  <a:pathLst>
                    <a:path extrusionOk="0" h="340" w="109">
                      <a:moveTo>
                        <a:pt x="43" y="1"/>
                      </a:moveTo>
                      <a:cubicBezTo>
                        <a:pt x="14" y="1"/>
                        <a:pt x="0" y="29"/>
                        <a:pt x="0" y="51"/>
                      </a:cubicBezTo>
                      <a:lnTo>
                        <a:pt x="0" y="80"/>
                      </a:lnTo>
                      <a:lnTo>
                        <a:pt x="7" y="173"/>
                      </a:lnTo>
                      <a:lnTo>
                        <a:pt x="23" y="310"/>
                      </a:lnTo>
                      <a:cubicBezTo>
                        <a:pt x="23" y="317"/>
                        <a:pt x="29" y="330"/>
                        <a:pt x="36" y="339"/>
                      </a:cubicBezTo>
                      <a:lnTo>
                        <a:pt x="109" y="230"/>
                      </a:lnTo>
                      <a:lnTo>
                        <a:pt x="109" y="187"/>
                      </a:lnTo>
                      <a:lnTo>
                        <a:pt x="93" y="94"/>
                      </a:lnTo>
                      <a:lnTo>
                        <a:pt x="93" y="44"/>
                      </a:lnTo>
                      <a:cubicBezTo>
                        <a:pt x="86" y="22"/>
                        <a:pt x="73" y="1"/>
                        <a:pt x="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p38"/>
                <p:cNvSpPr/>
                <p:nvPr/>
              </p:nvSpPr>
              <p:spPr>
                <a:xfrm>
                  <a:off x="5547742" y="4286672"/>
                  <a:ext cx="25354" cy="26676"/>
                </a:xfrm>
                <a:custGeom>
                  <a:rect b="b" l="l" r="r" t="t"/>
                  <a:pathLst>
                    <a:path extrusionOk="0" h="101" w="96">
                      <a:moveTo>
                        <a:pt x="44" y="1"/>
                      </a:moveTo>
                      <a:cubicBezTo>
                        <a:pt x="23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9" y="101"/>
                      </a:lnTo>
                      <a:cubicBezTo>
                        <a:pt x="9" y="94"/>
                        <a:pt x="16" y="87"/>
                        <a:pt x="23" y="87"/>
                      </a:cubicBezTo>
                      <a:cubicBezTo>
                        <a:pt x="37" y="73"/>
                        <a:pt x="66" y="51"/>
                        <a:pt x="95" y="37"/>
                      </a:cubicBezTo>
                      <a:cubicBezTo>
                        <a:pt x="87" y="15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38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rect b="b" l="l" r="r" t="t"/>
                  <a:pathLst>
                    <a:path extrusionOk="0" h="246" w="281">
                      <a:moveTo>
                        <a:pt x="94" y="0"/>
                      </a:moveTo>
                      <a:cubicBezTo>
                        <a:pt x="71" y="29"/>
                        <a:pt x="35" y="73"/>
                        <a:pt x="1" y="116"/>
                      </a:cubicBezTo>
                      <a:cubicBezTo>
                        <a:pt x="21" y="152"/>
                        <a:pt x="35" y="188"/>
                        <a:pt x="58" y="216"/>
                      </a:cubicBezTo>
                      <a:cubicBezTo>
                        <a:pt x="78" y="216"/>
                        <a:pt x="94" y="209"/>
                        <a:pt x="108" y="202"/>
                      </a:cubicBezTo>
                      <a:lnTo>
                        <a:pt x="121" y="202"/>
                      </a:lnTo>
                      <a:cubicBezTo>
                        <a:pt x="130" y="195"/>
                        <a:pt x="137" y="195"/>
                        <a:pt x="144" y="195"/>
                      </a:cubicBezTo>
                      <a:lnTo>
                        <a:pt x="151" y="195"/>
                      </a:lnTo>
                      <a:cubicBezTo>
                        <a:pt x="155" y="193"/>
                        <a:pt x="159" y="192"/>
                        <a:pt x="165" y="192"/>
                      </a:cubicBezTo>
                      <a:cubicBezTo>
                        <a:pt x="177" y="192"/>
                        <a:pt x="191" y="197"/>
                        <a:pt x="201" y="202"/>
                      </a:cubicBezTo>
                      <a:cubicBezTo>
                        <a:pt x="201" y="209"/>
                        <a:pt x="208" y="209"/>
                        <a:pt x="208" y="209"/>
                      </a:cubicBezTo>
                      <a:cubicBezTo>
                        <a:pt x="208" y="216"/>
                        <a:pt x="216" y="216"/>
                        <a:pt x="216" y="216"/>
                      </a:cubicBezTo>
                      <a:cubicBezTo>
                        <a:pt x="216" y="223"/>
                        <a:pt x="223" y="223"/>
                        <a:pt x="223" y="223"/>
                      </a:cubicBezTo>
                      <a:cubicBezTo>
                        <a:pt x="223" y="231"/>
                        <a:pt x="230" y="238"/>
                        <a:pt x="230" y="245"/>
                      </a:cubicBezTo>
                      <a:lnTo>
                        <a:pt x="280" y="159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h="409" w="827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755" y="1"/>
                      </a:moveTo>
                      <a:cubicBezTo>
                        <a:pt x="1689" y="23"/>
                        <a:pt x="1626" y="44"/>
                        <a:pt x="1567" y="66"/>
                      </a:cubicBez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rect b="b" l="l" r="r" t="t"/>
                  <a:pathLst>
                    <a:path extrusionOk="0" h="1294" w="1043">
                      <a:moveTo>
                        <a:pt x="1043" y="0"/>
                      </a:moveTo>
                      <a:cubicBezTo>
                        <a:pt x="1029" y="50"/>
                        <a:pt x="1015" y="93"/>
                        <a:pt x="1008" y="123"/>
                      </a:cubicBezTo>
                      <a:cubicBezTo>
                        <a:pt x="951" y="304"/>
                        <a:pt x="703" y="445"/>
                        <a:pt x="531" y="445"/>
                      </a:cubicBezTo>
                      <a:cubicBezTo>
                        <a:pt x="526" y="445"/>
                        <a:pt x="522" y="445"/>
                        <a:pt x="518" y="445"/>
                      </a:cubicBezTo>
                      <a:cubicBezTo>
                        <a:pt x="382" y="590"/>
                        <a:pt x="217" y="733"/>
                        <a:pt x="1" y="863"/>
                      </a:cubicBezTo>
                      <a:lnTo>
                        <a:pt x="137" y="1294"/>
                      </a:lnTo>
                      <a:lnTo>
                        <a:pt x="562" y="1294"/>
                      </a:lnTo>
                      <a:cubicBezTo>
                        <a:pt x="562" y="1287"/>
                        <a:pt x="555" y="1287"/>
                        <a:pt x="555" y="1287"/>
                      </a:cubicBezTo>
                      <a:lnTo>
                        <a:pt x="260" y="1287"/>
                      </a:lnTo>
                      <a:cubicBezTo>
                        <a:pt x="210" y="1287"/>
                        <a:pt x="217" y="1237"/>
                        <a:pt x="232" y="1214"/>
                      </a:cubicBezTo>
                      <a:cubicBezTo>
                        <a:pt x="239" y="1194"/>
                        <a:pt x="310" y="970"/>
                        <a:pt x="346" y="942"/>
                      </a:cubicBezTo>
                      <a:cubicBezTo>
                        <a:pt x="389" y="913"/>
                        <a:pt x="641" y="790"/>
                        <a:pt x="670" y="790"/>
                      </a:cubicBezTo>
                      <a:cubicBezTo>
                        <a:pt x="698" y="790"/>
                        <a:pt x="836" y="813"/>
                        <a:pt x="913" y="833"/>
                      </a:cubicBezTo>
                      <a:cubicBezTo>
                        <a:pt x="972" y="647"/>
                        <a:pt x="1015" y="488"/>
                        <a:pt x="1029" y="402"/>
                      </a:cubicBezTo>
                      <a:cubicBezTo>
                        <a:pt x="1043" y="288"/>
                        <a:pt x="1043" y="136"/>
                        <a:pt x="10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6673636" y="2838259"/>
                  <a:ext cx="1775331" cy="1771419"/>
                </a:xfrm>
                <a:custGeom>
                  <a:rect b="b" l="l" r="r" t="t"/>
                  <a:pathLst>
                    <a:path extrusionOk="0" h="6707" w="6722">
                      <a:moveTo>
                        <a:pt x="4227" y="1"/>
                      </a:moveTo>
                      <a:cubicBezTo>
                        <a:pt x="4228" y="1"/>
                        <a:pt x="4229" y="1"/>
                        <a:pt x="4231" y="2"/>
                      </a:cubicBezTo>
                      <a:lnTo>
                        <a:pt x="4231" y="2"/>
                      </a:lnTo>
                      <a:cubicBezTo>
                        <a:pt x="4230" y="1"/>
                        <a:pt x="4228" y="1"/>
                        <a:pt x="4227" y="1"/>
                      </a:cubicBezTo>
                      <a:close/>
                      <a:moveTo>
                        <a:pt x="4231" y="2"/>
                      </a:moveTo>
                      <a:lnTo>
                        <a:pt x="4231" y="2"/>
                      </a:lnTo>
                      <a:cubicBezTo>
                        <a:pt x="4234" y="4"/>
                        <a:pt x="4234" y="7"/>
                        <a:pt x="4234" y="7"/>
                      </a:cubicBezTo>
                      <a:lnTo>
                        <a:pt x="4234" y="21"/>
                      </a:lnTo>
                      <a:lnTo>
                        <a:pt x="4242" y="30"/>
                      </a:lnTo>
                      <a:cubicBezTo>
                        <a:pt x="4263" y="116"/>
                        <a:pt x="4285" y="216"/>
                        <a:pt x="4299" y="309"/>
                      </a:cubicBezTo>
                      <a:cubicBezTo>
                        <a:pt x="4299" y="309"/>
                        <a:pt x="4939" y="561"/>
                        <a:pt x="4708" y="1237"/>
                      </a:cubicBezTo>
                      <a:cubicBezTo>
                        <a:pt x="4594" y="1574"/>
                        <a:pt x="4299" y="1812"/>
                        <a:pt x="3911" y="2005"/>
                      </a:cubicBezTo>
                      <a:cubicBezTo>
                        <a:pt x="3689" y="2114"/>
                        <a:pt x="3430" y="2214"/>
                        <a:pt x="3164" y="2307"/>
                      </a:cubicBezTo>
                      <a:cubicBezTo>
                        <a:pt x="3069" y="2343"/>
                        <a:pt x="2976" y="2373"/>
                        <a:pt x="2876" y="2409"/>
                      </a:cubicBezTo>
                      <a:cubicBezTo>
                        <a:pt x="2790" y="2436"/>
                        <a:pt x="2697" y="2473"/>
                        <a:pt x="2603" y="2502"/>
                      </a:cubicBezTo>
                      <a:cubicBezTo>
                        <a:pt x="2488" y="2538"/>
                        <a:pt x="2372" y="2581"/>
                        <a:pt x="2258" y="2618"/>
                      </a:cubicBezTo>
                      <a:cubicBezTo>
                        <a:pt x="2200" y="2638"/>
                        <a:pt x="2150" y="2661"/>
                        <a:pt x="2093" y="2681"/>
                      </a:cubicBezTo>
                      <a:cubicBezTo>
                        <a:pt x="2000" y="2725"/>
                        <a:pt x="1905" y="2761"/>
                        <a:pt x="1812" y="2804"/>
                      </a:cubicBezTo>
                      <a:cubicBezTo>
                        <a:pt x="1301" y="3049"/>
                        <a:pt x="878" y="3378"/>
                        <a:pt x="561" y="3789"/>
                      </a:cubicBezTo>
                      <a:cubicBezTo>
                        <a:pt x="518" y="3839"/>
                        <a:pt x="482" y="3896"/>
                        <a:pt x="447" y="3946"/>
                      </a:cubicBezTo>
                      <a:cubicBezTo>
                        <a:pt x="288" y="4184"/>
                        <a:pt x="173" y="4436"/>
                        <a:pt x="86" y="4715"/>
                      </a:cubicBezTo>
                      <a:cubicBezTo>
                        <a:pt x="30" y="4924"/>
                        <a:pt x="0" y="5140"/>
                        <a:pt x="7" y="5342"/>
                      </a:cubicBezTo>
                      <a:cubicBezTo>
                        <a:pt x="7" y="5362"/>
                        <a:pt x="7" y="5385"/>
                        <a:pt x="16" y="5405"/>
                      </a:cubicBezTo>
                      <a:lnTo>
                        <a:pt x="16" y="5442"/>
                      </a:lnTo>
                      <a:cubicBezTo>
                        <a:pt x="16" y="5464"/>
                        <a:pt x="16" y="5478"/>
                        <a:pt x="23" y="5492"/>
                      </a:cubicBezTo>
                      <a:cubicBezTo>
                        <a:pt x="23" y="5514"/>
                        <a:pt x="23" y="5535"/>
                        <a:pt x="30" y="5550"/>
                      </a:cubicBezTo>
                      <a:cubicBezTo>
                        <a:pt x="30" y="5571"/>
                        <a:pt x="36" y="5593"/>
                        <a:pt x="36" y="5614"/>
                      </a:cubicBezTo>
                      <a:cubicBezTo>
                        <a:pt x="43" y="5628"/>
                        <a:pt x="43" y="5637"/>
                        <a:pt x="43" y="5650"/>
                      </a:cubicBezTo>
                      <a:cubicBezTo>
                        <a:pt x="50" y="5671"/>
                        <a:pt x="50" y="5693"/>
                        <a:pt x="59" y="5707"/>
                      </a:cubicBezTo>
                      <a:cubicBezTo>
                        <a:pt x="59" y="5723"/>
                        <a:pt x="66" y="5737"/>
                        <a:pt x="66" y="5750"/>
                      </a:cubicBezTo>
                      <a:cubicBezTo>
                        <a:pt x="73" y="5766"/>
                        <a:pt x="80" y="5787"/>
                        <a:pt x="86" y="5800"/>
                      </a:cubicBezTo>
                      <a:cubicBezTo>
                        <a:pt x="86" y="5816"/>
                        <a:pt x="93" y="5830"/>
                        <a:pt x="93" y="5837"/>
                      </a:cubicBezTo>
                      <a:cubicBezTo>
                        <a:pt x="137" y="5966"/>
                        <a:pt x="195" y="6082"/>
                        <a:pt x="266" y="6189"/>
                      </a:cubicBezTo>
                      <a:cubicBezTo>
                        <a:pt x="275" y="6204"/>
                        <a:pt x="288" y="6218"/>
                        <a:pt x="295" y="6232"/>
                      </a:cubicBezTo>
                      <a:cubicBezTo>
                        <a:pt x="302" y="6247"/>
                        <a:pt x="318" y="6261"/>
                        <a:pt x="325" y="6275"/>
                      </a:cubicBezTo>
                      <a:cubicBezTo>
                        <a:pt x="331" y="6275"/>
                        <a:pt x="338" y="6283"/>
                        <a:pt x="338" y="6290"/>
                      </a:cubicBezTo>
                      <a:cubicBezTo>
                        <a:pt x="352" y="6304"/>
                        <a:pt x="361" y="6311"/>
                        <a:pt x="368" y="6327"/>
                      </a:cubicBezTo>
                      <a:cubicBezTo>
                        <a:pt x="381" y="6333"/>
                        <a:pt x="388" y="6347"/>
                        <a:pt x="395" y="6354"/>
                      </a:cubicBezTo>
                      <a:cubicBezTo>
                        <a:pt x="411" y="6370"/>
                        <a:pt x="418" y="6377"/>
                        <a:pt x="425" y="6383"/>
                      </a:cubicBezTo>
                      <a:cubicBezTo>
                        <a:pt x="438" y="6397"/>
                        <a:pt x="447" y="6404"/>
                        <a:pt x="461" y="6420"/>
                      </a:cubicBezTo>
                      <a:cubicBezTo>
                        <a:pt x="475" y="6427"/>
                        <a:pt x="490" y="6440"/>
                        <a:pt x="504" y="6456"/>
                      </a:cubicBezTo>
                      <a:cubicBezTo>
                        <a:pt x="518" y="6470"/>
                        <a:pt x="540" y="6484"/>
                        <a:pt x="554" y="6490"/>
                      </a:cubicBezTo>
                      <a:cubicBezTo>
                        <a:pt x="568" y="6506"/>
                        <a:pt x="590" y="6520"/>
                        <a:pt x="604" y="6527"/>
                      </a:cubicBezTo>
                      <a:lnTo>
                        <a:pt x="611" y="6534"/>
                      </a:lnTo>
                      <a:cubicBezTo>
                        <a:pt x="626" y="6542"/>
                        <a:pt x="640" y="6549"/>
                        <a:pt x="654" y="6563"/>
                      </a:cubicBezTo>
                      <a:cubicBezTo>
                        <a:pt x="683" y="6577"/>
                        <a:pt x="706" y="6585"/>
                        <a:pt x="727" y="6599"/>
                      </a:cubicBezTo>
                      <a:cubicBezTo>
                        <a:pt x="740" y="6606"/>
                        <a:pt x="749" y="6606"/>
                        <a:pt x="763" y="6613"/>
                      </a:cubicBezTo>
                      <a:cubicBezTo>
                        <a:pt x="763" y="6613"/>
                        <a:pt x="770" y="6620"/>
                        <a:pt x="777" y="6620"/>
                      </a:cubicBezTo>
                      <a:cubicBezTo>
                        <a:pt x="792" y="6628"/>
                        <a:pt x="806" y="6635"/>
                        <a:pt x="827" y="6635"/>
                      </a:cubicBezTo>
                      <a:cubicBezTo>
                        <a:pt x="842" y="6642"/>
                        <a:pt x="863" y="6649"/>
                        <a:pt x="885" y="6656"/>
                      </a:cubicBezTo>
                      <a:cubicBezTo>
                        <a:pt x="899" y="6663"/>
                        <a:pt x="921" y="6672"/>
                        <a:pt x="935" y="6672"/>
                      </a:cubicBezTo>
                      <a:cubicBezTo>
                        <a:pt x="942" y="6672"/>
                        <a:pt x="949" y="6672"/>
                        <a:pt x="949" y="6678"/>
                      </a:cubicBezTo>
                      <a:cubicBezTo>
                        <a:pt x="965" y="6678"/>
                        <a:pt x="978" y="6685"/>
                        <a:pt x="992" y="6685"/>
                      </a:cubicBezTo>
                      <a:lnTo>
                        <a:pt x="1015" y="6685"/>
                      </a:lnTo>
                      <a:cubicBezTo>
                        <a:pt x="1015" y="6692"/>
                        <a:pt x="1022" y="6692"/>
                        <a:pt x="1028" y="6692"/>
                      </a:cubicBezTo>
                      <a:cubicBezTo>
                        <a:pt x="1085" y="6699"/>
                        <a:pt x="1144" y="6706"/>
                        <a:pt x="1208" y="6706"/>
                      </a:cubicBezTo>
                      <a:lnTo>
                        <a:pt x="3178" y="6706"/>
                      </a:lnTo>
                      <a:cubicBezTo>
                        <a:pt x="3846" y="6706"/>
                        <a:pt x="5355" y="6549"/>
                        <a:pt x="5995" y="5076"/>
                      </a:cubicBezTo>
                      <a:cubicBezTo>
                        <a:pt x="6621" y="3645"/>
                        <a:pt x="6721" y="658"/>
                        <a:pt x="4231" y="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6119537" y="3838731"/>
                  <a:ext cx="873139" cy="770952"/>
                </a:xfrm>
                <a:custGeom>
                  <a:rect b="b" l="l" r="r" t="t"/>
                  <a:pathLst>
                    <a:path extrusionOk="0" h="2919" w="3306">
                      <a:moveTo>
                        <a:pt x="1833" y="1"/>
                      </a:moveTo>
                      <a:lnTo>
                        <a:pt x="734" y="1697"/>
                      </a:lnTo>
                      <a:lnTo>
                        <a:pt x="518" y="1531"/>
                      </a:lnTo>
                      <a:cubicBezTo>
                        <a:pt x="389" y="1719"/>
                        <a:pt x="137" y="2107"/>
                        <a:pt x="78" y="2200"/>
                      </a:cubicBezTo>
                      <a:cubicBezTo>
                        <a:pt x="35" y="2264"/>
                        <a:pt x="14" y="2337"/>
                        <a:pt x="0" y="2387"/>
                      </a:cubicBezTo>
                      <a:cubicBezTo>
                        <a:pt x="7" y="2394"/>
                        <a:pt x="7" y="2409"/>
                        <a:pt x="14" y="2423"/>
                      </a:cubicBezTo>
                      <a:cubicBezTo>
                        <a:pt x="416" y="2718"/>
                        <a:pt x="949" y="2918"/>
                        <a:pt x="1624" y="2918"/>
                      </a:cubicBezTo>
                      <a:lnTo>
                        <a:pt x="3306" y="2918"/>
                      </a:lnTo>
                      <a:cubicBezTo>
                        <a:pt x="3242" y="2918"/>
                        <a:pt x="3183" y="2911"/>
                        <a:pt x="3126" y="2904"/>
                      </a:cubicBezTo>
                      <a:cubicBezTo>
                        <a:pt x="3120" y="2904"/>
                        <a:pt x="3113" y="2904"/>
                        <a:pt x="3113" y="2897"/>
                      </a:cubicBezTo>
                      <a:lnTo>
                        <a:pt x="3090" y="2897"/>
                      </a:lnTo>
                      <a:cubicBezTo>
                        <a:pt x="3076" y="2897"/>
                        <a:pt x="3063" y="2890"/>
                        <a:pt x="3047" y="2890"/>
                      </a:cubicBezTo>
                      <a:cubicBezTo>
                        <a:pt x="3047" y="2884"/>
                        <a:pt x="3040" y="2884"/>
                        <a:pt x="3033" y="2884"/>
                      </a:cubicBezTo>
                      <a:cubicBezTo>
                        <a:pt x="3019" y="2884"/>
                        <a:pt x="2997" y="2875"/>
                        <a:pt x="2983" y="2868"/>
                      </a:cubicBezTo>
                      <a:cubicBezTo>
                        <a:pt x="2961" y="2861"/>
                        <a:pt x="2940" y="2854"/>
                        <a:pt x="2925" y="2847"/>
                      </a:cubicBezTo>
                      <a:cubicBezTo>
                        <a:pt x="2904" y="2847"/>
                        <a:pt x="2890" y="2840"/>
                        <a:pt x="2875" y="2832"/>
                      </a:cubicBezTo>
                      <a:cubicBezTo>
                        <a:pt x="2868" y="2832"/>
                        <a:pt x="2861" y="2825"/>
                        <a:pt x="2861" y="2825"/>
                      </a:cubicBezTo>
                      <a:cubicBezTo>
                        <a:pt x="2847" y="2818"/>
                        <a:pt x="2838" y="2818"/>
                        <a:pt x="2825" y="2811"/>
                      </a:cubicBezTo>
                      <a:cubicBezTo>
                        <a:pt x="2804" y="2797"/>
                        <a:pt x="2781" y="2789"/>
                        <a:pt x="2752" y="2775"/>
                      </a:cubicBezTo>
                      <a:cubicBezTo>
                        <a:pt x="2738" y="2761"/>
                        <a:pt x="2724" y="2754"/>
                        <a:pt x="2709" y="2746"/>
                      </a:cubicBezTo>
                      <a:lnTo>
                        <a:pt x="2702" y="2739"/>
                      </a:lnTo>
                      <a:cubicBezTo>
                        <a:pt x="2688" y="2732"/>
                        <a:pt x="2666" y="2718"/>
                        <a:pt x="2652" y="2702"/>
                      </a:cubicBezTo>
                      <a:cubicBezTo>
                        <a:pt x="2638" y="2696"/>
                        <a:pt x="2616" y="2682"/>
                        <a:pt x="2602" y="2668"/>
                      </a:cubicBezTo>
                      <a:cubicBezTo>
                        <a:pt x="2588" y="2652"/>
                        <a:pt x="2573" y="2639"/>
                        <a:pt x="2559" y="2632"/>
                      </a:cubicBezTo>
                      <a:cubicBezTo>
                        <a:pt x="2545" y="2616"/>
                        <a:pt x="2536" y="2609"/>
                        <a:pt x="2523" y="2595"/>
                      </a:cubicBezTo>
                      <a:cubicBezTo>
                        <a:pt x="2516" y="2589"/>
                        <a:pt x="2509" y="2582"/>
                        <a:pt x="2493" y="2566"/>
                      </a:cubicBezTo>
                      <a:cubicBezTo>
                        <a:pt x="2486" y="2559"/>
                        <a:pt x="2479" y="2545"/>
                        <a:pt x="2466" y="2539"/>
                      </a:cubicBezTo>
                      <a:cubicBezTo>
                        <a:pt x="2459" y="2523"/>
                        <a:pt x="2450" y="2516"/>
                        <a:pt x="2436" y="2502"/>
                      </a:cubicBezTo>
                      <a:cubicBezTo>
                        <a:pt x="2436" y="2495"/>
                        <a:pt x="2429" y="2487"/>
                        <a:pt x="2423" y="2487"/>
                      </a:cubicBezTo>
                      <a:cubicBezTo>
                        <a:pt x="2416" y="2473"/>
                        <a:pt x="2400" y="2459"/>
                        <a:pt x="2393" y="2444"/>
                      </a:cubicBezTo>
                      <a:cubicBezTo>
                        <a:pt x="2386" y="2430"/>
                        <a:pt x="2373" y="2416"/>
                        <a:pt x="2364" y="2401"/>
                      </a:cubicBezTo>
                      <a:cubicBezTo>
                        <a:pt x="2293" y="2294"/>
                        <a:pt x="2235" y="2178"/>
                        <a:pt x="2191" y="2049"/>
                      </a:cubicBezTo>
                      <a:cubicBezTo>
                        <a:pt x="2191" y="2042"/>
                        <a:pt x="2184" y="2028"/>
                        <a:pt x="2184" y="2012"/>
                      </a:cubicBezTo>
                      <a:cubicBezTo>
                        <a:pt x="2178" y="1999"/>
                        <a:pt x="2171" y="1978"/>
                        <a:pt x="2164" y="1962"/>
                      </a:cubicBezTo>
                      <a:cubicBezTo>
                        <a:pt x="2164" y="1949"/>
                        <a:pt x="2157" y="1935"/>
                        <a:pt x="2157" y="1919"/>
                      </a:cubicBezTo>
                      <a:cubicBezTo>
                        <a:pt x="2148" y="1905"/>
                        <a:pt x="2148" y="1883"/>
                        <a:pt x="2141" y="1862"/>
                      </a:cubicBezTo>
                      <a:cubicBezTo>
                        <a:pt x="2141" y="1849"/>
                        <a:pt x="2141" y="1840"/>
                        <a:pt x="2134" y="1826"/>
                      </a:cubicBezTo>
                      <a:cubicBezTo>
                        <a:pt x="2134" y="1805"/>
                        <a:pt x="2128" y="1783"/>
                        <a:pt x="2128" y="1762"/>
                      </a:cubicBezTo>
                      <a:cubicBezTo>
                        <a:pt x="2121" y="1747"/>
                        <a:pt x="2121" y="1726"/>
                        <a:pt x="2121" y="1704"/>
                      </a:cubicBezTo>
                      <a:cubicBezTo>
                        <a:pt x="2114" y="1690"/>
                        <a:pt x="2114" y="1676"/>
                        <a:pt x="2114" y="1654"/>
                      </a:cubicBezTo>
                      <a:lnTo>
                        <a:pt x="2114" y="1617"/>
                      </a:lnTo>
                      <a:cubicBezTo>
                        <a:pt x="2105" y="1597"/>
                        <a:pt x="2105" y="1574"/>
                        <a:pt x="2105" y="1554"/>
                      </a:cubicBezTo>
                      <a:cubicBezTo>
                        <a:pt x="2098" y="1352"/>
                        <a:pt x="2128" y="1136"/>
                        <a:pt x="2184" y="927"/>
                      </a:cubicBezTo>
                      <a:cubicBezTo>
                        <a:pt x="2271" y="648"/>
                        <a:pt x="2386" y="396"/>
                        <a:pt x="2545" y="158"/>
                      </a:cubicBezTo>
                      <a:lnTo>
                        <a:pt x="2379" y="158"/>
                      </a:lnTo>
                      <a:cubicBezTo>
                        <a:pt x="2286" y="158"/>
                        <a:pt x="2062" y="87"/>
                        <a:pt x="18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5880254" y="3453385"/>
                  <a:ext cx="417818" cy="611690"/>
                </a:xfrm>
                <a:custGeom>
                  <a:rect b="b" l="l" r="r" t="t"/>
                  <a:pathLst>
                    <a:path extrusionOk="0" h="2316" w="1582">
                      <a:moveTo>
                        <a:pt x="1581" y="0"/>
                      </a:moveTo>
                      <a:lnTo>
                        <a:pt x="1581" y="0"/>
                      </a:lnTo>
                      <a:cubicBezTo>
                        <a:pt x="518" y="402"/>
                        <a:pt x="115" y="1086"/>
                        <a:pt x="15" y="1912"/>
                      </a:cubicBezTo>
                      <a:cubicBezTo>
                        <a:pt x="1" y="2041"/>
                        <a:pt x="1" y="2178"/>
                        <a:pt x="15" y="2316"/>
                      </a:cubicBezTo>
                      <a:lnTo>
                        <a:pt x="158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5948658" y="4243093"/>
                  <a:ext cx="74214" cy="64972"/>
                </a:xfrm>
                <a:custGeom>
                  <a:rect b="b" l="l" r="r" t="t"/>
                  <a:pathLst>
                    <a:path extrusionOk="0" fill="none" h="246" w="281">
                      <a:moveTo>
                        <a:pt x="280" y="159"/>
                      </a:moveTo>
                      <a:lnTo>
                        <a:pt x="230" y="245"/>
                      </a:lnTo>
                      <a:cubicBezTo>
                        <a:pt x="230" y="238"/>
                        <a:pt x="223" y="231"/>
                        <a:pt x="223" y="223"/>
                      </a:cubicBezTo>
                      <a:cubicBezTo>
                        <a:pt x="223" y="223"/>
                        <a:pt x="216" y="223"/>
                        <a:pt x="216" y="216"/>
                      </a:cubicBezTo>
                      <a:cubicBezTo>
                        <a:pt x="216" y="216"/>
                        <a:pt x="208" y="216"/>
                        <a:pt x="208" y="209"/>
                      </a:cubicBezTo>
                      <a:cubicBezTo>
                        <a:pt x="208" y="209"/>
                        <a:pt x="201" y="209"/>
                        <a:pt x="201" y="202"/>
                      </a:cubicBezTo>
                      <a:cubicBezTo>
                        <a:pt x="187" y="195"/>
                        <a:pt x="164" y="188"/>
                        <a:pt x="151" y="195"/>
                      </a:cubicBezTo>
                      <a:lnTo>
                        <a:pt x="144" y="195"/>
                      </a:lnTo>
                      <a:cubicBezTo>
                        <a:pt x="137" y="195"/>
                        <a:pt x="130" y="195"/>
                        <a:pt x="121" y="202"/>
                      </a:cubicBezTo>
                      <a:lnTo>
                        <a:pt x="108" y="202"/>
                      </a:lnTo>
                      <a:cubicBezTo>
                        <a:pt x="94" y="209"/>
                        <a:pt x="78" y="216"/>
                        <a:pt x="58" y="216"/>
                      </a:cubicBezTo>
                      <a:cubicBezTo>
                        <a:pt x="35" y="188"/>
                        <a:pt x="21" y="152"/>
                        <a:pt x="1" y="116"/>
                      </a:cubicBezTo>
                      <a:cubicBezTo>
                        <a:pt x="35" y="73"/>
                        <a:pt x="71" y="29"/>
                        <a:pt x="9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fill="none" h="409" w="827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fill="none" h="2993" w="2221">
                      <a:moveTo>
                        <a:pt x="2221" y="1"/>
                      </a:moveTo>
                      <a:lnTo>
                        <a:pt x="970" y="2382"/>
                      </a:lnTo>
                      <a:lnTo>
                        <a:pt x="970" y="2382"/>
                      </a:lnTo>
                      <a:lnTo>
                        <a:pt x="849" y="2618"/>
                      </a:lnTo>
                      <a:lnTo>
                        <a:pt x="884" y="2640"/>
                      </a:lnTo>
                      <a:lnTo>
                        <a:pt x="668" y="299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" y="2382"/>
                      </a:lnTo>
                      <a:lnTo>
                        <a:pt x="1567" y="66"/>
                      </a:lnTo>
                      <a:cubicBezTo>
                        <a:pt x="1626" y="44"/>
                        <a:pt x="1689" y="23"/>
                        <a:pt x="17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6071733" y="2910362"/>
                  <a:ext cx="797605" cy="525853"/>
                </a:xfrm>
                <a:custGeom>
                  <a:rect b="b" l="l" r="r" t="t"/>
                  <a:pathLst>
                    <a:path extrusionOk="0" h="1991" w="3020">
                      <a:moveTo>
                        <a:pt x="1446" y="792"/>
                      </a:moveTo>
                      <a:cubicBezTo>
                        <a:pt x="1525" y="792"/>
                        <a:pt x="1605" y="856"/>
                        <a:pt x="1625" y="935"/>
                      </a:cubicBezTo>
                      <a:cubicBezTo>
                        <a:pt x="1639" y="971"/>
                        <a:pt x="1662" y="1058"/>
                        <a:pt x="1510" y="1172"/>
                      </a:cubicBezTo>
                      <a:lnTo>
                        <a:pt x="1446" y="1223"/>
                      </a:lnTo>
                      <a:lnTo>
                        <a:pt x="1360" y="1172"/>
                      </a:lnTo>
                      <a:cubicBezTo>
                        <a:pt x="1144" y="1058"/>
                        <a:pt x="1115" y="971"/>
                        <a:pt x="1108" y="935"/>
                      </a:cubicBezTo>
                      <a:cubicBezTo>
                        <a:pt x="1087" y="856"/>
                        <a:pt x="1130" y="792"/>
                        <a:pt x="1208" y="792"/>
                      </a:cubicBezTo>
                      <a:cubicBezTo>
                        <a:pt x="1260" y="792"/>
                        <a:pt x="1310" y="820"/>
                        <a:pt x="1346" y="856"/>
                      </a:cubicBezTo>
                      <a:cubicBezTo>
                        <a:pt x="1360" y="820"/>
                        <a:pt x="1396" y="792"/>
                        <a:pt x="1446" y="792"/>
                      </a:cubicBezTo>
                      <a:close/>
                      <a:moveTo>
                        <a:pt x="0" y="0"/>
                      </a:moveTo>
                      <a:lnTo>
                        <a:pt x="633" y="1991"/>
                      </a:lnTo>
                      <a:lnTo>
                        <a:pt x="3019" y="1991"/>
                      </a:lnTo>
                      <a:lnTo>
                        <a:pt x="2976" y="1841"/>
                      </a:lnTo>
                      <a:lnTo>
                        <a:pt x="2840" y="1410"/>
                      </a:lnTo>
                      <a:lnTo>
                        <a:pt x="2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6857720" y="3396336"/>
                  <a:ext cx="171142" cy="39881"/>
                </a:xfrm>
                <a:custGeom>
                  <a:rect b="b" l="l" r="r" t="t"/>
                  <a:pathLst>
                    <a:path extrusionOk="0" h="151" w="648">
                      <a:moveTo>
                        <a:pt x="0" y="1"/>
                      </a:moveTo>
                      <a:lnTo>
                        <a:pt x="43" y="151"/>
                      </a:lnTo>
                      <a:lnTo>
                        <a:pt x="647" y="151"/>
                      </a:lnTo>
                      <a:cubicBezTo>
                        <a:pt x="633" y="137"/>
                        <a:pt x="613" y="123"/>
                        <a:pt x="590" y="108"/>
                      </a:cubicBezTo>
                      <a:cubicBezTo>
                        <a:pt x="518" y="51"/>
                        <a:pt x="447" y="1"/>
                        <a:pt x="42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6821537" y="3054834"/>
                  <a:ext cx="275464" cy="341765"/>
                </a:xfrm>
                <a:custGeom>
                  <a:rect b="b" l="l" r="r" t="t"/>
                  <a:pathLst>
                    <a:path extrusionOk="0" fill="none" h="1294" w="1043">
                      <a:moveTo>
                        <a:pt x="1029" y="402"/>
                      </a:moveTo>
                      <a:cubicBezTo>
                        <a:pt x="1015" y="488"/>
                        <a:pt x="972" y="647"/>
                        <a:pt x="913" y="833"/>
                      </a:cubicBezTo>
                      <a:cubicBezTo>
                        <a:pt x="836" y="813"/>
                        <a:pt x="698" y="790"/>
                        <a:pt x="670" y="790"/>
                      </a:cubicBezTo>
                      <a:cubicBezTo>
                        <a:pt x="641" y="790"/>
                        <a:pt x="389" y="913"/>
                        <a:pt x="346" y="942"/>
                      </a:cubicBezTo>
                      <a:cubicBezTo>
                        <a:pt x="310" y="970"/>
                        <a:pt x="239" y="1194"/>
                        <a:pt x="232" y="1214"/>
                      </a:cubicBezTo>
                      <a:cubicBezTo>
                        <a:pt x="217" y="1237"/>
                        <a:pt x="210" y="1287"/>
                        <a:pt x="260" y="1287"/>
                      </a:cubicBezTo>
                      <a:lnTo>
                        <a:pt x="555" y="1287"/>
                      </a:lnTo>
                      <a:cubicBezTo>
                        <a:pt x="555" y="1287"/>
                        <a:pt x="562" y="1287"/>
                        <a:pt x="562" y="1294"/>
                      </a:cubicBezTo>
                      <a:lnTo>
                        <a:pt x="137" y="1294"/>
                      </a:lnTo>
                      <a:lnTo>
                        <a:pt x="1" y="863"/>
                      </a:lnTo>
                      <a:cubicBezTo>
                        <a:pt x="217" y="733"/>
                        <a:pt x="382" y="590"/>
                        <a:pt x="518" y="445"/>
                      </a:cubicBezTo>
                      <a:cubicBezTo>
                        <a:pt x="691" y="452"/>
                        <a:pt x="950" y="309"/>
                        <a:pt x="1008" y="123"/>
                      </a:cubicBezTo>
                      <a:cubicBezTo>
                        <a:pt x="1015" y="93"/>
                        <a:pt x="1029" y="50"/>
                        <a:pt x="1043" y="0"/>
                      </a:cubicBezTo>
                      <a:cubicBezTo>
                        <a:pt x="1043" y="136"/>
                        <a:pt x="1043" y="288"/>
                        <a:pt x="1029" y="40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5806040" y="4326818"/>
                  <a:ext cx="7923" cy="2113"/>
                </a:xfrm>
                <a:custGeom>
                  <a:rect b="b" l="l" r="r" t="t"/>
                  <a:pathLst>
                    <a:path extrusionOk="0" h="8" w="3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8" y="7"/>
                        <a:pt x="23" y="7"/>
                        <a:pt x="30" y="7"/>
                      </a:cubicBezTo>
                      <a:cubicBezTo>
                        <a:pt x="23" y="7"/>
                        <a:pt x="14" y="7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722581" y="4133220"/>
                  <a:ext cx="250902" cy="177485"/>
                </a:xfrm>
                <a:custGeom>
                  <a:rect b="b" l="l" r="r" t="t"/>
                  <a:pathLst>
                    <a:path extrusionOk="0" h="672" w="950">
                      <a:moveTo>
                        <a:pt x="489" y="0"/>
                      </a:moveTo>
                      <a:lnTo>
                        <a:pt x="1" y="639"/>
                      </a:lnTo>
                      <a:lnTo>
                        <a:pt x="8" y="647"/>
                      </a:lnTo>
                      <a:cubicBezTo>
                        <a:pt x="8" y="647"/>
                        <a:pt x="15" y="647"/>
                        <a:pt x="15" y="654"/>
                      </a:cubicBezTo>
                      <a:cubicBezTo>
                        <a:pt x="15" y="654"/>
                        <a:pt x="37" y="616"/>
                        <a:pt x="111" y="616"/>
                      </a:cubicBezTo>
                      <a:cubicBezTo>
                        <a:pt x="121" y="616"/>
                        <a:pt x="132" y="616"/>
                        <a:pt x="144" y="618"/>
                      </a:cubicBezTo>
                      <a:cubicBezTo>
                        <a:pt x="151" y="618"/>
                        <a:pt x="158" y="618"/>
                        <a:pt x="173" y="625"/>
                      </a:cubicBezTo>
                      <a:lnTo>
                        <a:pt x="173" y="604"/>
                      </a:lnTo>
                      <a:cubicBezTo>
                        <a:pt x="167" y="582"/>
                        <a:pt x="187" y="552"/>
                        <a:pt x="210" y="552"/>
                      </a:cubicBezTo>
                      <a:lnTo>
                        <a:pt x="217" y="552"/>
                      </a:lnTo>
                      <a:cubicBezTo>
                        <a:pt x="237" y="552"/>
                        <a:pt x="260" y="575"/>
                        <a:pt x="260" y="596"/>
                      </a:cubicBezTo>
                      <a:lnTo>
                        <a:pt x="267" y="639"/>
                      </a:lnTo>
                      <a:cubicBezTo>
                        <a:pt x="296" y="639"/>
                        <a:pt x="330" y="647"/>
                        <a:pt x="360" y="647"/>
                      </a:cubicBezTo>
                      <a:lnTo>
                        <a:pt x="360" y="618"/>
                      </a:lnTo>
                      <a:cubicBezTo>
                        <a:pt x="360" y="596"/>
                        <a:pt x="374" y="568"/>
                        <a:pt x="403" y="568"/>
                      </a:cubicBezTo>
                      <a:cubicBezTo>
                        <a:pt x="432" y="568"/>
                        <a:pt x="446" y="589"/>
                        <a:pt x="453" y="611"/>
                      </a:cubicBezTo>
                      <a:lnTo>
                        <a:pt x="453" y="661"/>
                      </a:lnTo>
                      <a:lnTo>
                        <a:pt x="503" y="661"/>
                      </a:lnTo>
                      <a:cubicBezTo>
                        <a:pt x="518" y="661"/>
                        <a:pt x="539" y="668"/>
                        <a:pt x="555" y="668"/>
                      </a:cubicBezTo>
                      <a:lnTo>
                        <a:pt x="546" y="632"/>
                      </a:lnTo>
                      <a:cubicBezTo>
                        <a:pt x="546" y="611"/>
                        <a:pt x="568" y="589"/>
                        <a:pt x="589" y="582"/>
                      </a:cubicBezTo>
                      <a:lnTo>
                        <a:pt x="598" y="582"/>
                      </a:lnTo>
                      <a:cubicBezTo>
                        <a:pt x="619" y="582"/>
                        <a:pt x="641" y="604"/>
                        <a:pt x="641" y="625"/>
                      </a:cubicBezTo>
                      <a:lnTo>
                        <a:pt x="648" y="668"/>
                      </a:lnTo>
                      <a:cubicBezTo>
                        <a:pt x="660" y="670"/>
                        <a:pt x="671" y="671"/>
                        <a:pt x="682" y="671"/>
                      </a:cubicBezTo>
                      <a:cubicBezTo>
                        <a:pt x="703" y="671"/>
                        <a:pt x="721" y="668"/>
                        <a:pt x="741" y="668"/>
                      </a:cubicBezTo>
                      <a:lnTo>
                        <a:pt x="741" y="647"/>
                      </a:lnTo>
                      <a:cubicBezTo>
                        <a:pt x="734" y="625"/>
                        <a:pt x="755" y="604"/>
                        <a:pt x="784" y="596"/>
                      </a:cubicBezTo>
                      <a:cubicBezTo>
                        <a:pt x="791" y="596"/>
                        <a:pt x="798" y="604"/>
                        <a:pt x="798" y="604"/>
                      </a:cubicBezTo>
                      <a:cubicBezTo>
                        <a:pt x="820" y="575"/>
                        <a:pt x="841" y="552"/>
                        <a:pt x="857" y="532"/>
                      </a:cubicBezTo>
                      <a:cubicBezTo>
                        <a:pt x="891" y="489"/>
                        <a:pt x="927" y="445"/>
                        <a:pt x="950" y="416"/>
                      </a:cubicBezTo>
                      <a:lnTo>
                        <a:pt x="719" y="207"/>
                      </a:lnTo>
                      <a:lnTo>
                        <a:pt x="489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5388220" y="4322592"/>
                  <a:ext cx="408574" cy="309807"/>
                </a:xfrm>
                <a:custGeom>
                  <a:rect b="b" l="l" r="r" t="t"/>
                  <a:pathLst>
                    <a:path extrusionOk="0" h="1173" w="1547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cubicBezTo>
                        <a:pt x="87" y="146"/>
                        <a:pt x="66" y="246"/>
                        <a:pt x="1" y="368"/>
                      </a:cubicBezTo>
                      <a:lnTo>
                        <a:pt x="1367" y="1172"/>
                      </a:lnTo>
                      <a:cubicBezTo>
                        <a:pt x="1453" y="1065"/>
                        <a:pt x="1510" y="943"/>
                        <a:pt x="1546" y="827"/>
                      </a:cubicBezTo>
                      <a:lnTo>
                        <a:pt x="454" y="189"/>
                      </a:lnTo>
                      <a:cubicBezTo>
                        <a:pt x="447" y="180"/>
                        <a:pt x="441" y="167"/>
                        <a:pt x="441" y="160"/>
                      </a:cubicBezTo>
                      <a:lnTo>
                        <a:pt x="425" y="23"/>
                      </a:lnTo>
                      <a:cubicBezTo>
                        <a:pt x="397" y="23"/>
                        <a:pt x="361" y="17"/>
                        <a:pt x="332" y="17"/>
                      </a:cubicBezTo>
                      <a:lnTo>
                        <a:pt x="339" y="117"/>
                      </a:lnTo>
                      <a:cubicBezTo>
                        <a:pt x="346" y="137"/>
                        <a:pt x="325" y="167"/>
                        <a:pt x="296" y="167"/>
                      </a:cubicBezTo>
                      <a:cubicBezTo>
                        <a:pt x="268" y="167"/>
                        <a:pt x="253" y="146"/>
                        <a:pt x="246" y="123"/>
                      </a:cubicBezTo>
                      <a:lnTo>
                        <a:pt x="239" y="1"/>
                      </a:lnTo>
                      <a:lnTo>
                        <a:pt x="216" y="1"/>
                      </a:lnTo>
                      <a:cubicBezTo>
                        <a:pt x="211" y="1"/>
                        <a:pt x="207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5189082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" y="189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755" y="368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5748992" y="4541016"/>
                  <a:ext cx="47803" cy="91384"/>
                </a:xfrm>
                <a:custGeom>
                  <a:rect b="b" l="l" r="r" t="t"/>
                  <a:pathLst>
                    <a:path extrusionOk="0" fill="none" h="346" w="181">
                      <a:moveTo>
                        <a:pt x="180" y="0"/>
                      </a:moveTo>
                      <a:cubicBezTo>
                        <a:pt x="144" y="116"/>
                        <a:pt x="87" y="238"/>
                        <a:pt x="1" y="345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5540347" y="4284031"/>
                  <a:ext cx="189893" cy="136019"/>
                </a:xfrm>
                <a:custGeom>
                  <a:rect b="b" l="l" r="r" t="t"/>
                  <a:pathLst>
                    <a:path extrusionOk="0" h="515" w="719">
                      <a:moveTo>
                        <a:pt x="345" y="1"/>
                      </a:moveTo>
                      <a:cubicBezTo>
                        <a:pt x="247" y="1"/>
                        <a:pt x="175" y="21"/>
                        <a:pt x="123" y="47"/>
                      </a:cubicBezTo>
                      <a:cubicBezTo>
                        <a:pt x="94" y="61"/>
                        <a:pt x="65" y="83"/>
                        <a:pt x="51" y="97"/>
                      </a:cubicBezTo>
                      <a:cubicBezTo>
                        <a:pt x="44" y="97"/>
                        <a:pt x="37" y="104"/>
                        <a:pt x="37" y="111"/>
                      </a:cubicBezTo>
                      <a:cubicBezTo>
                        <a:pt x="15" y="133"/>
                        <a:pt x="1" y="147"/>
                        <a:pt x="1" y="147"/>
                      </a:cubicBezTo>
                      <a:lnTo>
                        <a:pt x="44" y="169"/>
                      </a:lnTo>
                      <a:lnTo>
                        <a:pt x="94" y="197"/>
                      </a:lnTo>
                      <a:lnTo>
                        <a:pt x="144" y="226"/>
                      </a:lnTo>
                      <a:lnTo>
                        <a:pt x="244" y="292"/>
                      </a:lnTo>
                      <a:lnTo>
                        <a:pt x="346" y="349"/>
                      </a:lnTo>
                      <a:lnTo>
                        <a:pt x="575" y="485"/>
                      </a:lnTo>
                      <a:lnTo>
                        <a:pt x="632" y="514"/>
                      </a:lnTo>
                      <a:cubicBezTo>
                        <a:pt x="641" y="499"/>
                        <a:pt x="648" y="485"/>
                        <a:pt x="655" y="471"/>
                      </a:cubicBezTo>
                      <a:cubicBezTo>
                        <a:pt x="675" y="435"/>
                        <a:pt x="691" y="399"/>
                        <a:pt x="698" y="363"/>
                      </a:cubicBezTo>
                      <a:cubicBezTo>
                        <a:pt x="705" y="349"/>
                        <a:pt x="705" y="342"/>
                        <a:pt x="705" y="326"/>
                      </a:cubicBezTo>
                      <a:cubicBezTo>
                        <a:pt x="712" y="320"/>
                        <a:pt x="712" y="306"/>
                        <a:pt x="712" y="299"/>
                      </a:cubicBezTo>
                      <a:cubicBezTo>
                        <a:pt x="719" y="276"/>
                        <a:pt x="719" y="256"/>
                        <a:pt x="719" y="240"/>
                      </a:cubicBezTo>
                      <a:lnTo>
                        <a:pt x="719" y="213"/>
                      </a:lnTo>
                      <a:cubicBezTo>
                        <a:pt x="719" y="147"/>
                        <a:pt x="712" y="104"/>
                        <a:pt x="705" y="83"/>
                      </a:cubicBezTo>
                      <a:cubicBezTo>
                        <a:pt x="705" y="76"/>
                        <a:pt x="698" y="76"/>
                        <a:pt x="698" y="76"/>
                      </a:cubicBezTo>
                      <a:lnTo>
                        <a:pt x="691" y="68"/>
                      </a:lnTo>
                      <a:cubicBezTo>
                        <a:pt x="551" y="19"/>
                        <a:pt x="437" y="1"/>
                        <a:pt x="34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h="409" w="827">
                      <a:moveTo>
                        <a:pt x="173" y="0"/>
                      </a:moveTo>
                      <a:lnTo>
                        <a:pt x="1" y="252"/>
                      </a:lnTo>
                      <a:cubicBezTo>
                        <a:pt x="230" y="338"/>
                        <a:pt x="454" y="409"/>
                        <a:pt x="547" y="409"/>
                      </a:cubicBezTo>
                      <a:lnTo>
                        <a:pt x="713" y="409"/>
                      </a:lnTo>
                      <a:cubicBezTo>
                        <a:pt x="748" y="359"/>
                        <a:pt x="784" y="302"/>
                        <a:pt x="827" y="252"/>
                      </a:cubicBezTo>
                      <a:cubicBezTo>
                        <a:pt x="504" y="129"/>
                        <a:pt x="173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5843807" y="4064814"/>
                  <a:ext cx="216832" cy="220272"/>
                </a:xfrm>
                <a:custGeom>
                  <a:rect b="b" l="l" r="r" t="t"/>
                  <a:pathLst>
                    <a:path extrusionOk="0" h="834" w="821">
                      <a:moveTo>
                        <a:pt x="153" y="1"/>
                      </a:moveTo>
                      <a:lnTo>
                        <a:pt x="1" y="237"/>
                      </a:lnTo>
                      <a:lnTo>
                        <a:pt x="30" y="259"/>
                      </a:lnTo>
                      <a:lnTo>
                        <a:pt x="260" y="466"/>
                      </a:lnTo>
                      <a:lnTo>
                        <a:pt x="491" y="675"/>
                      </a:lnTo>
                      <a:lnTo>
                        <a:pt x="677" y="834"/>
                      </a:lnTo>
                      <a:lnTo>
                        <a:pt x="820" y="611"/>
                      </a:lnTo>
                      <a:lnTo>
                        <a:pt x="1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38"/>
                <p:cNvSpPr/>
                <p:nvPr/>
              </p:nvSpPr>
              <p:spPr>
                <a:xfrm>
                  <a:off x="5883952" y="3435954"/>
                  <a:ext cx="586583" cy="790496"/>
                </a:xfrm>
                <a:custGeom>
                  <a:rect b="b" l="l" r="r" t="t"/>
                  <a:pathLst>
                    <a:path extrusionOk="0" h="2993" w="2221">
                      <a:moveTo>
                        <a:pt x="1610" y="1"/>
                      </a:moveTo>
                      <a:lnTo>
                        <a:pt x="1567" y="66"/>
                      </a:lnTo>
                      <a:lnTo>
                        <a:pt x="1" y="2382"/>
                      </a:lnTo>
                      <a:lnTo>
                        <a:pt x="668" y="2992"/>
                      </a:lnTo>
                      <a:lnTo>
                        <a:pt x="884" y="2640"/>
                      </a:lnTo>
                      <a:lnTo>
                        <a:pt x="849" y="2618"/>
                      </a:lnTo>
                      <a:lnTo>
                        <a:pt x="970" y="2382"/>
                      </a:lnTo>
                      <a:lnTo>
                        <a:pt x="22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38"/>
                <p:cNvSpPr/>
                <p:nvPr/>
              </p:nvSpPr>
              <p:spPr>
                <a:xfrm>
                  <a:off x="6603383" y="3772438"/>
                  <a:ext cx="218417" cy="108023"/>
                </a:xfrm>
                <a:custGeom>
                  <a:rect b="b" l="l" r="r" t="t"/>
                  <a:pathLst>
                    <a:path extrusionOk="0" fill="none" h="409" w="827">
                      <a:moveTo>
                        <a:pt x="827" y="252"/>
                      </a:moveTo>
                      <a:cubicBezTo>
                        <a:pt x="784" y="302"/>
                        <a:pt x="748" y="359"/>
                        <a:pt x="713" y="409"/>
                      </a:cubicBezTo>
                      <a:lnTo>
                        <a:pt x="547" y="409"/>
                      </a:lnTo>
                      <a:cubicBezTo>
                        <a:pt x="454" y="409"/>
                        <a:pt x="230" y="338"/>
                        <a:pt x="1" y="252"/>
                      </a:cubicBezTo>
                      <a:lnTo>
                        <a:pt x="173" y="0"/>
                      </a:lnTo>
                      <a:cubicBezTo>
                        <a:pt x="173" y="0"/>
                        <a:pt x="504" y="129"/>
                        <a:pt x="827" y="25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38"/>
                <p:cNvSpPr/>
                <p:nvPr/>
              </p:nvSpPr>
              <p:spPr>
                <a:xfrm>
                  <a:off x="6108180" y="3435954"/>
                  <a:ext cx="1325027" cy="850979"/>
                </a:xfrm>
                <a:custGeom>
                  <a:rect b="b" l="l" r="r" t="t"/>
                  <a:pathLst>
                    <a:path extrusionOk="0" h="3222" w="5017">
                      <a:moveTo>
                        <a:pt x="1372" y="1"/>
                      </a:moveTo>
                      <a:lnTo>
                        <a:pt x="121" y="2382"/>
                      </a:lnTo>
                      <a:lnTo>
                        <a:pt x="0" y="2618"/>
                      </a:lnTo>
                      <a:lnTo>
                        <a:pt x="35" y="2640"/>
                      </a:lnTo>
                      <a:lnTo>
                        <a:pt x="107" y="2697"/>
                      </a:lnTo>
                      <a:lnTo>
                        <a:pt x="561" y="3056"/>
                      </a:lnTo>
                      <a:lnTo>
                        <a:pt x="777" y="3222"/>
                      </a:lnTo>
                      <a:lnTo>
                        <a:pt x="1876" y="1526"/>
                      </a:lnTo>
                      <a:lnTo>
                        <a:pt x="2048" y="1274"/>
                      </a:lnTo>
                      <a:cubicBezTo>
                        <a:pt x="2048" y="1274"/>
                        <a:pt x="2379" y="1403"/>
                        <a:pt x="2702" y="1526"/>
                      </a:cubicBezTo>
                      <a:cubicBezTo>
                        <a:pt x="3019" y="1115"/>
                        <a:pt x="3442" y="786"/>
                        <a:pt x="3953" y="541"/>
                      </a:cubicBezTo>
                      <a:cubicBezTo>
                        <a:pt x="4046" y="498"/>
                        <a:pt x="4141" y="462"/>
                        <a:pt x="4234" y="418"/>
                      </a:cubicBezTo>
                      <a:cubicBezTo>
                        <a:pt x="4291" y="398"/>
                        <a:pt x="4341" y="375"/>
                        <a:pt x="4399" y="355"/>
                      </a:cubicBezTo>
                      <a:cubicBezTo>
                        <a:pt x="4513" y="318"/>
                        <a:pt x="4629" y="275"/>
                        <a:pt x="4744" y="239"/>
                      </a:cubicBezTo>
                      <a:cubicBezTo>
                        <a:pt x="4838" y="210"/>
                        <a:pt x="4931" y="173"/>
                        <a:pt x="5017" y="146"/>
                      </a:cubicBezTo>
                      <a:lnTo>
                        <a:pt x="4622" y="146"/>
                      </a:lnTo>
                      <a:cubicBezTo>
                        <a:pt x="4341" y="146"/>
                        <a:pt x="4098" y="146"/>
                        <a:pt x="4003" y="139"/>
                      </a:cubicBezTo>
                      <a:cubicBezTo>
                        <a:pt x="3996" y="146"/>
                        <a:pt x="3996" y="146"/>
                        <a:pt x="3989" y="146"/>
                      </a:cubicBezTo>
                      <a:cubicBezTo>
                        <a:pt x="3916" y="160"/>
                        <a:pt x="3859" y="166"/>
                        <a:pt x="3813" y="166"/>
                      </a:cubicBezTo>
                      <a:cubicBezTo>
                        <a:pt x="3695" y="166"/>
                        <a:pt x="3652" y="129"/>
                        <a:pt x="3614" y="103"/>
                      </a:cubicBezTo>
                      <a:cubicBezTo>
                        <a:pt x="3594" y="80"/>
                        <a:pt x="3544" y="44"/>
                        <a:pt x="348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38"/>
                <p:cNvSpPr/>
                <p:nvPr/>
              </p:nvSpPr>
              <p:spPr>
                <a:xfrm>
                  <a:off x="5991972" y="4133220"/>
                  <a:ext cx="264636" cy="335954"/>
                </a:xfrm>
                <a:custGeom>
                  <a:rect b="b" l="l" r="r" t="t"/>
                  <a:pathLst>
                    <a:path extrusionOk="0" h="1272" w="1002">
                      <a:moveTo>
                        <a:pt x="475" y="0"/>
                      </a:moveTo>
                      <a:lnTo>
                        <a:pt x="259" y="352"/>
                      </a:lnTo>
                      <a:lnTo>
                        <a:pt x="116" y="575"/>
                      </a:lnTo>
                      <a:lnTo>
                        <a:pt x="66" y="661"/>
                      </a:lnTo>
                      <a:cubicBezTo>
                        <a:pt x="73" y="668"/>
                        <a:pt x="73" y="675"/>
                        <a:pt x="80" y="690"/>
                      </a:cubicBezTo>
                      <a:lnTo>
                        <a:pt x="80" y="718"/>
                      </a:lnTo>
                      <a:lnTo>
                        <a:pt x="80" y="747"/>
                      </a:lnTo>
                      <a:cubicBezTo>
                        <a:pt x="80" y="754"/>
                        <a:pt x="80" y="754"/>
                        <a:pt x="73" y="761"/>
                      </a:cubicBezTo>
                      <a:cubicBezTo>
                        <a:pt x="73" y="761"/>
                        <a:pt x="73" y="768"/>
                        <a:pt x="66" y="777"/>
                      </a:cubicBezTo>
                      <a:lnTo>
                        <a:pt x="66" y="784"/>
                      </a:lnTo>
                      <a:cubicBezTo>
                        <a:pt x="66" y="784"/>
                        <a:pt x="66" y="790"/>
                        <a:pt x="59" y="790"/>
                      </a:cubicBezTo>
                      <a:cubicBezTo>
                        <a:pt x="59" y="797"/>
                        <a:pt x="59" y="797"/>
                        <a:pt x="52" y="797"/>
                      </a:cubicBezTo>
                      <a:cubicBezTo>
                        <a:pt x="52" y="804"/>
                        <a:pt x="52" y="804"/>
                        <a:pt x="44" y="811"/>
                      </a:cubicBezTo>
                      <a:cubicBezTo>
                        <a:pt x="44" y="820"/>
                        <a:pt x="37" y="827"/>
                        <a:pt x="30" y="834"/>
                      </a:cubicBezTo>
                      <a:cubicBezTo>
                        <a:pt x="23" y="840"/>
                        <a:pt x="9" y="847"/>
                        <a:pt x="0" y="847"/>
                      </a:cubicBezTo>
                      <a:cubicBezTo>
                        <a:pt x="37" y="870"/>
                        <a:pt x="66" y="906"/>
                        <a:pt x="95" y="949"/>
                      </a:cubicBezTo>
                      <a:cubicBezTo>
                        <a:pt x="145" y="1042"/>
                        <a:pt x="232" y="1142"/>
                        <a:pt x="332" y="1199"/>
                      </a:cubicBezTo>
                      <a:cubicBezTo>
                        <a:pt x="361" y="1215"/>
                        <a:pt x="382" y="1222"/>
                        <a:pt x="404" y="1236"/>
                      </a:cubicBezTo>
                      <a:cubicBezTo>
                        <a:pt x="440" y="1242"/>
                        <a:pt x="461" y="1258"/>
                        <a:pt x="483" y="1272"/>
                      </a:cubicBezTo>
                      <a:cubicBezTo>
                        <a:pt x="497" y="1222"/>
                        <a:pt x="518" y="1149"/>
                        <a:pt x="561" y="1085"/>
                      </a:cubicBezTo>
                      <a:cubicBezTo>
                        <a:pt x="620" y="992"/>
                        <a:pt x="872" y="604"/>
                        <a:pt x="1001" y="416"/>
                      </a:cubicBezTo>
                      <a:lnTo>
                        <a:pt x="547" y="57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38"/>
                <p:cNvSpPr/>
                <p:nvPr/>
              </p:nvSpPr>
              <p:spPr>
                <a:xfrm>
                  <a:off x="5707263" y="4322592"/>
                  <a:ext cx="418082" cy="309807"/>
                </a:xfrm>
                <a:custGeom>
                  <a:rect b="b" l="l" r="r" t="t"/>
                  <a:pathLst>
                    <a:path extrusionOk="0" h="1173" w="1583">
                      <a:moveTo>
                        <a:pt x="202" y="1"/>
                      </a:moveTo>
                      <a:cubicBezTo>
                        <a:pt x="107" y="1"/>
                        <a:pt x="87" y="67"/>
                        <a:pt x="87" y="67"/>
                      </a:cubicBezTo>
                      <a:lnTo>
                        <a:pt x="87" y="94"/>
                      </a:lnTo>
                      <a:cubicBezTo>
                        <a:pt x="87" y="110"/>
                        <a:pt x="87" y="130"/>
                        <a:pt x="80" y="153"/>
                      </a:cubicBezTo>
                      <a:cubicBezTo>
                        <a:pt x="80" y="160"/>
                        <a:pt x="80" y="174"/>
                        <a:pt x="73" y="180"/>
                      </a:cubicBezTo>
                      <a:cubicBezTo>
                        <a:pt x="73" y="196"/>
                        <a:pt x="73" y="203"/>
                        <a:pt x="66" y="217"/>
                      </a:cubicBezTo>
                      <a:cubicBezTo>
                        <a:pt x="59" y="253"/>
                        <a:pt x="43" y="289"/>
                        <a:pt x="23" y="325"/>
                      </a:cubicBezTo>
                      <a:cubicBezTo>
                        <a:pt x="16" y="339"/>
                        <a:pt x="9" y="353"/>
                        <a:pt x="0" y="368"/>
                      </a:cubicBezTo>
                      <a:lnTo>
                        <a:pt x="354" y="577"/>
                      </a:lnTo>
                      <a:lnTo>
                        <a:pt x="368" y="584"/>
                      </a:lnTo>
                      <a:lnTo>
                        <a:pt x="1367" y="1172"/>
                      </a:lnTo>
                      <a:cubicBezTo>
                        <a:pt x="1396" y="1145"/>
                        <a:pt x="1410" y="1115"/>
                        <a:pt x="1432" y="1086"/>
                      </a:cubicBezTo>
                      <a:cubicBezTo>
                        <a:pt x="1539" y="907"/>
                        <a:pt x="1582" y="698"/>
                        <a:pt x="1582" y="620"/>
                      </a:cubicBezTo>
                      <a:cubicBezTo>
                        <a:pt x="1582" y="605"/>
                        <a:pt x="1575" y="598"/>
                        <a:pt x="1575" y="591"/>
                      </a:cubicBezTo>
                      <a:cubicBezTo>
                        <a:pt x="1568" y="577"/>
                        <a:pt x="1568" y="562"/>
                        <a:pt x="1561" y="555"/>
                      </a:cubicBezTo>
                      <a:cubicBezTo>
                        <a:pt x="1539" y="541"/>
                        <a:pt x="1518" y="525"/>
                        <a:pt x="1482" y="519"/>
                      </a:cubicBezTo>
                      <a:cubicBezTo>
                        <a:pt x="1460" y="505"/>
                        <a:pt x="1439" y="498"/>
                        <a:pt x="1410" y="482"/>
                      </a:cubicBezTo>
                      <a:cubicBezTo>
                        <a:pt x="1310" y="425"/>
                        <a:pt x="1223" y="325"/>
                        <a:pt x="1173" y="232"/>
                      </a:cubicBezTo>
                      <a:cubicBezTo>
                        <a:pt x="1144" y="189"/>
                        <a:pt x="1115" y="153"/>
                        <a:pt x="1078" y="130"/>
                      </a:cubicBezTo>
                      <a:cubicBezTo>
                        <a:pt x="1072" y="123"/>
                        <a:pt x="1058" y="117"/>
                        <a:pt x="1044" y="117"/>
                      </a:cubicBezTo>
                      <a:cubicBezTo>
                        <a:pt x="1015" y="103"/>
                        <a:pt x="985" y="94"/>
                        <a:pt x="949" y="94"/>
                      </a:cubicBezTo>
                      <a:cubicBezTo>
                        <a:pt x="935" y="87"/>
                        <a:pt x="921" y="87"/>
                        <a:pt x="906" y="87"/>
                      </a:cubicBezTo>
                      <a:lnTo>
                        <a:pt x="921" y="224"/>
                      </a:lnTo>
                      <a:cubicBezTo>
                        <a:pt x="921" y="246"/>
                        <a:pt x="906" y="267"/>
                        <a:pt x="878" y="275"/>
                      </a:cubicBezTo>
                      <a:cubicBezTo>
                        <a:pt x="849" y="275"/>
                        <a:pt x="835" y="253"/>
                        <a:pt x="828" y="232"/>
                      </a:cubicBezTo>
                      <a:lnTo>
                        <a:pt x="813" y="73"/>
                      </a:lnTo>
                      <a:cubicBezTo>
                        <a:pt x="785" y="67"/>
                        <a:pt x="749" y="67"/>
                        <a:pt x="720" y="60"/>
                      </a:cubicBezTo>
                      <a:lnTo>
                        <a:pt x="713" y="67"/>
                      </a:lnTo>
                      <a:lnTo>
                        <a:pt x="727" y="189"/>
                      </a:lnTo>
                      <a:cubicBezTo>
                        <a:pt x="727" y="210"/>
                        <a:pt x="713" y="232"/>
                        <a:pt x="683" y="239"/>
                      </a:cubicBezTo>
                      <a:cubicBezTo>
                        <a:pt x="656" y="239"/>
                        <a:pt x="640" y="217"/>
                        <a:pt x="633" y="196"/>
                      </a:cubicBezTo>
                      <a:lnTo>
                        <a:pt x="633" y="167"/>
                      </a:lnTo>
                      <a:lnTo>
                        <a:pt x="620" y="51"/>
                      </a:lnTo>
                      <a:cubicBezTo>
                        <a:pt x="590" y="44"/>
                        <a:pt x="554" y="37"/>
                        <a:pt x="526" y="37"/>
                      </a:cubicBezTo>
                      <a:lnTo>
                        <a:pt x="533" y="153"/>
                      </a:lnTo>
                      <a:cubicBezTo>
                        <a:pt x="533" y="174"/>
                        <a:pt x="518" y="203"/>
                        <a:pt x="490" y="203"/>
                      </a:cubicBezTo>
                      <a:cubicBezTo>
                        <a:pt x="461" y="203"/>
                        <a:pt x="447" y="180"/>
                        <a:pt x="440" y="160"/>
                      </a:cubicBezTo>
                      <a:lnTo>
                        <a:pt x="432" y="23"/>
                      </a:lnTo>
                      <a:lnTo>
                        <a:pt x="404" y="23"/>
                      </a:lnTo>
                      <a:cubicBezTo>
                        <a:pt x="397" y="23"/>
                        <a:pt x="388" y="23"/>
                        <a:pt x="375" y="17"/>
                      </a:cubicBezTo>
                      <a:lnTo>
                        <a:pt x="331" y="17"/>
                      </a:lnTo>
                      <a:lnTo>
                        <a:pt x="338" y="117"/>
                      </a:lnTo>
                      <a:cubicBezTo>
                        <a:pt x="345" y="137"/>
                        <a:pt x="325" y="167"/>
                        <a:pt x="295" y="167"/>
                      </a:cubicBezTo>
                      <a:cubicBezTo>
                        <a:pt x="275" y="167"/>
                        <a:pt x="252" y="146"/>
                        <a:pt x="245" y="123"/>
                      </a:cubicBezTo>
                      <a:lnTo>
                        <a:pt x="238" y="1"/>
                      </a:lnTo>
                      <a:lnTo>
                        <a:pt x="216" y="1"/>
                      </a:lnTo>
                      <a:cubicBezTo>
                        <a:pt x="211" y="1"/>
                        <a:pt x="206" y="1"/>
                        <a:pt x="2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38"/>
                <p:cNvSpPr/>
                <p:nvPr/>
              </p:nvSpPr>
              <p:spPr>
                <a:xfrm>
                  <a:off x="5895308" y="4338175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38"/>
                <p:cNvSpPr/>
                <p:nvPr/>
              </p:nvSpPr>
              <p:spPr>
                <a:xfrm>
                  <a:off x="5508125" y="4322592"/>
                  <a:ext cx="560172" cy="359461"/>
                </a:xfrm>
                <a:custGeom>
                  <a:rect b="b" l="l" r="r" t="t"/>
                  <a:pathLst>
                    <a:path extrusionOk="0" h="1361" w="2121">
                      <a:moveTo>
                        <a:pt x="123" y="1"/>
                      </a:moveTo>
                      <a:lnTo>
                        <a:pt x="100" y="37"/>
                      </a:lnTo>
                      <a:lnTo>
                        <a:pt x="73" y="80"/>
                      </a:lnTo>
                      <a:lnTo>
                        <a:pt x="0" y="189"/>
                      </a:lnTo>
                      <a:lnTo>
                        <a:pt x="1092" y="827"/>
                      </a:lnTo>
                      <a:lnTo>
                        <a:pt x="1998" y="1360"/>
                      </a:lnTo>
                      <a:lnTo>
                        <a:pt x="2121" y="1172"/>
                      </a:lnTo>
                      <a:lnTo>
                        <a:pt x="1122" y="584"/>
                      </a:lnTo>
                      <a:lnTo>
                        <a:pt x="1108" y="577"/>
                      </a:lnTo>
                      <a:lnTo>
                        <a:pt x="754" y="368"/>
                      </a:lnTo>
                      <a:lnTo>
                        <a:pt x="697" y="339"/>
                      </a:lnTo>
                      <a:lnTo>
                        <a:pt x="468" y="203"/>
                      </a:lnTo>
                      <a:lnTo>
                        <a:pt x="366" y="146"/>
                      </a:lnTo>
                      <a:lnTo>
                        <a:pt x="266" y="80"/>
                      </a:lnTo>
                      <a:lnTo>
                        <a:pt x="216" y="51"/>
                      </a:lnTo>
                      <a:lnTo>
                        <a:pt x="166" y="23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38"/>
                <p:cNvSpPr/>
                <p:nvPr/>
              </p:nvSpPr>
              <p:spPr>
                <a:xfrm>
                  <a:off x="5726279" y="4295652"/>
                  <a:ext cx="44106" cy="44635"/>
                </a:xfrm>
                <a:custGeom>
                  <a:rect b="b" l="l" r="r" t="t"/>
                  <a:pathLst>
                    <a:path extrusionOk="0" h="169" w="167">
                      <a:moveTo>
                        <a:pt x="97" y="1"/>
                      </a:moveTo>
                      <a:cubicBezTo>
                        <a:pt x="23" y="1"/>
                        <a:pt x="1" y="39"/>
                        <a:pt x="1" y="39"/>
                      </a:cubicBezTo>
                      <a:cubicBezTo>
                        <a:pt x="8" y="60"/>
                        <a:pt x="15" y="103"/>
                        <a:pt x="15" y="169"/>
                      </a:cubicBezTo>
                      <a:cubicBezTo>
                        <a:pt x="15" y="169"/>
                        <a:pt x="35" y="103"/>
                        <a:pt x="130" y="103"/>
                      </a:cubicBezTo>
                      <a:cubicBezTo>
                        <a:pt x="134" y="103"/>
                        <a:pt x="139" y="103"/>
                        <a:pt x="144" y="103"/>
                      </a:cubicBezTo>
                      <a:lnTo>
                        <a:pt x="166" y="103"/>
                      </a:lnTo>
                      <a:lnTo>
                        <a:pt x="159" y="10"/>
                      </a:lnTo>
                      <a:cubicBezTo>
                        <a:pt x="144" y="3"/>
                        <a:pt x="137" y="3"/>
                        <a:pt x="130" y="3"/>
                      </a:cubicBezTo>
                      <a:cubicBezTo>
                        <a:pt x="118" y="1"/>
                        <a:pt x="107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38"/>
                <p:cNvSpPr/>
                <p:nvPr/>
              </p:nvSpPr>
              <p:spPr>
                <a:xfrm>
                  <a:off x="5792834" y="4301727"/>
                  <a:ext cx="28524" cy="27204"/>
                </a:xfrm>
                <a:custGeom>
                  <a:rect b="b" l="l" r="r" t="t"/>
                  <a:pathLst>
                    <a:path extrusionOk="0" h="103" w="108">
                      <a:moveTo>
                        <a:pt x="1" y="1"/>
                      </a:moveTo>
                      <a:lnTo>
                        <a:pt x="7" y="96"/>
                      </a:lnTo>
                      <a:lnTo>
                        <a:pt x="51" y="96"/>
                      </a:lnTo>
                      <a:cubicBezTo>
                        <a:pt x="58" y="102"/>
                        <a:pt x="73" y="102"/>
                        <a:pt x="80" y="102"/>
                      </a:cubicBezTo>
                      <a:lnTo>
                        <a:pt x="108" y="102"/>
                      </a:lnTo>
                      <a:lnTo>
                        <a:pt x="94" y="9"/>
                      </a:lnTo>
                      <a:cubicBezTo>
                        <a:pt x="64" y="9"/>
                        <a:pt x="30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38"/>
                <p:cNvSpPr/>
                <p:nvPr/>
              </p:nvSpPr>
              <p:spPr>
                <a:xfrm>
                  <a:off x="5841958" y="4307801"/>
                  <a:ext cx="29052" cy="28524"/>
                </a:xfrm>
                <a:custGeom>
                  <a:rect b="b" l="l" r="r" t="t"/>
                  <a:pathLst>
                    <a:path extrusionOk="0" h="108" w="110">
                      <a:moveTo>
                        <a:pt x="1" y="0"/>
                      </a:moveTo>
                      <a:lnTo>
                        <a:pt x="16" y="93"/>
                      </a:lnTo>
                      <a:cubicBezTo>
                        <a:pt x="44" y="93"/>
                        <a:pt x="80" y="100"/>
                        <a:pt x="110" y="107"/>
                      </a:cubicBezTo>
                      <a:lnTo>
                        <a:pt x="103" y="7"/>
                      </a:lnTo>
                      <a:cubicBezTo>
                        <a:pt x="87" y="7"/>
                        <a:pt x="66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38"/>
                <p:cNvSpPr/>
                <p:nvPr/>
              </p:nvSpPr>
              <p:spPr>
                <a:xfrm>
                  <a:off x="5893460" y="4309386"/>
                  <a:ext cx="28524" cy="32750"/>
                </a:xfrm>
                <a:custGeom>
                  <a:rect b="b" l="l" r="r" t="t"/>
                  <a:pathLst>
                    <a:path extrusionOk="0" h="124" w="108">
                      <a:moveTo>
                        <a:pt x="94" y="1"/>
                      </a:moveTo>
                      <a:cubicBezTo>
                        <a:pt x="74" y="1"/>
                        <a:pt x="56" y="4"/>
                        <a:pt x="35" y="4"/>
                      </a:cubicBezTo>
                      <a:cubicBezTo>
                        <a:pt x="24" y="4"/>
                        <a:pt x="13" y="3"/>
                        <a:pt x="1" y="1"/>
                      </a:cubicBezTo>
                      <a:lnTo>
                        <a:pt x="1" y="1"/>
                      </a:lnTo>
                      <a:lnTo>
                        <a:pt x="8" y="110"/>
                      </a:lnTo>
                      <a:lnTo>
                        <a:pt x="15" y="110"/>
                      </a:lnTo>
                      <a:cubicBezTo>
                        <a:pt x="44" y="117"/>
                        <a:pt x="80" y="117"/>
                        <a:pt x="108" y="123"/>
                      </a:cubicBezTo>
                      <a:lnTo>
                        <a:pt x="94" y="8"/>
                      </a:lnTo>
                      <a:lnTo>
                        <a:pt x="9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38"/>
                <p:cNvSpPr/>
                <p:nvPr/>
              </p:nvSpPr>
              <p:spPr>
                <a:xfrm>
                  <a:off x="5942848" y="4293803"/>
                  <a:ext cx="70253" cy="63388"/>
                </a:xfrm>
                <a:custGeom>
                  <a:rect b="b" l="l" r="r" t="t"/>
                  <a:pathLst>
                    <a:path extrusionOk="0" h="240" w="266">
                      <a:moveTo>
                        <a:pt x="187" y="0"/>
                      </a:moveTo>
                      <a:cubicBezTo>
                        <a:pt x="181" y="0"/>
                        <a:pt x="177" y="1"/>
                        <a:pt x="173" y="3"/>
                      </a:cubicBezTo>
                      <a:lnTo>
                        <a:pt x="166" y="3"/>
                      </a:lnTo>
                      <a:cubicBezTo>
                        <a:pt x="159" y="3"/>
                        <a:pt x="152" y="3"/>
                        <a:pt x="143" y="10"/>
                      </a:cubicBezTo>
                      <a:lnTo>
                        <a:pt x="130" y="10"/>
                      </a:lnTo>
                      <a:cubicBezTo>
                        <a:pt x="116" y="17"/>
                        <a:pt x="100" y="24"/>
                        <a:pt x="80" y="24"/>
                      </a:cubicBezTo>
                      <a:cubicBezTo>
                        <a:pt x="57" y="31"/>
                        <a:pt x="29" y="46"/>
                        <a:pt x="0" y="46"/>
                      </a:cubicBezTo>
                      <a:lnTo>
                        <a:pt x="14" y="196"/>
                      </a:lnTo>
                      <a:cubicBezTo>
                        <a:pt x="29" y="196"/>
                        <a:pt x="43" y="196"/>
                        <a:pt x="57" y="203"/>
                      </a:cubicBezTo>
                      <a:cubicBezTo>
                        <a:pt x="93" y="203"/>
                        <a:pt x="123" y="212"/>
                        <a:pt x="152" y="226"/>
                      </a:cubicBezTo>
                      <a:cubicBezTo>
                        <a:pt x="166" y="226"/>
                        <a:pt x="180" y="232"/>
                        <a:pt x="186" y="239"/>
                      </a:cubicBezTo>
                      <a:cubicBezTo>
                        <a:pt x="195" y="239"/>
                        <a:pt x="209" y="232"/>
                        <a:pt x="216" y="226"/>
                      </a:cubicBezTo>
                      <a:cubicBezTo>
                        <a:pt x="223" y="219"/>
                        <a:pt x="230" y="212"/>
                        <a:pt x="230" y="203"/>
                      </a:cubicBezTo>
                      <a:cubicBezTo>
                        <a:pt x="238" y="196"/>
                        <a:pt x="238" y="196"/>
                        <a:pt x="238" y="189"/>
                      </a:cubicBezTo>
                      <a:cubicBezTo>
                        <a:pt x="245" y="189"/>
                        <a:pt x="245" y="189"/>
                        <a:pt x="245" y="182"/>
                      </a:cubicBezTo>
                      <a:cubicBezTo>
                        <a:pt x="252" y="182"/>
                        <a:pt x="252" y="176"/>
                        <a:pt x="252" y="176"/>
                      </a:cubicBezTo>
                      <a:lnTo>
                        <a:pt x="252" y="169"/>
                      </a:lnTo>
                      <a:cubicBezTo>
                        <a:pt x="259" y="160"/>
                        <a:pt x="259" y="153"/>
                        <a:pt x="259" y="153"/>
                      </a:cubicBezTo>
                      <a:cubicBezTo>
                        <a:pt x="266" y="146"/>
                        <a:pt x="266" y="146"/>
                        <a:pt x="266" y="139"/>
                      </a:cubicBezTo>
                      <a:lnTo>
                        <a:pt x="266" y="110"/>
                      </a:lnTo>
                      <a:lnTo>
                        <a:pt x="266" y="82"/>
                      </a:lnTo>
                      <a:cubicBezTo>
                        <a:pt x="259" y="67"/>
                        <a:pt x="259" y="60"/>
                        <a:pt x="252" y="53"/>
                      </a:cubicBezTo>
                      <a:cubicBezTo>
                        <a:pt x="252" y="46"/>
                        <a:pt x="245" y="39"/>
                        <a:pt x="245" y="31"/>
                      </a:cubicBezTo>
                      <a:cubicBezTo>
                        <a:pt x="245" y="31"/>
                        <a:pt x="238" y="31"/>
                        <a:pt x="238" y="24"/>
                      </a:cubicBezTo>
                      <a:cubicBezTo>
                        <a:pt x="238" y="24"/>
                        <a:pt x="230" y="24"/>
                        <a:pt x="230" y="17"/>
                      </a:cubicBezTo>
                      <a:cubicBezTo>
                        <a:pt x="230" y="17"/>
                        <a:pt x="223" y="17"/>
                        <a:pt x="223" y="10"/>
                      </a:cubicBezTo>
                      <a:cubicBezTo>
                        <a:pt x="213" y="5"/>
                        <a:pt x="199" y="0"/>
                        <a:pt x="18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38"/>
                <p:cNvSpPr/>
                <p:nvPr/>
              </p:nvSpPr>
              <p:spPr>
                <a:xfrm>
                  <a:off x="5766423" y="4279013"/>
                  <a:ext cx="32221" cy="87686"/>
                </a:xfrm>
                <a:custGeom>
                  <a:rect b="b" l="l" r="r" t="t"/>
                  <a:pathLst>
                    <a:path extrusionOk="0" h="332" w="122">
                      <a:moveTo>
                        <a:pt x="44" y="0"/>
                      </a:moveTo>
                      <a:cubicBezTo>
                        <a:pt x="21" y="0"/>
                        <a:pt x="1" y="30"/>
                        <a:pt x="7" y="52"/>
                      </a:cubicBezTo>
                      <a:lnTo>
                        <a:pt x="7" y="73"/>
                      </a:lnTo>
                      <a:lnTo>
                        <a:pt x="14" y="166"/>
                      </a:lnTo>
                      <a:lnTo>
                        <a:pt x="21" y="288"/>
                      </a:lnTo>
                      <a:cubicBezTo>
                        <a:pt x="28" y="311"/>
                        <a:pt x="51" y="332"/>
                        <a:pt x="71" y="332"/>
                      </a:cubicBezTo>
                      <a:cubicBezTo>
                        <a:pt x="101" y="332"/>
                        <a:pt x="121" y="302"/>
                        <a:pt x="114" y="282"/>
                      </a:cubicBezTo>
                      <a:lnTo>
                        <a:pt x="107" y="182"/>
                      </a:lnTo>
                      <a:lnTo>
                        <a:pt x="101" y="87"/>
                      </a:lnTo>
                      <a:lnTo>
                        <a:pt x="94" y="44"/>
                      </a:lnTo>
                      <a:cubicBezTo>
                        <a:pt x="94" y="23"/>
                        <a:pt x="71" y="0"/>
                        <a:pt x="5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38"/>
                <p:cNvSpPr/>
                <p:nvPr/>
              </p:nvSpPr>
              <p:spPr>
                <a:xfrm>
                  <a:off x="5768272" y="4298029"/>
                  <a:ext cx="9772" cy="264"/>
                </a:xfrm>
                <a:custGeom>
                  <a:rect b="b" l="l" r="r" t="t"/>
                  <a:pathLst>
                    <a:path extrusionOk="0" h="1" w="37">
                      <a:moveTo>
                        <a:pt x="3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38"/>
                <p:cNvSpPr/>
                <p:nvPr/>
              </p:nvSpPr>
              <p:spPr>
                <a:xfrm>
                  <a:off x="5817396" y="4282974"/>
                  <a:ext cx="30901" cy="93233"/>
                </a:xfrm>
                <a:custGeom>
                  <a:rect b="b" l="l" r="r" t="t"/>
                  <a:pathLst>
                    <a:path extrusionOk="0" h="353" w="117">
                      <a:moveTo>
                        <a:pt x="44" y="1"/>
                      </a:moveTo>
                      <a:cubicBezTo>
                        <a:pt x="15" y="1"/>
                        <a:pt x="1" y="29"/>
                        <a:pt x="1" y="51"/>
                      </a:cubicBezTo>
                      <a:lnTo>
                        <a:pt x="1" y="80"/>
                      </a:lnTo>
                      <a:lnTo>
                        <a:pt x="15" y="173"/>
                      </a:lnTo>
                      <a:lnTo>
                        <a:pt x="23" y="310"/>
                      </a:lnTo>
                      <a:cubicBezTo>
                        <a:pt x="30" y="330"/>
                        <a:pt x="44" y="353"/>
                        <a:pt x="73" y="353"/>
                      </a:cubicBezTo>
                      <a:cubicBezTo>
                        <a:pt x="101" y="353"/>
                        <a:pt x="116" y="324"/>
                        <a:pt x="116" y="303"/>
                      </a:cubicBezTo>
                      <a:lnTo>
                        <a:pt x="109" y="187"/>
                      </a:lnTo>
                      <a:lnTo>
                        <a:pt x="94" y="94"/>
                      </a:lnTo>
                      <a:lnTo>
                        <a:pt x="94" y="44"/>
                      </a:lnTo>
                      <a:cubicBezTo>
                        <a:pt x="87" y="22"/>
                        <a:pt x="73" y="1"/>
                        <a:pt x="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38"/>
                <p:cNvSpPr/>
                <p:nvPr/>
              </p:nvSpPr>
              <p:spPr>
                <a:xfrm>
                  <a:off x="5866785" y="4286672"/>
                  <a:ext cx="32485" cy="99307"/>
                </a:xfrm>
                <a:custGeom>
                  <a:rect b="b" l="l" r="r" t="t"/>
                  <a:pathLst>
                    <a:path extrusionOk="0" h="376" w="123">
                      <a:moveTo>
                        <a:pt x="43" y="1"/>
                      </a:moveTo>
                      <a:cubicBezTo>
                        <a:pt x="22" y="8"/>
                        <a:pt x="0" y="30"/>
                        <a:pt x="0" y="51"/>
                      </a:cubicBezTo>
                      <a:lnTo>
                        <a:pt x="9" y="87"/>
                      </a:lnTo>
                      <a:lnTo>
                        <a:pt x="16" y="187"/>
                      </a:lnTo>
                      <a:lnTo>
                        <a:pt x="29" y="303"/>
                      </a:lnTo>
                      <a:lnTo>
                        <a:pt x="29" y="332"/>
                      </a:lnTo>
                      <a:cubicBezTo>
                        <a:pt x="36" y="353"/>
                        <a:pt x="52" y="375"/>
                        <a:pt x="79" y="375"/>
                      </a:cubicBezTo>
                      <a:cubicBezTo>
                        <a:pt x="109" y="368"/>
                        <a:pt x="123" y="346"/>
                        <a:pt x="123" y="325"/>
                      </a:cubicBezTo>
                      <a:lnTo>
                        <a:pt x="109" y="203"/>
                      </a:lnTo>
                      <a:lnTo>
                        <a:pt x="109" y="196"/>
                      </a:lnTo>
                      <a:lnTo>
                        <a:pt x="102" y="87"/>
                      </a:lnTo>
                      <a:lnTo>
                        <a:pt x="95" y="44"/>
                      </a:lnTo>
                      <a:cubicBezTo>
                        <a:pt x="95" y="23"/>
                        <a:pt x="7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38"/>
                <p:cNvSpPr/>
                <p:nvPr/>
              </p:nvSpPr>
              <p:spPr>
                <a:xfrm>
                  <a:off x="5916437" y="4290370"/>
                  <a:ext cx="34334" cy="105118"/>
                </a:xfrm>
                <a:custGeom>
                  <a:rect b="b" l="l" r="r" t="t"/>
                  <a:pathLst>
                    <a:path extrusionOk="0" h="398" w="130">
                      <a:moveTo>
                        <a:pt x="50" y="1"/>
                      </a:moveTo>
                      <a:cubicBezTo>
                        <a:pt x="21" y="9"/>
                        <a:pt x="0" y="30"/>
                        <a:pt x="7" y="52"/>
                      </a:cubicBezTo>
                      <a:lnTo>
                        <a:pt x="7" y="73"/>
                      </a:lnTo>
                      <a:lnTo>
                        <a:pt x="14" y="73"/>
                      </a:lnTo>
                      <a:lnTo>
                        <a:pt x="7" y="80"/>
                      </a:lnTo>
                      <a:lnTo>
                        <a:pt x="21" y="195"/>
                      </a:lnTo>
                      <a:lnTo>
                        <a:pt x="36" y="354"/>
                      </a:lnTo>
                      <a:cubicBezTo>
                        <a:pt x="43" y="375"/>
                        <a:pt x="57" y="397"/>
                        <a:pt x="86" y="397"/>
                      </a:cubicBezTo>
                      <a:cubicBezTo>
                        <a:pt x="114" y="389"/>
                        <a:pt x="129" y="368"/>
                        <a:pt x="129" y="346"/>
                      </a:cubicBezTo>
                      <a:lnTo>
                        <a:pt x="114" y="209"/>
                      </a:lnTo>
                      <a:lnTo>
                        <a:pt x="100" y="59"/>
                      </a:lnTo>
                      <a:lnTo>
                        <a:pt x="100" y="44"/>
                      </a:lnTo>
                      <a:cubicBezTo>
                        <a:pt x="93" y="30"/>
                        <a:pt x="86" y="16"/>
                        <a:pt x="64" y="9"/>
                      </a:cubicBezTo>
                      <a:cubicBezTo>
                        <a:pt x="64" y="9"/>
                        <a:pt x="57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38"/>
                <p:cNvSpPr/>
                <p:nvPr/>
              </p:nvSpPr>
              <p:spPr>
                <a:xfrm>
                  <a:off x="5918022" y="4309386"/>
                  <a:ext cx="2113" cy="2113"/>
                </a:xfrm>
                <a:custGeom>
                  <a:rect b="b" l="l" r="r" t="t"/>
                  <a:pathLst>
                    <a:path extrusionOk="0" h="8" w="8">
                      <a:moveTo>
                        <a:pt x="1" y="1"/>
                      </a:moveTo>
                      <a:lnTo>
                        <a:pt x="1" y="8"/>
                      </a:lnTo>
                      <a:lnTo>
                        <a:pt x="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38"/>
                <p:cNvSpPr/>
                <p:nvPr/>
              </p:nvSpPr>
              <p:spPr>
                <a:xfrm>
                  <a:off x="6620815" y="3572766"/>
                  <a:ext cx="47539" cy="199935"/>
                </a:xfrm>
                <a:custGeom>
                  <a:rect b="b" l="l" r="r" t="t"/>
                  <a:pathLst>
                    <a:path extrusionOk="0" fill="none" h="757" w="180">
                      <a:moveTo>
                        <a:pt x="107" y="756"/>
                      </a:moveTo>
                      <a:cubicBezTo>
                        <a:pt x="107" y="756"/>
                        <a:pt x="180" y="332"/>
                        <a:pt x="0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38"/>
                <p:cNvSpPr/>
                <p:nvPr/>
              </p:nvSpPr>
              <p:spPr>
                <a:xfrm>
                  <a:off x="6140137" y="4064814"/>
                  <a:ext cx="209173" cy="168769"/>
                </a:xfrm>
                <a:custGeom>
                  <a:rect b="b" l="l" r="r" t="t"/>
                  <a:pathLst>
                    <a:path extrusionOk="0" fill="none" h="639" w="792">
                      <a:moveTo>
                        <a:pt x="792" y="639"/>
                      </a:moveTo>
                      <a:lnTo>
                        <a:pt x="0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38"/>
                <p:cNvSpPr/>
                <p:nvPr/>
              </p:nvSpPr>
              <p:spPr>
                <a:xfrm>
                  <a:off x="6140137" y="4064814"/>
                  <a:ext cx="264" cy="264"/>
                </a:xfrm>
                <a:custGeom>
                  <a:rect b="b" l="l" r="r" t="t"/>
                  <a:pathLst>
                    <a:path extrusionOk="0" fill="none" h="1" w="1">
                      <a:moveTo>
                        <a:pt x="0" y="1"/>
                      </a:move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38"/>
                <p:cNvSpPr/>
                <p:nvPr/>
              </p:nvSpPr>
              <p:spPr>
                <a:xfrm>
                  <a:off x="7085381" y="2066775"/>
                  <a:ext cx="744783" cy="756689"/>
                </a:xfrm>
                <a:custGeom>
                  <a:rect b="b" l="l" r="r" t="t"/>
                  <a:pathLst>
                    <a:path extrusionOk="0" h="2865" w="2820">
                      <a:moveTo>
                        <a:pt x="1412" y="1"/>
                      </a:moveTo>
                      <a:cubicBezTo>
                        <a:pt x="1175" y="1"/>
                        <a:pt x="962" y="65"/>
                        <a:pt x="843" y="139"/>
                      </a:cubicBezTo>
                      <a:cubicBezTo>
                        <a:pt x="418" y="391"/>
                        <a:pt x="1" y="1017"/>
                        <a:pt x="634" y="1190"/>
                      </a:cubicBezTo>
                      <a:lnTo>
                        <a:pt x="634" y="1088"/>
                      </a:lnTo>
                      <a:cubicBezTo>
                        <a:pt x="634" y="858"/>
                        <a:pt x="670" y="636"/>
                        <a:pt x="820" y="456"/>
                      </a:cubicBezTo>
                      <a:cubicBezTo>
                        <a:pt x="856" y="563"/>
                        <a:pt x="922" y="679"/>
                        <a:pt x="1008" y="786"/>
                      </a:cubicBezTo>
                      <a:cubicBezTo>
                        <a:pt x="1079" y="872"/>
                        <a:pt x="1158" y="952"/>
                        <a:pt x="1267" y="1024"/>
                      </a:cubicBezTo>
                      <a:cubicBezTo>
                        <a:pt x="1274" y="1031"/>
                        <a:pt x="1281" y="1038"/>
                        <a:pt x="1295" y="1045"/>
                      </a:cubicBezTo>
                      <a:lnTo>
                        <a:pt x="1310" y="1060"/>
                      </a:lnTo>
                      <a:cubicBezTo>
                        <a:pt x="1569" y="1226"/>
                        <a:pt x="1798" y="1297"/>
                        <a:pt x="1950" y="1326"/>
                      </a:cubicBezTo>
                      <a:cubicBezTo>
                        <a:pt x="1983" y="1285"/>
                        <a:pt x="2058" y="1210"/>
                        <a:pt x="2153" y="1210"/>
                      </a:cubicBezTo>
                      <a:cubicBezTo>
                        <a:pt x="2157" y="1210"/>
                        <a:pt x="2162" y="1210"/>
                        <a:pt x="2166" y="1210"/>
                      </a:cubicBezTo>
                      <a:cubicBezTo>
                        <a:pt x="2209" y="1217"/>
                        <a:pt x="2236" y="1247"/>
                        <a:pt x="2252" y="1283"/>
                      </a:cubicBezTo>
                      <a:cubicBezTo>
                        <a:pt x="2252" y="1297"/>
                        <a:pt x="2259" y="1319"/>
                        <a:pt x="2252" y="1340"/>
                      </a:cubicBezTo>
                      <a:cubicBezTo>
                        <a:pt x="2252" y="1419"/>
                        <a:pt x="2216" y="1512"/>
                        <a:pt x="2166" y="1578"/>
                      </a:cubicBezTo>
                      <a:cubicBezTo>
                        <a:pt x="2080" y="1685"/>
                        <a:pt x="1941" y="1728"/>
                        <a:pt x="1871" y="1728"/>
                      </a:cubicBezTo>
                      <a:cubicBezTo>
                        <a:pt x="1864" y="1837"/>
                        <a:pt x="1855" y="1980"/>
                        <a:pt x="1864" y="2088"/>
                      </a:cubicBezTo>
                      <a:cubicBezTo>
                        <a:pt x="1871" y="2268"/>
                        <a:pt x="2028" y="2418"/>
                        <a:pt x="2028" y="2418"/>
                      </a:cubicBezTo>
                      <a:cubicBezTo>
                        <a:pt x="2028" y="2418"/>
                        <a:pt x="2388" y="2597"/>
                        <a:pt x="2502" y="2699"/>
                      </a:cubicBezTo>
                      <a:cubicBezTo>
                        <a:pt x="2568" y="2756"/>
                        <a:pt x="2611" y="2806"/>
                        <a:pt x="2647" y="2865"/>
                      </a:cubicBezTo>
                      <a:cubicBezTo>
                        <a:pt x="2820" y="2590"/>
                        <a:pt x="2668" y="2252"/>
                        <a:pt x="2518" y="2016"/>
                      </a:cubicBezTo>
                      <a:cubicBezTo>
                        <a:pt x="2359" y="1764"/>
                        <a:pt x="2388" y="1605"/>
                        <a:pt x="2452" y="1117"/>
                      </a:cubicBezTo>
                      <a:cubicBezTo>
                        <a:pt x="2459" y="1103"/>
                        <a:pt x="2459" y="1081"/>
                        <a:pt x="2459" y="1060"/>
                      </a:cubicBezTo>
                      <a:cubicBezTo>
                        <a:pt x="2495" y="772"/>
                        <a:pt x="2395" y="370"/>
                        <a:pt x="1957" y="132"/>
                      </a:cubicBezTo>
                      <a:cubicBezTo>
                        <a:pt x="1781" y="37"/>
                        <a:pt x="1590" y="1"/>
                        <a:pt x="141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p38"/>
                <p:cNvSpPr/>
                <p:nvPr/>
              </p:nvSpPr>
              <p:spPr>
                <a:xfrm>
                  <a:off x="7244903" y="2187212"/>
                  <a:ext cx="437098" cy="442657"/>
                </a:xfrm>
                <a:custGeom>
                  <a:rect b="b" l="l" r="r" t="t"/>
                  <a:pathLst>
                    <a:path extrusionOk="0" h="1676" w="1655">
                      <a:moveTo>
                        <a:pt x="123" y="740"/>
                      </a:moveTo>
                      <a:cubicBezTo>
                        <a:pt x="139" y="740"/>
                        <a:pt x="145" y="747"/>
                        <a:pt x="152" y="754"/>
                      </a:cubicBezTo>
                      <a:cubicBezTo>
                        <a:pt x="166" y="770"/>
                        <a:pt x="173" y="791"/>
                        <a:pt x="173" y="820"/>
                      </a:cubicBezTo>
                      <a:cubicBezTo>
                        <a:pt x="173" y="856"/>
                        <a:pt x="152" y="891"/>
                        <a:pt x="123" y="891"/>
                      </a:cubicBezTo>
                      <a:cubicBezTo>
                        <a:pt x="95" y="891"/>
                        <a:pt x="73" y="856"/>
                        <a:pt x="73" y="820"/>
                      </a:cubicBezTo>
                      <a:cubicBezTo>
                        <a:pt x="73" y="784"/>
                        <a:pt x="87" y="754"/>
                        <a:pt x="102" y="747"/>
                      </a:cubicBezTo>
                      <a:cubicBezTo>
                        <a:pt x="109" y="747"/>
                        <a:pt x="116" y="740"/>
                        <a:pt x="123" y="740"/>
                      </a:cubicBezTo>
                      <a:close/>
                      <a:moveTo>
                        <a:pt x="656" y="734"/>
                      </a:moveTo>
                      <a:cubicBezTo>
                        <a:pt x="691" y="734"/>
                        <a:pt x="720" y="770"/>
                        <a:pt x="720" y="820"/>
                      </a:cubicBezTo>
                      <a:cubicBezTo>
                        <a:pt x="720" y="863"/>
                        <a:pt x="691" y="899"/>
                        <a:pt x="656" y="899"/>
                      </a:cubicBezTo>
                      <a:cubicBezTo>
                        <a:pt x="620" y="899"/>
                        <a:pt x="591" y="863"/>
                        <a:pt x="591" y="820"/>
                      </a:cubicBezTo>
                      <a:cubicBezTo>
                        <a:pt x="591" y="770"/>
                        <a:pt x="620" y="734"/>
                        <a:pt x="656" y="734"/>
                      </a:cubicBezTo>
                      <a:close/>
                      <a:moveTo>
                        <a:pt x="216" y="0"/>
                      </a:moveTo>
                      <a:cubicBezTo>
                        <a:pt x="66" y="180"/>
                        <a:pt x="30" y="402"/>
                        <a:pt x="30" y="632"/>
                      </a:cubicBezTo>
                      <a:lnTo>
                        <a:pt x="30" y="734"/>
                      </a:lnTo>
                      <a:cubicBezTo>
                        <a:pt x="30" y="934"/>
                        <a:pt x="30" y="963"/>
                        <a:pt x="16" y="1092"/>
                      </a:cubicBezTo>
                      <a:cubicBezTo>
                        <a:pt x="1" y="1208"/>
                        <a:pt x="73" y="1437"/>
                        <a:pt x="182" y="1567"/>
                      </a:cubicBezTo>
                      <a:lnTo>
                        <a:pt x="268" y="1567"/>
                      </a:lnTo>
                      <a:cubicBezTo>
                        <a:pt x="318" y="1567"/>
                        <a:pt x="368" y="1581"/>
                        <a:pt x="404" y="1617"/>
                      </a:cubicBezTo>
                      <a:cubicBezTo>
                        <a:pt x="418" y="1639"/>
                        <a:pt x="447" y="1653"/>
                        <a:pt x="468" y="1675"/>
                      </a:cubicBezTo>
                      <a:lnTo>
                        <a:pt x="534" y="1675"/>
                      </a:lnTo>
                      <a:cubicBezTo>
                        <a:pt x="540" y="1667"/>
                        <a:pt x="540" y="1667"/>
                        <a:pt x="547" y="1667"/>
                      </a:cubicBezTo>
                      <a:cubicBezTo>
                        <a:pt x="785" y="1639"/>
                        <a:pt x="1087" y="1517"/>
                        <a:pt x="1237" y="1272"/>
                      </a:cubicBezTo>
                      <a:lnTo>
                        <a:pt x="1267" y="1272"/>
                      </a:lnTo>
                      <a:cubicBezTo>
                        <a:pt x="1337" y="1272"/>
                        <a:pt x="1476" y="1229"/>
                        <a:pt x="1562" y="1122"/>
                      </a:cubicBezTo>
                      <a:cubicBezTo>
                        <a:pt x="1612" y="1056"/>
                        <a:pt x="1648" y="963"/>
                        <a:pt x="1648" y="884"/>
                      </a:cubicBezTo>
                      <a:cubicBezTo>
                        <a:pt x="1655" y="863"/>
                        <a:pt x="1648" y="841"/>
                        <a:pt x="1648" y="827"/>
                      </a:cubicBezTo>
                      <a:cubicBezTo>
                        <a:pt x="1632" y="791"/>
                        <a:pt x="1605" y="761"/>
                        <a:pt x="1562" y="754"/>
                      </a:cubicBezTo>
                      <a:cubicBezTo>
                        <a:pt x="1558" y="754"/>
                        <a:pt x="1553" y="754"/>
                        <a:pt x="1549" y="754"/>
                      </a:cubicBezTo>
                      <a:cubicBezTo>
                        <a:pt x="1454" y="754"/>
                        <a:pt x="1379" y="829"/>
                        <a:pt x="1346" y="870"/>
                      </a:cubicBezTo>
                      <a:cubicBezTo>
                        <a:pt x="1194" y="841"/>
                        <a:pt x="965" y="770"/>
                        <a:pt x="706" y="604"/>
                      </a:cubicBezTo>
                      <a:lnTo>
                        <a:pt x="691" y="589"/>
                      </a:lnTo>
                      <a:cubicBezTo>
                        <a:pt x="677" y="582"/>
                        <a:pt x="670" y="575"/>
                        <a:pt x="663" y="568"/>
                      </a:cubicBezTo>
                      <a:cubicBezTo>
                        <a:pt x="554" y="496"/>
                        <a:pt x="475" y="416"/>
                        <a:pt x="404" y="330"/>
                      </a:cubicBezTo>
                      <a:cubicBezTo>
                        <a:pt x="318" y="223"/>
                        <a:pt x="252" y="107"/>
                        <a:pt x="216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7400727" y="2380809"/>
                  <a:ext cx="34334" cy="44107"/>
                </a:xfrm>
                <a:custGeom>
                  <a:rect b="b" l="l" r="r" t="t"/>
                  <a:pathLst>
                    <a:path extrusionOk="0" h="167" w="130">
                      <a:moveTo>
                        <a:pt x="66" y="1"/>
                      </a:moveTo>
                      <a:cubicBezTo>
                        <a:pt x="30" y="1"/>
                        <a:pt x="1" y="37"/>
                        <a:pt x="1" y="87"/>
                      </a:cubicBezTo>
                      <a:cubicBezTo>
                        <a:pt x="1" y="130"/>
                        <a:pt x="30" y="166"/>
                        <a:pt x="66" y="166"/>
                      </a:cubicBezTo>
                      <a:cubicBezTo>
                        <a:pt x="101" y="166"/>
                        <a:pt x="130" y="130"/>
                        <a:pt x="130" y="87"/>
                      </a:cubicBezTo>
                      <a:cubicBezTo>
                        <a:pt x="130" y="37"/>
                        <a:pt x="101" y="1"/>
                        <a:pt x="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7263919" y="2384507"/>
                  <a:ext cx="26939" cy="38033"/>
                </a:xfrm>
                <a:custGeom>
                  <a:rect b="b" l="l" r="r" t="t"/>
                  <a:pathLst>
                    <a:path extrusionOk="0" h="144" w="102">
                      <a:moveTo>
                        <a:pt x="30" y="0"/>
                      </a:moveTo>
                      <a:cubicBezTo>
                        <a:pt x="15" y="7"/>
                        <a:pt x="1" y="37"/>
                        <a:pt x="1" y="73"/>
                      </a:cubicBezTo>
                      <a:cubicBezTo>
                        <a:pt x="1" y="109"/>
                        <a:pt x="23" y="144"/>
                        <a:pt x="51" y="144"/>
                      </a:cubicBezTo>
                      <a:cubicBezTo>
                        <a:pt x="80" y="144"/>
                        <a:pt x="101" y="109"/>
                        <a:pt x="101" y="73"/>
                      </a:cubicBezTo>
                      <a:cubicBezTo>
                        <a:pt x="101" y="44"/>
                        <a:pt x="94" y="23"/>
                        <a:pt x="80" y="7"/>
                      </a:cubicBezTo>
                      <a:cubicBezTo>
                        <a:pt x="67" y="7"/>
                        <a:pt x="51" y="0"/>
                        <a:pt x="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1" name="Google Shape;631;p38"/>
                <p:cNvSpPr/>
                <p:nvPr/>
              </p:nvSpPr>
              <p:spPr>
                <a:xfrm>
                  <a:off x="7271842" y="2382658"/>
                  <a:ext cx="13469" cy="3962"/>
                </a:xfrm>
                <a:custGeom>
                  <a:rect b="b" l="l" r="r" t="t"/>
                  <a:pathLst>
                    <a:path extrusionOk="0" h="15" w="51">
                      <a:moveTo>
                        <a:pt x="21" y="0"/>
                      </a:moveTo>
                      <a:cubicBezTo>
                        <a:pt x="14" y="0"/>
                        <a:pt x="7" y="7"/>
                        <a:pt x="0" y="7"/>
                      </a:cubicBezTo>
                      <a:cubicBezTo>
                        <a:pt x="21" y="7"/>
                        <a:pt x="37" y="14"/>
                        <a:pt x="50" y="14"/>
                      </a:cubicBezTo>
                      <a:cubicBezTo>
                        <a:pt x="43" y="7"/>
                        <a:pt x="3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p38"/>
                <p:cNvSpPr/>
                <p:nvPr/>
              </p:nvSpPr>
              <p:spPr>
                <a:xfrm>
                  <a:off x="7305912" y="2466119"/>
                  <a:ext cx="11621" cy="26940"/>
                </a:xfrm>
                <a:custGeom>
                  <a:rect b="b" l="l" r="r" t="t"/>
                  <a:pathLst>
                    <a:path extrusionOk="0" fill="none" h="102" w="44">
                      <a:moveTo>
                        <a:pt x="44" y="102"/>
                      </a:moveTo>
                      <a:cubicBezTo>
                        <a:pt x="44" y="102"/>
                        <a:pt x="1" y="73"/>
                        <a:pt x="21" y="0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p38"/>
                <p:cNvSpPr/>
                <p:nvPr/>
              </p:nvSpPr>
              <p:spPr>
                <a:xfrm>
                  <a:off x="7313307" y="2536110"/>
                  <a:ext cx="72630" cy="21393"/>
                </a:xfrm>
                <a:custGeom>
                  <a:rect b="b" l="l" r="r" t="t"/>
                  <a:pathLst>
                    <a:path extrusionOk="0" fill="none" h="81" w="275">
                      <a:moveTo>
                        <a:pt x="0" y="37"/>
                      </a:moveTo>
                      <a:cubicBezTo>
                        <a:pt x="0" y="37"/>
                        <a:pt x="138" y="80"/>
                        <a:pt x="275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p38"/>
                <p:cNvSpPr/>
                <p:nvPr/>
              </p:nvSpPr>
              <p:spPr>
                <a:xfrm>
                  <a:off x="7427138" y="2342512"/>
                  <a:ext cx="22977" cy="4490"/>
                </a:xfrm>
                <a:custGeom>
                  <a:rect b="b" l="l" r="r" t="t"/>
                  <a:pathLst>
                    <a:path extrusionOk="0" fill="none" h="17" w="87">
                      <a:moveTo>
                        <a:pt x="87" y="16"/>
                      </a:moveTo>
                      <a:cubicBezTo>
                        <a:pt x="59" y="9"/>
                        <a:pt x="30" y="9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38"/>
                <p:cNvSpPr/>
                <p:nvPr/>
              </p:nvSpPr>
              <p:spPr>
                <a:xfrm>
                  <a:off x="7389370" y="2340664"/>
                  <a:ext cx="38031" cy="6339"/>
                </a:xfrm>
                <a:custGeom>
                  <a:rect b="b" l="l" r="r" t="t"/>
                  <a:pathLst>
                    <a:path extrusionOk="0" fill="none" h="24" w="144">
                      <a:moveTo>
                        <a:pt x="0" y="23"/>
                      </a:moveTo>
                      <a:cubicBezTo>
                        <a:pt x="0" y="23"/>
                        <a:pt x="44" y="1"/>
                        <a:pt x="144" y="8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38"/>
                <p:cNvSpPr/>
                <p:nvPr/>
              </p:nvSpPr>
              <p:spPr>
                <a:xfrm>
                  <a:off x="7265768" y="2336966"/>
                  <a:ext cx="25090" cy="5811"/>
                </a:xfrm>
                <a:custGeom>
                  <a:rect b="b" l="l" r="r" t="t"/>
                  <a:pathLst>
                    <a:path extrusionOk="0" fill="none" h="22" w="95">
                      <a:moveTo>
                        <a:pt x="94" y="22"/>
                      </a:moveTo>
                      <a:cubicBezTo>
                        <a:pt x="94" y="22"/>
                        <a:pt x="60" y="1"/>
                        <a:pt x="1" y="1"/>
                      </a:cubicBez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38"/>
                <p:cNvSpPr/>
                <p:nvPr/>
              </p:nvSpPr>
              <p:spPr>
                <a:xfrm>
                  <a:off x="7336020" y="2522904"/>
                  <a:ext cx="284972" cy="265436"/>
                </a:xfrm>
                <a:custGeom>
                  <a:rect b="b" l="l" r="r" t="t"/>
                  <a:pathLst>
                    <a:path extrusionOk="0" h="1005" w="1079">
                      <a:moveTo>
                        <a:pt x="892" y="1"/>
                      </a:moveTo>
                      <a:cubicBezTo>
                        <a:pt x="742" y="246"/>
                        <a:pt x="440" y="368"/>
                        <a:pt x="202" y="396"/>
                      </a:cubicBezTo>
                      <a:cubicBezTo>
                        <a:pt x="195" y="396"/>
                        <a:pt x="195" y="396"/>
                        <a:pt x="189" y="404"/>
                      </a:cubicBezTo>
                      <a:lnTo>
                        <a:pt x="123" y="404"/>
                      </a:lnTo>
                      <a:cubicBezTo>
                        <a:pt x="145" y="425"/>
                        <a:pt x="166" y="439"/>
                        <a:pt x="182" y="448"/>
                      </a:cubicBezTo>
                      <a:cubicBezTo>
                        <a:pt x="182" y="455"/>
                        <a:pt x="189" y="455"/>
                        <a:pt x="189" y="455"/>
                      </a:cubicBezTo>
                      <a:cubicBezTo>
                        <a:pt x="195" y="461"/>
                        <a:pt x="209" y="468"/>
                        <a:pt x="209" y="475"/>
                      </a:cubicBezTo>
                      <a:cubicBezTo>
                        <a:pt x="232" y="491"/>
                        <a:pt x="275" y="511"/>
                        <a:pt x="268" y="525"/>
                      </a:cubicBezTo>
                      <a:cubicBezTo>
                        <a:pt x="259" y="541"/>
                        <a:pt x="232" y="568"/>
                        <a:pt x="189" y="568"/>
                      </a:cubicBezTo>
                      <a:cubicBezTo>
                        <a:pt x="166" y="568"/>
                        <a:pt x="145" y="568"/>
                        <a:pt x="123" y="555"/>
                      </a:cubicBezTo>
                      <a:cubicBezTo>
                        <a:pt x="95" y="598"/>
                        <a:pt x="73" y="627"/>
                        <a:pt x="52" y="648"/>
                      </a:cubicBezTo>
                      <a:cubicBezTo>
                        <a:pt x="44" y="655"/>
                        <a:pt x="37" y="663"/>
                        <a:pt x="30" y="670"/>
                      </a:cubicBezTo>
                      <a:cubicBezTo>
                        <a:pt x="1" y="713"/>
                        <a:pt x="16" y="893"/>
                        <a:pt x="189" y="965"/>
                      </a:cubicBezTo>
                      <a:cubicBezTo>
                        <a:pt x="209" y="972"/>
                        <a:pt x="239" y="986"/>
                        <a:pt x="268" y="986"/>
                      </a:cubicBezTo>
                      <a:cubicBezTo>
                        <a:pt x="334" y="999"/>
                        <a:pt x="397" y="1004"/>
                        <a:pt x="454" y="1004"/>
                      </a:cubicBezTo>
                      <a:cubicBezTo>
                        <a:pt x="884" y="1004"/>
                        <a:pt x="1079" y="691"/>
                        <a:pt x="1079" y="691"/>
                      </a:cubicBezTo>
                      <a:cubicBezTo>
                        <a:pt x="1079" y="691"/>
                        <a:pt x="922" y="541"/>
                        <a:pt x="915" y="361"/>
                      </a:cubicBezTo>
                      <a:cubicBezTo>
                        <a:pt x="906" y="253"/>
                        <a:pt x="915" y="110"/>
                        <a:pt x="922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38"/>
                <p:cNvSpPr/>
                <p:nvPr/>
              </p:nvSpPr>
              <p:spPr>
                <a:xfrm>
                  <a:off x="6901298" y="2600818"/>
                  <a:ext cx="507351" cy="571809"/>
                </a:xfrm>
                <a:custGeom>
                  <a:rect b="b" l="l" r="r" t="t"/>
                  <a:pathLst>
                    <a:path extrusionOk="0" h="2165" w="1921">
                      <a:moveTo>
                        <a:pt x="1317" y="1"/>
                      </a:moveTo>
                      <a:cubicBezTo>
                        <a:pt x="1274" y="1"/>
                        <a:pt x="886" y="303"/>
                        <a:pt x="850" y="353"/>
                      </a:cubicBezTo>
                      <a:cubicBezTo>
                        <a:pt x="806" y="396"/>
                        <a:pt x="44" y="1590"/>
                        <a:pt x="23" y="1719"/>
                      </a:cubicBezTo>
                      <a:cubicBezTo>
                        <a:pt x="1" y="1855"/>
                        <a:pt x="23" y="2150"/>
                        <a:pt x="196" y="2164"/>
                      </a:cubicBezTo>
                      <a:lnTo>
                        <a:pt x="216" y="2164"/>
                      </a:lnTo>
                      <a:cubicBezTo>
                        <a:pt x="220" y="2164"/>
                        <a:pt x="224" y="2164"/>
                        <a:pt x="229" y="2164"/>
                      </a:cubicBezTo>
                      <a:cubicBezTo>
                        <a:pt x="401" y="2164"/>
                        <a:pt x="649" y="2023"/>
                        <a:pt x="706" y="1842"/>
                      </a:cubicBezTo>
                      <a:cubicBezTo>
                        <a:pt x="713" y="1812"/>
                        <a:pt x="727" y="1769"/>
                        <a:pt x="741" y="1719"/>
                      </a:cubicBezTo>
                      <a:lnTo>
                        <a:pt x="741" y="1712"/>
                      </a:lnTo>
                      <a:cubicBezTo>
                        <a:pt x="756" y="1662"/>
                        <a:pt x="777" y="1590"/>
                        <a:pt x="800" y="1517"/>
                      </a:cubicBezTo>
                      <a:cubicBezTo>
                        <a:pt x="856" y="1324"/>
                        <a:pt x="922" y="1086"/>
                        <a:pt x="972" y="920"/>
                      </a:cubicBezTo>
                      <a:cubicBezTo>
                        <a:pt x="1008" y="800"/>
                        <a:pt x="1036" y="713"/>
                        <a:pt x="1036" y="713"/>
                      </a:cubicBezTo>
                      <a:cubicBezTo>
                        <a:pt x="1036" y="713"/>
                        <a:pt x="1079" y="720"/>
                        <a:pt x="1115" y="734"/>
                      </a:cubicBezTo>
                      <a:cubicBezTo>
                        <a:pt x="1151" y="741"/>
                        <a:pt x="1188" y="748"/>
                        <a:pt x="1195" y="756"/>
                      </a:cubicBezTo>
                      <a:cubicBezTo>
                        <a:pt x="1207" y="760"/>
                        <a:pt x="1243" y="764"/>
                        <a:pt x="1277" y="764"/>
                      </a:cubicBezTo>
                      <a:cubicBezTo>
                        <a:pt x="1302" y="764"/>
                        <a:pt x="1326" y="762"/>
                        <a:pt x="1338" y="756"/>
                      </a:cubicBezTo>
                      <a:cubicBezTo>
                        <a:pt x="1367" y="741"/>
                        <a:pt x="1533" y="555"/>
                        <a:pt x="1533" y="525"/>
                      </a:cubicBezTo>
                      <a:lnTo>
                        <a:pt x="1533" y="461"/>
                      </a:lnTo>
                      <a:lnTo>
                        <a:pt x="1533" y="180"/>
                      </a:lnTo>
                      <a:cubicBezTo>
                        <a:pt x="1533" y="180"/>
                        <a:pt x="1603" y="180"/>
                        <a:pt x="1626" y="196"/>
                      </a:cubicBezTo>
                      <a:cubicBezTo>
                        <a:pt x="1655" y="203"/>
                        <a:pt x="1690" y="230"/>
                        <a:pt x="1769" y="260"/>
                      </a:cubicBezTo>
                      <a:cubicBezTo>
                        <a:pt x="1791" y="273"/>
                        <a:pt x="1812" y="273"/>
                        <a:pt x="1835" y="273"/>
                      </a:cubicBezTo>
                      <a:cubicBezTo>
                        <a:pt x="1878" y="273"/>
                        <a:pt x="1905" y="246"/>
                        <a:pt x="1914" y="230"/>
                      </a:cubicBezTo>
                      <a:cubicBezTo>
                        <a:pt x="1921" y="216"/>
                        <a:pt x="1878" y="196"/>
                        <a:pt x="1855" y="180"/>
                      </a:cubicBezTo>
                      <a:cubicBezTo>
                        <a:pt x="1855" y="173"/>
                        <a:pt x="1841" y="166"/>
                        <a:pt x="1835" y="160"/>
                      </a:cubicBezTo>
                      <a:cubicBezTo>
                        <a:pt x="1835" y="160"/>
                        <a:pt x="1828" y="160"/>
                        <a:pt x="1828" y="153"/>
                      </a:cubicBezTo>
                      <a:cubicBezTo>
                        <a:pt x="1812" y="144"/>
                        <a:pt x="1791" y="130"/>
                        <a:pt x="1769" y="109"/>
                      </a:cubicBezTo>
                      <a:cubicBezTo>
                        <a:pt x="1748" y="87"/>
                        <a:pt x="1719" y="73"/>
                        <a:pt x="1705" y="51"/>
                      </a:cubicBezTo>
                      <a:cubicBezTo>
                        <a:pt x="1669" y="15"/>
                        <a:pt x="1619" y="1"/>
                        <a:pt x="1569" y="1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38"/>
                <p:cNvSpPr/>
                <p:nvPr/>
              </p:nvSpPr>
              <p:spPr>
                <a:xfrm>
                  <a:off x="6876755" y="3138036"/>
                  <a:ext cx="892419" cy="341746"/>
                </a:xfrm>
                <a:custGeom>
                  <a:rect b="b" l="l" r="r" t="t"/>
                  <a:pathLst>
                    <a:path extrusionOk="0" h="1321" w="3379">
                      <a:moveTo>
                        <a:pt x="2631" y="0"/>
                      </a:moveTo>
                      <a:lnTo>
                        <a:pt x="2618" y="143"/>
                      </a:lnTo>
                      <a:lnTo>
                        <a:pt x="2538" y="654"/>
                      </a:lnTo>
                      <a:lnTo>
                        <a:pt x="1058" y="926"/>
                      </a:lnTo>
                      <a:cubicBezTo>
                        <a:pt x="1058" y="926"/>
                        <a:pt x="777" y="581"/>
                        <a:pt x="756" y="561"/>
                      </a:cubicBezTo>
                      <a:cubicBezTo>
                        <a:pt x="748" y="552"/>
                        <a:pt x="734" y="552"/>
                        <a:pt x="704" y="545"/>
                      </a:cubicBezTo>
                      <a:cubicBezTo>
                        <a:pt x="627" y="525"/>
                        <a:pt x="489" y="502"/>
                        <a:pt x="461" y="502"/>
                      </a:cubicBezTo>
                      <a:cubicBezTo>
                        <a:pt x="432" y="502"/>
                        <a:pt x="180" y="625"/>
                        <a:pt x="137" y="654"/>
                      </a:cubicBezTo>
                      <a:cubicBezTo>
                        <a:pt x="101" y="682"/>
                        <a:pt x="30" y="906"/>
                        <a:pt x="23" y="926"/>
                      </a:cubicBezTo>
                      <a:cubicBezTo>
                        <a:pt x="8" y="949"/>
                        <a:pt x="1" y="999"/>
                        <a:pt x="51" y="999"/>
                      </a:cubicBezTo>
                      <a:lnTo>
                        <a:pt x="346" y="999"/>
                      </a:lnTo>
                      <a:cubicBezTo>
                        <a:pt x="346" y="999"/>
                        <a:pt x="353" y="999"/>
                        <a:pt x="353" y="1006"/>
                      </a:cubicBezTo>
                      <a:cubicBezTo>
                        <a:pt x="375" y="1006"/>
                        <a:pt x="446" y="1056"/>
                        <a:pt x="518" y="1113"/>
                      </a:cubicBezTo>
                      <a:cubicBezTo>
                        <a:pt x="541" y="1128"/>
                        <a:pt x="561" y="1142"/>
                        <a:pt x="575" y="1156"/>
                      </a:cubicBezTo>
                      <a:cubicBezTo>
                        <a:pt x="634" y="1199"/>
                        <a:pt x="684" y="1235"/>
                        <a:pt x="704" y="1258"/>
                      </a:cubicBezTo>
                      <a:cubicBezTo>
                        <a:pt x="742" y="1284"/>
                        <a:pt x="785" y="1321"/>
                        <a:pt x="903" y="1321"/>
                      </a:cubicBezTo>
                      <a:cubicBezTo>
                        <a:pt x="949" y="1321"/>
                        <a:pt x="1006" y="1315"/>
                        <a:pt x="1079" y="1301"/>
                      </a:cubicBezTo>
                      <a:cubicBezTo>
                        <a:pt x="1086" y="1301"/>
                        <a:pt x="1086" y="1301"/>
                        <a:pt x="1093" y="1294"/>
                      </a:cubicBezTo>
                      <a:cubicBezTo>
                        <a:pt x="1188" y="1301"/>
                        <a:pt x="1431" y="1301"/>
                        <a:pt x="1712" y="1301"/>
                      </a:cubicBezTo>
                      <a:lnTo>
                        <a:pt x="2107" y="1301"/>
                      </a:lnTo>
                      <a:cubicBezTo>
                        <a:pt x="2207" y="1265"/>
                        <a:pt x="2300" y="1235"/>
                        <a:pt x="2395" y="1199"/>
                      </a:cubicBezTo>
                      <a:cubicBezTo>
                        <a:pt x="2661" y="1106"/>
                        <a:pt x="2920" y="1006"/>
                        <a:pt x="3142" y="897"/>
                      </a:cubicBezTo>
                      <a:cubicBezTo>
                        <a:pt x="3199" y="675"/>
                        <a:pt x="3285" y="345"/>
                        <a:pt x="3335" y="157"/>
                      </a:cubicBezTo>
                      <a:cubicBezTo>
                        <a:pt x="3365" y="64"/>
                        <a:pt x="3378" y="0"/>
                        <a:pt x="3378" y="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38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rect b="b" l="l" r="r" t="t"/>
                  <a:pathLst>
                    <a:path extrusionOk="0" h="591" w="174">
                      <a:moveTo>
                        <a:pt x="1" y="1"/>
                      </a:moveTo>
                      <a:lnTo>
                        <a:pt x="108" y="591"/>
                      </a:lnTo>
                      <a:lnTo>
                        <a:pt x="173" y="591"/>
                      </a:lnTo>
                      <a:lnTo>
                        <a:pt x="65" y="232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38"/>
                <p:cNvSpPr/>
                <p:nvPr/>
              </p:nvSpPr>
              <p:spPr>
                <a:xfrm>
                  <a:off x="8203881" y="4037874"/>
                  <a:ext cx="45955" cy="156092"/>
                </a:xfrm>
                <a:custGeom>
                  <a:rect b="b" l="l" r="r" t="t"/>
                  <a:pathLst>
                    <a:path extrusionOk="0" fill="none" h="591" w="174">
                      <a:moveTo>
                        <a:pt x="1" y="1"/>
                      </a:moveTo>
                      <a:lnTo>
                        <a:pt x="65" y="232"/>
                      </a:lnTo>
                      <a:lnTo>
                        <a:pt x="173" y="591"/>
                      </a:lnTo>
                      <a:lnTo>
                        <a:pt x="108" y="59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38"/>
                <p:cNvSpPr/>
                <p:nvPr/>
              </p:nvSpPr>
              <p:spPr>
                <a:xfrm>
                  <a:off x="8239222" y="3398185"/>
                  <a:ext cx="338322" cy="795778"/>
                </a:xfrm>
                <a:custGeom>
                  <a:rect b="b" l="l" r="r" t="t"/>
                  <a:pathLst>
                    <a:path extrusionOk="0" h="3013" w="1281">
                      <a:moveTo>
                        <a:pt x="913" y="1"/>
                      </a:moveTo>
                      <a:lnTo>
                        <a:pt x="620" y="979"/>
                      </a:lnTo>
                      <a:lnTo>
                        <a:pt x="339" y="1891"/>
                      </a:lnTo>
                      <a:lnTo>
                        <a:pt x="73" y="2768"/>
                      </a:lnTo>
                      <a:lnTo>
                        <a:pt x="1" y="3013"/>
                      </a:lnTo>
                      <a:lnTo>
                        <a:pt x="145" y="3013"/>
                      </a:lnTo>
                      <a:cubicBezTo>
                        <a:pt x="166" y="2970"/>
                        <a:pt x="180" y="2927"/>
                        <a:pt x="173" y="2883"/>
                      </a:cubicBezTo>
                      <a:cubicBezTo>
                        <a:pt x="159" y="2768"/>
                        <a:pt x="239" y="2688"/>
                        <a:pt x="318" y="2654"/>
                      </a:cubicBezTo>
                      <a:cubicBezTo>
                        <a:pt x="382" y="2625"/>
                        <a:pt x="418" y="2588"/>
                        <a:pt x="432" y="2531"/>
                      </a:cubicBezTo>
                      <a:lnTo>
                        <a:pt x="432" y="2466"/>
                      </a:lnTo>
                      <a:cubicBezTo>
                        <a:pt x="432" y="2366"/>
                        <a:pt x="525" y="2280"/>
                        <a:pt x="584" y="2250"/>
                      </a:cubicBezTo>
                      <a:cubicBezTo>
                        <a:pt x="611" y="2236"/>
                        <a:pt x="654" y="2223"/>
                        <a:pt x="706" y="2186"/>
                      </a:cubicBezTo>
                      <a:cubicBezTo>
                        <a:pt x="734" y="2157"/>
                        <a:pt x="770" y="2121"/>
                        <a:pt x="820" y="2093"/>
                      </a:cubicBezTo>
                      <a:cubicBezTo>
                        <a:pt x="842" y="2071"/>
                        <a:pt x="863" y="2042"/>
                        <a:pt x="886" y="2007"/>
                      </a:cubicBezTo>
                      <a:cubicBezTo>
                        <a:pt x="913" y="1971"/>
                        <a:pt x="942" y="1941"/>
                        <a:pt x="979" y="1921"/>
                      </a:cubicBezTo>
                      <a:cubicBezTo>
                        <a:pt x="1029" y="1812"/>
                        <a:pt x="1042" y="1697"/>
                        <a:pt x="1036" y="1619"/>
                      </a:cubicBezTo>
                      <a:cubicBezTo>
                        <a:pt x="1022" y="1490"/>
                        <a:pt x="942" y="1265"/>
                        <a:pt x="1115" y="877"/>
                      </a:cubicBezTo>
                      <a:cubicBezTo>
                        <a:pt x="1281" y="475"/>
                        <a:pt x="913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38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rect b="b" l="l" r="r" t="t"/>
                  <a:pathLst>
                    <a:path extrusionOk="0" h="174" w="16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38"/>
                <p:cNvSpPr/>
                <p:nvPr/>
              </p:nvSpPr>
              <p:spPr>
                <a:xfrm>
                  <a:off x="8198559" y="3398185"/>
                  <a:ext cx="279162" cy="731070"/>
                </a:xfrm>
                <a:custGeom>
                  <a:rect b="b" l="l" r="r" t="t"/>
                  <a:pathLst>
                    <a:path extrusionOk="0" h="2768" w="1057">
                      <a:moveTo>
                        <a:pt x="1056" y="1"/>
                      </a:move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216" y="2768"/>
                      </a:ln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38"/>
                <p:cNvSpPr/>
                <p:nvPr/>
              </p:nvSpPr>
              <p:spPr>
                <a:xfrm>
                  <a:off x="8201454" y="3398185"/>
                  <a:ext cx="279162" cy="731070"/>
                </a:xfrm>
                <a:custGeom>
                  <a:rect b="b" l="l" r="r" t="t"/>
                  <a:pathLst>
                    <a:path extrusionOk="0" fill="none" h="2768" w="1057">
                      <a:moveTo>
                        <a:pt x="216" y="2768"/>
                      </a:moveTo>
                      <a:lnTo>
                        <a:pt x="482" y="1891"/>
                      </a:lnTo>
                      <a:lnTo>
                        <a:pt x="763" y="979"/>
                      </a:lnTo>
                      <a:lnTo>
                        <a:pt x="763" y="979"/>
                      </a:lnTo>
                      <a:lnTo>
                        <a:pt x="1056" y="1"/>
                      </a:lnTo>
                      <a:cubicBezTo>
                        <a:pt x="1056" y="1"/>
                        <a:pt x="482" y="196"/>
                        <a:pt x="409" y="618"/>
                      </a:cubicBezTo>
                      <a:cubicBezTo>
                        <a:pt x="332" y="1043"/>
                        <a:pt x="137" y="1179"/>
                        <a:pt x="57" y="1281"/>
                      </a:cubicBezTo>
                      <a:cubicBezTo>
                        <a:pt x="50" y="1288"/>
                        <a:pt x="37" y="1301"/>
                        <a:pt x="30" y="1324"/>
                      </a:cubicBezTo>
                      <a:cubicBezTo>
                        <a:pt x="93" y="1424"/>
                        <a:pt x="144" y="1596"/>
                        <a:pt x="80" y="1740"/>
                      </a:cubicBezTo>
                      <a:cubicBezTo>
                        <a:pt x="0" y="1898"/>
                        <a:pt x="21" y="1998"/>
                        <a:pt x="130" y="2114"/>
                      </a:cubicBezTo>
                      <a:cubicBezTo>
                        <a:pt x="245" y="2230"/>
                        <a:pt x="309" y="2409"/>
                        <a:pt x="202" y="2588"/>
                      </a:cubicBezTo>
                      <a:cubicBezTo>
                        <a:pt x="187" y="2611"/>
                        <a:pt x="173" y="2638"/>
                        <a:pt x="166" y="2668"/>
                      </a:cubicBezTo>
                      <a:lnTo>
                        <a:pt x="166" y="2668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38"/>
                <p:cNvSpPr/>
                <p:nvPr/>
              </p:nvSpPr>
              <p:spPr>
                <a:xfrm>
                  <a:off x="8331181" y="4066663"/>
                  <a:ext cx="85307" cy="32486"/>
                </a:xfrm>
                <a:custGeom>
                  <a:rect b="b" l="l" r="r" t="t"/>
                  <a:pathLst>
                    <a:path extrusionOk="0" fill="none" h="123" w="323">
                      <a:moveTo>
                        <a:pt x="323" y="0"/>
                      </a:moveTo>
                      <a:lnTo>
                        <a:pt x="0" y="123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38"/>
                <p:cNvSpPr/>
                <p:nvPr/>
              </p:nvSpPr>
              <p:spPr>
                <a:xfrm>
                  <a:off x="8414061" y="3584123"/>
                  <a:ext cx="91381" cy="36712"/>
                </a:xfrm>
                <a:custGeom>
                  <a:rect b="b" l="l" r="r" t="t"/>
                  <a:pathLst>
                    <a:path extrusionOk="0" fill="none" h="139" w="346">
                      <a:moveTo>
                        <a:pt x="1" y="139"/>
                      </a:moveTo>
                      <a:lnTo>
                        <a:pt x="346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38"/>
                <p:cNvSpPr/>
                <p:nvPr/>
              </p:nvSpPr>
              <p:spPr>
                <a:xfrm>
                  <a:off x="8336149" y="3816017"/>
                  <a:ext cx="148428" cy="59162"/>
                </a:xfrm>
                <a:custGeom>
                  <a:rect b="b" l="l" r="r" t="t"/>
                  <a:pathLst>
                    <a:path extrusionOk="0" fill="none" h="224" w="562">
                      <a:moveTo>
                        <a:pt x="1" y="223"/>
                      </a:moveTo>
                      <a:lnTo>
                        <a:pt x="562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38"/>
                <p:cNvSpPr/>
                <p:nvPr/>
              </p:nvSpPr>
              <p:spPr>
                <a:xfrm>
                  <a:off x="8260086" y="3762665"/>
                  <a:ext cx="68668" cy="135227"/>
                </a:xfrm>
                <a:custGeom>
                  <a:rect b="b" l="l" r="r" t="t"/>
                  <a:pathLst>
                    <a:path extrusionOk="0" fill="none" h="512" w="260">
                      <a:moveTo>
                        <a:pt x="260" y="511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38"/>
                <p:cNvSpPr/>
                <p:nvPr/>
              </p:nvSpPr>
              <p:spPr>
                <a:xfrm>
                  <a:off x="8359127" y="3575143"/>
                  <a:ext cx="43842" cy="81612"/>
                </a:xfrm>
                <a:custGeom>
                  <a:rect b="b" l="l" r="r" t="t"/>
                  <a:pathLst>
                    <a:path extrusionOk="0" fill="none" h="309" w="166">
                      <a:moveTo>
                        <a:pt x="166" y="30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38"/>
                <p:cNvSpPr/>
                <p:nvPr/>
              </p:nvSpPr>
              <p:spPr>
                <a:xfrm>
                  <a:off x="7960323" y="3422748"/>
                  <a:ext cx="323003" cy="771216"/>
                </a:xfrm>
                <a:custGeom>
                  <a:rect b="b" l="l" r="r" t="t"/>
                  <a:pathLst>
                    <a:path extrusionOk="0" h="2920" w="1223">
                      <a:moveTo>
                        <a:pt x="1" y="1"/>
                      </a:moveTo>
                      <a:lnTo>
                        <a:pt x="266" y="907"/>
                      </a:lnTo>
                      <a:lnTo>
                        <a:pt x="511" y="1748"/>
                      </a:lnTo>
                      <a:lnTo>
                        <a:pt x="684" y="2330"/>
                      </a:lnTo>
                      <a:lnTo>
                        <a:pt x="748" y="2561"/>
                      </a:lnTo>
                      <a:lnTo>
                        <a:pt x="856" y="2920"/>
                      </a:lnTo>
                      <a:lnTo>
                        <a:pt x="1036" y="2920"/>
                      </a:lnTo>
                      <a:cubicBezTo>
                        <a:pt x="1072" y="2811"/>
                        <a:pt x="1050" y="2682"/>
                        <a:pt x="1079" y="2575"/>
                      </a:cubicBezTo>
                      <a:cubicBezTo>
                        <a:pt x="1086" y="2545"/>
                        <a:pt x="1100" y="2518"/>
                        <a:pt x="1115" y="2495"/>
                      </a:cubicBezTo>
                      <a:cubicBezTo>
                        <a:pt x="1222" y="2316"/>
                        <a:pt x="1158" y="2137"/>
                        <a:pt x="1043" y="2021"/>
                      </a:cubicBezTo>
                      <a:cubicBezTo>
                        <a:pt x="934" y="1905"/>
                        <a:pt x="913" y="1805"/>
                        <a:pt x="993" y="1647"/>
                      </a:cubicBezTo>
                      <a:cubicBezTo>
                        <a:pt x="1057" y="1503"/>
                        <a:pt x="1006" y="1331"/>
                        <a:pt x="943" y="1231"/>
                      </a:cubicBezTo>
                      <a:cubicBezTo>
                        <a:pt x="927" y="1208"/>
                        <a:pt x="920" y="1195"/>
                        <a:pt x="913" y="1188"/>
                      </a:cubicBezTo>
                      <a:cubicBezTo>
                        <a:pt x="834" y="1095"/>
                        <a:pt x="661" y="965"/>
                        <a:pt x="589" y="577"/>
                      </a:cubicBezTo>
                      <a:cubicBezTo>
                        <a:pt x="525" y="180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p38"/>
                <p:cNvSpPr/>
                <p:nvPr/>
              </p:nvSpPr>
              <p:spPr>
                <a:xfrm>
                  <a:off x="7869206" y="3422748"/>
                  <a:ext cx="317457" cy="771216"/>
                </a:xfrm>
                <a:custGeom>
                  <a:rect b="b" l="l" r="r" t="t"/>
                  <a:pathLst>
                    <a:path extrusionOk="0" h="2920" w="1202">
                      <a:moveTo>
                        <a:pt x="346" y="1"/>
                      </a:moveTo>
                      <a:cubicBezTo>
                        <a:pt x="346" y="1"/>
                        <a:pt x="1" y="439"/>
                        <a:pt x="158" y="800"/>
                      </a:cubicBezTo>
                      <a:cubicBezTo>
                        <a:pt x="310" y="1165"/>
                        <a:pt x="230" y="1374"/>
                        <a:pt x="216" y="1490"/>
                      </a:cubicBezTo>
                      <a:cubicBezTo>
                        <a:pt x="209" y="1604"/>
                        <a:pt x="244" y="1819"/>
                        <a:pt x="396" y="1921"/>
                      </a:cubicBezTo>
                      <a:cubicBezTo>
                        <a:pt x="518" y="1992"/>
                        <a:pt x="561" y="2064"/>
                        <a:pt x="561" y="2164"/>
                      </a:cubicBezTo>
                      <a:cubicBezTo>
                        <a:pt x="605" y="2194"/>
                        <a:pt x="655" y="2237"/>
                        <a:pt x="675" y="2294"/>
                      </a:cubicBezTo>
                      <a:cubicBezTo>
                        <a:pt x="691" y="2323"/>
                        <a:pt x="698" y="2345"/>
                        <a:pt x="698" y="2373"/>
                      </a:cubicBezTo>
                      <a:cubicBezTo>
                        <a:pt x="691" y="2482"/>
                        <a:pt x="727" y="2525"/>
                        <a:pt x="813" y="2561"/>
                      </a:cubicBezTo>
                      <a:cubicBezTo>
                        <a:pt x="900" y="2595"/>
                        <a:pt x="970" y="2675"/>
                        <a:pt x="956" y="2790"/>
                      </a:cubicBezTo>
                      <a:cubicBezTo>
                        <a:pt x="950" y="2834"/>
                        <a:pt x="963" y="2877"/>
                        <a:pt x="986" y="2920"/>
                      </a:cubicBezTo>
                      <a:lnTo>
                        <a:pt x="1201" y="2920"/>
                      </a:lnTo>
                      <a:lnTo>
                        <a:pt x="1093" y="2561"/>
                      </a:lnTo>
                      <a:lnTo>
                        <a:pt x="1029" y="2330"/>
                      </a:lnTo>
                      <a:lnTo>
                        <a:pt x="856" y="1748"/>
                      </a:lnTo>
                      <a:lnTo>
                        <a:pt x="611" y="907"/>
                      </a:lnTo>
                      <a:lnTo>
                        <a:pt x="34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38"/>
                <p:cNvSpPr/>
                <p:nvPr/>
              </p:nvSpPr>
              <p:spPr>
                <a:xfrm>
                  <a:off x="8157612" y="4000106"/>
                  <a:ext cx="51765" cy="99043"/>
                </a:xfrm>
                <a:custGeom>
                  <a:rect b="b" l="l" r="r" t="t"/>
                  <a:pathLst>
                    <a:path extrusionOk="0" fill="none" h="375" w="196">
                      <a:moveTo>
                        <a:pt x="1" y="375"/>
                      </a:moveTo>
                      <a:lnTo>
                        <a:pt x="196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38"/>
                <p:cNvSpPr/>
                <p:nvPr/>
              </p:nvSpPr>
              <p:spPr>
                <a:xfrm>
                  <a:off x="8047479" y="4028366"/>
                  <a:ext cx="102738" cy="42258"/>
                </a:xfrm>
                <a:custGeom>
                  <a:rect b="b" l="l" r="r" t="t"/>
                  <a:pathLst>
                    <a:path extrusionOk="0" fill="none" h="160" w="389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345" y="145"/>
                      </a:lnTo>
                      <a:lnTo>
                        <a:pt x="388" y="159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38"/>
                <p:cNvSpPr/>
                <p:nvPr/>
              </p:nvSpPr>
              <p:spPr>
                <a:xfrm>
                  <a:off x="7935761" y="3593631"/>
                  <a:ext cx="83722" cy="34599"/>
                </a:xfrm>
                <a:custGeom>
                  <a:rect b="b" l="l" r="r" t="t"/>
                  <a:pathLst>
                    <a:path extrusionOk="0" fill="none" h="131" w="317">
                      <a:moveTo>
                        <a:pt x="316" y="13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38"/>
                <p:cNvSpPr/>
                <p:nvPr/>
              </p:nvSpPr>
              <p:spPr>
                <a:xfrm>
                  <a:off x="7954513" y="3808357"/>
                  <a:ext cx="134959" cy="53615"/>
                </a:xfrm>
                <a:custGeom>
                  <a:rect b="b" l="l" r="r" t="t"/>
                  <a:pathLst>
                    <a:path extrusionOk="0" fill="none" h="203" w="511">
                      <a:moveTo>
                        <a:pt x="511" y="202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38"/>
                <p:cNvSpPr/>
                <p:nvPr/>
              </p:nvSpPr>
              <p:spPr>
                <a:xfrm>
                  <a:off x="8095282" y="3760817"/>
                  <a:ext cx="64442" cy="123870"/>
                </a:xfrm>
                <a:custGeom>
                  <a:rect b="b" l="l" r="r" t="t"/>
                  <a:pathLst>
                    <a:path extrusionOk="0" fill="none" h="469" w="244">
                      <a:moveTo>
                        <a:pt x="0" y="468"/>
                      </a:moveTo>
                      <a:lnTo>
                        <a:pt x="244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38"/>
                <p:cNvSpPr/>
                <p:nvPr/>
              </p:nvSpPr>
              <p:spPr>
                <a:xfrm>
                  <a:off x="8030576" y="3586500"/>
                  <a:ext cx="39880" cy="75801"/>
                </a:xfrm>
                <a:custGeom>
                  <a:rect b="b" l="l" r="r" t="t"/>
                  <a:pathLst>
                    <a:path extrusionOk="0" fill="none" h="287" w="151">
                      <a:moveTo>
                        <a:pt x="0" y="287"/>
                      </a:moveTo>
                      <a:lnTo>
                        <a:pt x="151" y="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9" name="Google Shape;659;p38"/>
                <p:cNvSpPr/>
                <p:nvPr/>
              </p:nvSpPr>
              <p:spPr>
                <a:xfrm>
                  <a:off x="8518698" y="3905288"/>
                  <a:ext cx="42257" cy="45956"/>
                </a:xfrm>
                <a:custGeom>
                  <a:rect b="b" l="l" r="r" t="t"/>
                  <a:pathLst>
                    <a:path extrusionOk="0" h="174" w="160">
                      <a:moveTo>
                        <a:pt x="160" y="1"/>
                      </a:moveTo>
                      <a:cubicBezTo>
                        <a:pt x="123" y="21"/>
                        <a:pt x="94" y="51"/>
                        <a:pt x="67" y="87"/>
                      </a:cubicBezTo>
                      <a:cubicBezTo>
                        <a:pt x="47" y="118"/>
                        <a:pt x="28" y="144"/>
                        <a:pt x="8" y="166"/>
                      </a:cubicBezTo>
                      <a:lnTo>
                        <a:pt x="8" y="166"/>
                      </a:lnTo>
                      <a:cubicBezTo>
                        <a:pt x="10" y="165"/>
                        <a:pt x="12" y="165"/>
                        <a:pt x="16" y="165"/>
                      </a:cubicBezTo>
                      <a:cubicBezTo>
                        <a:pt x="80" y="122"/>
                        <a:pt x="130" y="65"/>
                        <a:pt x="160" y="1"/>
                      </a:cubicBezTo>
                      <a:close/>
                      <a:moveTo>
                        <a:pt x="8" y="166"/>
                      </a:moveTo>
                      <a:cubicBezTo>
                        <a:pt x="6" y="167"/>
                        <a:pt x="5" y="169"/>
                        <a:pt x="1" y="173"/>
                      </a:cubicBezTo>
                      <a:cubicBezTo>
                        <a:pt x="3" y="171"/>
                        <a:pt x="6" y="168"/>
                        <a:pt x="8" y="1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0" name="Google Shape;660;p38"/>
                <p:cNvSpPr/>
                <p:nvPr/>
              </p:nvSpPr>
              <p:spPr>
                <a:xfrm>
                  <a:off x="8326642" y="3886272"/>
                  <a:ext cx="283387" cy="307694"/>
                </a:xfrm>
                <a:custGeom>
                  <a:rect b="b" l="l" r="r" t="t"/>
                  <a:pathLst>
                    <a:path extrusionOk="0" h="1165" w="1073">
                      <a:moveTo>
                        <a:pt x="1000" y="0"/>
                      </a:moveTo>
                      <a:lnTo>
                        <a:pt x="648" y="409"/>
                      </a:lnTo>
                      <a:lnTo>
                        <a:pt x="339" y="777"/>
                      </a:lnTo>
                      <a:lnTo>
                        <a:pt x="332" y="784"/>
                      </a:lnTo>
                      <a:lnTo>
                        <a:pt x="21" y="1142"/>
                      </a:lnTo>
                      <a:lnTo>
                        <a:pt x="15" y="1151"/>
                      </a:lnTo>
                      <a:lnTo>
                        <a:pt x="1" y="1165"/>
                      </a:lnTo>
                      <a:lnTo>
                        <a:pt x="353" y="1165"/>
                      </a:lnTo>
                      <a:cubicBezTo>
                        <a:pt x="360" y="1151"/>
                        <a:pt x="360" y="1135"/>
                        <a:pt x="366" y="1122"/>
                      </a:cubicBezTo>
                      <a:cubicBezTo>
                        <a:pt x="389" y="1035"/>
                        <a:pt x="425" y="992"/>
                        <a:pt x="525" y="978"/>
                      </a:cubicBezTo>
                      <a:cubicBezTo>
                        <a:pt x="625" y="963"/>
                        <a:pt x="698" y="863"/>
                        <a:pt x="720" y="797"/>
                      </a:cubicBezTo>
                      <a:cubicBezTo>
                        <a:pt x="741" y="734"/>
                        <a:pt x="748" y="611"/>
                        <a:pt x="906" y="461"/>
                      </a:cubicBezTo>
                      <a:cubicBezTo>
                        <a:pt x="1072" y="302"/>
                        <a:pt x="1000" y="0"/>
                        <a:pt x="10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38"/>
                <p:cNvSpPr/>
                <p:nvPr/>
              </p:nvSpPr>
              <p:spPr>
                <a:xfrm>
                  <a:off x="8277517" y="3885744"/>
                  <a:ext cx="313231" cy="308222"/>
                </a:xfrm>
                <a:custGeom>
                  <a:rect b="b" l="l" r="r" t="t"/>
                  <a:pathLst>
                    <a:path extrusionOk="0" h="1167" w="1186">
                      <a:moveTo>
                        <a:pt x="1130" y="0"/>
                      </a:moveTo>
                      <a:cubicBezTo>
                        <a:pt x="1058" y="0"/>
                        <a:pt x="931" y="10"/>
                        <a:pt x="834" y="75"/>
                      </a:cubicBezTo>
                      <a:cubicBezTo>
                        <a:pt x="804" y="139"/>
                        <a:pt x="754" y="196"/>
                        <a:pt x="690" y="239"/>
                      </a:cubicBezTo>
                      <a:cubicBezTo>
                        <a:pt x="682" y="239"/>
                        <a:pt x="682" y="239"/>
                        <a:pt x="675" y="247"/>
                      </a:cubicBezTo>
                      <a:cubicBezTo>
                        <a:pt x="639" y="290"/>
                        <a:pt x="596" y="318"/>
                        <a:pt x="561" y="340"/>
                      </a:cubicBezTo>
                      <a:cubicBezTo>
                        <a:pt x="509" y="377"/>
                        <a:pt x="466" y="390"/>
                        <a:pt x="439" y="404"/>
                      </a:cubicBezTo>
                      <a:cubicBezTo>
                        <a:pt x="380" y="434"/>
                        <a:pt x="287" y="520"/>
                        <a:pt x="287" y="620"/>
                      </a:cubicBezTo>
                      <a:lnTo>
                        <a:pt x="287" y="685"/>
                      </a:lnTo>
                      <a:cubicBezTo>
                        <a:pt x="273" y="742"/>
                        <a:pt x="237" y="779"/>
                        <a:pt x="173" y="808"/>
                      </a:cubicBezTo>
                      <a:cubicBezTo>
                        <a:pt x="94" y="842"/>
                        <a:pt x="14" y="922"/>
                        <a:pt x="28" y="1037"/>
                      </a:cubicBezTo>
                      <a:cubicBezTo>
                        <a:pt x="35" y="1081"/>
                        <a:pt x="21" y="1124"/>
                        <a:pt x="0" y="1167"/>
                      </a:cubicBezTo>
                      <a:lnTo>
                        <a:pt x="187" y="1167"/>
                      </a:lnTo>
                      <a:cubicBezTo>
                        <a:pt x="194" y="1160"/>
                        <a:pt x="194" y="1160"/>
                        <a:pt x="201" y="1153"/>
                      </a:cubicBezTo>
                      <a:lnTo>
                        <a:pt x="207" y="1144"/>
                      </a:lnTo>
                      <a:lnTo>
                        <a:pt x="518" y="786"/>
                      </a:lnTo>
                      <a:lnTo>
                        <a:pt x="525" y="779"/>
                      </a:lnTo>
                      <a:lnTo>
                        <a:pt x="834" y="411"/>
                      </a:lnTo>
                      <a:lnTo>
                        <a:pt x="1186" y="2"/>
                      </a:lnTo>
                      <a:cubicBezTo>
                        <a:pt x="1186" y="2"/>
                        <a:pt x="116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38"/>
                <p:cNvSpPr/>
                <p:nvPr/>
              </p:nvSpPr>
              <p:spPr>
                <a:xfrm>
                  <a:off x="8326642" y="4127146"/>
                  <a:ext cx="3962" cy="63123"/>
                </a:xfrm>
                <a:custGeom>
                  <a:rect b="b" l="l" r="r" t="t"/>
                  <a:pathLst>
                    <a:path extrusionOk="0" fill="none" h="239" w="15">
                      <a:moveTo>
                        <a:pt x="15" y="239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38"/>
                <p:cNvSpPr/>
                <p:nvPr/>
              </p:nvSpPr>
              <p:spPr>
                <a:xfrm>
                  <a:off x="8341696" y="4176535"/>
                  <a:ext cx="63122" cy="2377"/>
                </a:xfrm>
                <a:custGeom>
                  <a:rect b="b" l="l" r="r" t="t"/>
                  <a:pathLst>
                    <a:path extrusionOk="0" fill="none" h="9" w="239">
                      <a:moveTo>
                        <a:pt x="1" y="0"/>
                      </a:moveTo>
                      <a:lnTo>
                        <a:pt x="239" y="9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38"/>
                <p:cNvSpPr/>
                <p:nvPr/>
              </p:nvSpPr>
              <p:spPr>
                <a:xfrm>
                  <a:off x="8510725" y="3979241"/>
                  <a:ext cx="51765" cy="2113"/>
                </a:xfrm>
                <a:custGeom>
                  <a:rect b="b" l="l" r="r" t="t"/>
                  <a:pathLst>
                    <a:path extrusionOk="0" fill="none" h="8" w="196">
                      <a:moveTo>
                        <a:pt x="1" y="0"/>
                      </a:moveTo>
                      <a:lnTo>
                        <a:pt x="196" y="7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38"/>
                <p:cNvSpPr/>
                <p:nvPr/>
              </p:nvSpPr>
              <p:spPr>
                <a:xfrm>
                  <a:off x="8421457" y="4083567"/>
                  <a:ext cx="81873" cy="4226"/>
                </a:xfrm>
                <a:custGeom>
                  <a:rect b="b" l="l" r="r" t="t"/>
                  <a:pathLst>
                    <a:path extrusionOk="0" fill="none" h="16" w="310">
                      <a:moveTo>
                        <a:pt x="1" y="0"/>
                      </a:moveTo>
                      <a:lnTo>
                        <a:pt x="309" y="16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38"/>
                <p:cNvSpPr/>
                <p:nvPr/>
              </p:nvSpPr>
              <p:spPr>
                <a:xfrm>
                  <a:off x="8408251" y="4015160"/>
                  <a:ext cx="6074" cy="78178"/>
                </a:xfrm>
                <a:custGeom>
                  <a:rect b="b" l="l" r="r" t="t"/>
                  <a:pathLst>
                    <a:path extrusionOk="0" fill="none" h="296" w="23">
                      <a:moveTo>
                        <a:pt x="23" y="296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38"/>
                <p:cNvSpPr/>
                <p:nvPr/>
              </p:nvSpPr>
              <p:spPr>
                <a:xfrm>
                  <a:off x="8495671" y="3944906"/>
                  <a:ext cx="2113" cy="47805"/>
                </a:xfrm>
                <a:custGeom>
                  <a:rect b="b" l="l" r="r" t="t"/>
                  <a:pathLst>
                    <a:path extrusionOk="0" fill="none" h="181" w="8">
                      <a:moveTo>
                        <a:pt x="8" y="180"/>
                      </a:moveTo>
                      <a:lnTo>
                        <a:pt x="1" y="1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38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rect b="b" l="l" r="r" t="t"/>
                  <a:pathLst>
                    <a:path extrusionOk="0" h="8" w="1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38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rect b="b" l="l" r="r" t="t"/>
                  <a:pathLst>
                    <a:path extrusionOk="0" h="1" w="1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38"/>
                <p:cNvSpPr/>
                <p:nvPr/>
              </p:nvSpPr>
              <p:spPr>
                <a:xfrm>
                  <a:off x="8023332" y="4192236"/>
                  <a:ext cx="488335" cy="324861"/>
                </a:xfrm>
                <a:custGeom>
                  <a:rect b="b" l="l" r="r" t="t"/>
                  <a:pathLst>
                    <a:path extrusionOk="0" h="1230" w="1849">
                      <a:moveTo>
                        <a:pt x="1" y="1"/>
                      </a:moveTo>
                      <a:lnTo>
                        <a:pt x="151" y="850"/>
                      </a:lnTo>
                      <a:lnTo>
                        <a:pt x="151" y="856"/>
                      </a:lnTo>
                      <a:lnTo>
                        <a:pt x="223" y="1229"/>
                      </a:lnTo>
                      <a:lnTo>
                        <a:pt x="834" y="1229"/>
                      </a:lnTo>
                      <a:lnTo>
                        <a:pt x="834" y="850"/>
                      </a:lnTo>
                      <a:lnTo>
                        <a:pt x="1006" y="850"/>
                      </a:lnTo>
                      <a:lnTo>
                        <a:pt x="1006" y="1229"/>
                      </a:lnTo>
                      <a:lnTo>
                        <a:pt x="1617" y="1229"/>
                      </a:lnTo>
                      <a:lnTo>
                        <a:pt x="1690" y="850"/>
                      </a:lnTo>
                      <a:lnTo>
                        <a:pt x="184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38"/>
                <p:cNvSpPr/>
                <p:nvPr/>
              </p:nvSpPr>
              <p:spPr>
                <a:xfrm>
                  <a:off x="8017685" y="4417938"/>
                  <a:ext cx="45691" cy="244835"/>
                </a:xfrm>
                <a:custGeom>
                  <a:rect b="b" l="l" r="r" t="t"/>
                  <a:pathLst>
                    <a:path extrusionOk="0" h="927" w="173">
                      <a:moveTo>
                        <a:pt x="0" y="1"/>
                      </a:moveTo>
                      <a:lnTo>
                        <a:pt x="0" y="927"/>
                      </a:lnTo>
                      <a:lnTo>
                        <a:pt x="173" y="927"/>
                      </a:lnTo>
                      <a:lnTo>
                        <a:pt x="173" y="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38"/>
                <p:cNvSpPr/>
                <p:nvPr/>
              </p:nvSpPr>
              <p:spPr>
                <a:xfrm>
                  <a:off x="8063111" y="4417938"/>
                  <a:ext cx="264" cy="2113"/>
                </a:xfrm>
                <a:custGeom>
                  <a:rect b="b" l="l" r="r" t="t"/>
                  <a:pathLst>
                    <a:path extrusionOk="0" h="8" w="1">
                      <a:moveTo>
                        <a:pt x="1" y="1"/>
                      </a:move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38"/>
                <p:cNvSpPr/>
                <p:nvPr/>
              </p:nvSpPr>
              <p:spPr>
                <a:xfrm>
                  <a:off x="8469574" y="4417938"/>
                  <a:ext cx="45955" cy="244835"/>
                </a:xfrm>
                <a:custGeom>
                  <a:rect b="b" l="l" r="r" t="t"/>
                  <a:pathLst>
                    <a:path extrusionOk="0" h="927" w="174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38"/>
                <p:cNvSpPr/>
                <p:nvPr/>
              </p:nvSpPr>
              <p:spPr>
                <a:xfrm>
                  <a:off x="8469574" y="4417938"/>
                  <a:ext cx="264" cy="264"/>
                </a:xfrm>
                <a:custGeom>
                  <a:rect b="b" l="l" r="r" t="t"/>
                  <a:pathLst>
                    <a:path extrusionOk="0" h="1" w="1">
                      <a:moveTo>
                        <a:pt x="1" y="1"/>
                      </a:move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38"/>
                <p:cNvSpPr/>
                <p:nvPr/>
              </p:nvSpPr>
              <p:spPr>
                <a:xfrm>
                  <a:off x="8289188" y="4518302"/>
                  <a:ext cx="180650" cy="41994"/>
                </a:xfrm>
                <a:custGeom>
                  <a:rect b="b" l="l" r="r" t="t"/>
                  <a:pathLst>
                    <a:path extrusionOk="0" h="159" w="684">
                      <a:moveTo>
                        <a:pt x="0" y="0"/>
                      </a:moveTo>
                      <a:lnTo>
                        <a:pt x="0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38"/>
                <p:cNvSpPr/>
                <p:nvPr/>
              </p:nvSpPr>
              <p:spPr>
                <a:xfrm>
                  <a:off x="8063111" y="4518302"/>
                  <a:ext cx="180650" cy="41994"/>
                </a:xfrm>
                <a:custGeom>
                  <a:rect b="b" l="l" r="r" t="t"/>
                  <a:pathLst>
                    <a:path extrusionOk="0" h="159" w="684">
                      <a:moveTo>
                        <a:pt x="1" y="0"/>
                      </a:moveTo>
                      <a:lnTo>
                        <a:pt x="1" y="159"/>
                      </a:lnTo>
                      <a:lnTo>
                        <a:pt x="684" y="159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38"/>
                <p:cNvSpPr/>
                <p:nvPr/>
              </p:nvSpPr>
              <p:spPr>
                <a:xfrm>
                  <a:off x="8243497" y="4417938"/>
                  <a:ext cx="45955" cy="244835"/>
                </a:xfrm>
                <a:custGeom>
                  <a:rect b="b" l="l" r="r" t="t"/>
                  <a:pathLst>
                    <a:path extrusionOk="0" h="927" w="174">
                      <a:moveTo>
                        <a:pt x="1" y="1"/>
                      </a:moveTo>
                      <a:lnTo>
                        <a:pt x="1" y="927"/>
                      </a:lnTo>
                      <a:lnTo>
                        <a:pt x="173" y="927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38"/>
                <p:cNvSpPr/>
                <p:nvPr/>
              </p:nvSpPr>
              <p:spPr>
                <a:xfrm>
                  <a:off x="7554707" y="2843821"/>
                  <a:ext cx="271477" cy="290353"/>
                </a:xfrm>
                <a:custGeom>
                  <a:rect b="b" l="l" r="r" t="t"/>
                  <a:pathLst>
                    <a:path extrusionOk="0" fill="none" h="1245" w="1028">
                      <a:moveTo>
                        <a:pt x="898" y="0"/>
                      </a:moveTo>
                      <a:lnTo>
                        <a:pt x="906" y="9"/>
                      </a:lnTo>
                      <a:cubicBezTo>
                        <a:pt x="927" y="95"/>
                        <a:pt x="949" y="195"/>
                        <a:pt x="963" y="288"/>
                      </a:cubicBezTo>
                      <a:cubicBezTo>
                        <a:pt x="1027" y="733"/>
                        <a:pt x="970" y="1230"/>
                        <a:pt x="970" y="1230"/>
                      </a:cubicBezTo>
                      <a:cubicBezTo>
                        <a:pt x="913" y="1237"/>
                        <a:pt x="841" y="1237"/>
                        <a:pt x="768" y="1244"/>
                      </a:cubicBezTo>
                      <a:lnTo>
                        <a:pt x="475" y="1244"/>
                      </a:lnTo>
                      <a:cubicBezTo>
                        <a:pt x="287" y="1244"/>
                        <a:pt x="121" y="1237"/>
                        <a:pt x="51" y="1230"/>
                      </a:cubicBezTo>
                      <a:lnTo>
                        <a:pt x="1" y="1230"/>
                      </a:lnTo>
                      <a:lnTo>
                        <a:pt x="64" y="490"/>
                      </a:lnTo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38"/>
                <p:cNvSpPr/>
                <p:nvPr/>
              </p:nvSpPr>
              <p:spPr>
                <a:xfrm>
                  <a:off x="6328768" y="3104295"/>
                  <a:ext cx="197298" cy="148611"/>
                </a:xfrm>
                <a:custGeom>
                  <a:rect b="b" l="l" r="r" t="t"/>
                  <a:pathLst>
                    <a:path extrusionOk="0" h="433" w="575">
                      <a:moveTo>
                        <a:pt x="121" y="1"/>
                      </a:moveTo>
                      <a:cubicBezTo>
                        <a:pt x="43" y="1"/>
                        <a:pt x="0" y="65"/>
                        <a:pt x="21" y="144"/>
                      </a:cubicBezTo>
                      <a:cubicBezTo>
                        <a:pt x="28" y="180"/>
                        <a:pt x="57" y="267"/>
                        <a:pt x="273" y="381"/>
                      </a:cubicBezTo>
                      <a:lnTo>
                        <a:pt x="359" y="432"/>
                      </a:lnTo>
                      <a:lnTo>
                        <a:pt x="423" y="381"/>
                      </a:lnTo>
                      <a:cubicBezTo>
                        <a:pt x="575" y="267"/>
                        <a:pt x="552" y="180"/>
                        <a:pt x="538" y="144"/>
                      </a:cubicBezTo>
                      <a:cubicBezTo>
                        <a:pt x="518" y="65"/>
                        <a:pt x="438" y="1"/>
                        <a:pt x="359" y="1"/>
                      </a:cubicBezTo>
                      <a:cubicBezTo>
                        <a:pt x="309" y="1"/>
                        <a:pt x="273" y="29"/>
                        <a:pt x="259" y="65"/>
                      </a:cubicBezTo>
                      <a:cubicBezTo>
                        <a:pt x="223" y="29"/>
                        <a:pt x="173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80" name="Google Shape;680;p38"/>
            <p:cNvSpPr/>
            <p:nvPr/>
          </p:nvSpPr>
          <p:spPr>
            <a:xfrm>
              <a:off x="6472198" y="1153570"/>
              <a:ext cx="596900" cy="37775"/>
            </a:xfrm>
            <a:custGeom>
              <a:rect b="b" l="l" r="r" t="t"/>
              <a:pathLst>
                <a:path extrusionOk="0" fill="none" h="167" w="2638">
                  <a:moveTo>
                    <a:pt x="0" y="1"/>
                  </a:moveTo>
                  <a:cubicBezTo>
                    <a:pt x="216" y="1"/>
                    <a:pt x="216" y="167"/>
                    <a:pt x="438" y="167"/>
                  </a:cubicBezTo>
                  <a:cubicBezTo>
                    <a:pt x="661" y="167"/>
                    <a:pt x="661" y="1"/>
                    <a:pt x="877" y="1"/>
                  </a:cubicBezTo>
                  <a:cubicBezTo>
                    <a:pt x="1099" y="1"/>
                    <a:pt x="1099" y="167"/>
                    <a:pt x="1315" y="167"/>
                  </a:cubicBezTo>
                  <a:cubicBezTo>
                    <a:pt x="1537" y="167"/>
                    <a:pt x="1537" y="1"/>
                    <a:pt x="1762" y="1"/>
                  </a:cubicBezTo>
                  <a:cubicBezTo>
                    <a:pt x="1977" y="1"/>
                    <a:pt x="1977" y="167"/>
                    <a:pt x="2200" y="167"/>
                  </a:cubicBezTo>
                  <a:cubicBezTo>
                    <a:pt x="2422" y="167"/>
                    <a:pt x="2422" y="1"/>
                    <a:pt x="2638" y="1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8011640" y="21820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6650452" y="19315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da apresentação</a:t>
            </a:r>
            <a:endParaRPr/>
          </a:p>
        </p:txBody>
      </p:sp>
      <p:sp>
        <p:nvSpPr>
          <p:cNvPr id="752" name="Google Shape;752;p40"/>
          <p:cNvSpPr txBox="1"/>
          <p:nvPr>
            <p:ph idx="3" type="subTitle"/>
          </p:nvPr>
        </p:nvSpPr>
        <p:spPr>
          <a:xfrm>
            <a:off x="720000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e por que afeta toda a empresa</a:t>
            </a:r>
            <a:endParaRPr sz="1600"/>
          </a:p>
        </p:txBody>
      </p:sp>
      <p:sp>
        <p:nvSpPr>
          <p:cNvPr id="753" name="Google Shape;753;p40"/>
          <p:cNvSpPr txBox="1"/>
          <p:nvPr>
            <p:ph idx="1" type="subTitle"/>
          </p:nvPr>
        </p:nvSpPr>
        <p:spPr>
          <a:xfrm>
            <a:off x="720000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tamanho da perda para o negócio</a:t>
            </a:r>
            <a:endParaRPr/>
          </a:p>
        </p:txBody>
      </p:sp>
      <p:sp>
        <p:nvSpPr>
          <p:cNvPr id="754" name="Google Shape;754;p40"/>
          <p:cNvSpPr txBox="1"/>
          <p:nvPr>
            <p:ph idx="2" type="subTitle"/>
          </p:nvPr>
        </p:nvSpPr>
        <p:spPr>
          <a:xfrm>
            <a:off x="3419271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modelo que protege no dia a dia</a:t>
            </a:r>
            <a:endParaRPr/>
          </a:p>
        </p:txBody>
      </p:sp>
      <p:sp>
        <p:nvSpPr>
          <p:cNvPr id="755" name="Google Shape;755;p40"/>
          <p:cNvSpPr txBox="1"/>
          <p:nvPr>
            <p:ph idx="4" type="subTitle"/>
          </p:nvPr>
        </p:nvSpPr>
        <p:spPr>
          <a:xfrm>
            <a:off x="3419274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Decisões técnicas e o porquê</a:t>
            </a:r>
            <a:endParaRPr/>
          </a:p>
        </p:txBody>
      </p:sp>
      <p:sp>
        <p:nvSpPr>
          <p:cNvPr id="756" name="Google Shape;756;p40"/>
          <p:cNvSpPr txBox="1"/>
          <p:nvPr>
            <p:ph idx="5" type="subTitle"/>
          </p:nvPr>
        </p:nvSpPr>
        <p:spPr>
          <a:xfrm>
            <a:off x="6118549" y="2217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Comparação, vencedor e tuning</a:t>
            </a:r>
            <a:endParaRPr/>
          </a:p>
        </p:txBody>
      </p:sp>
      <p:sp>
        <p:nvSpPr>
          <p:cNvPr id="757" name="Google Shape;757;p40"/>
          <p:cNvSpPr txBox="1"/>
          <p:nvPr>
            <p:ph idx="6" type="subTitle"/>
          </p:nvPr>
        </p:nvSpPr>
        <p:spPr>
          <a:xfrm>
            <a:off x="6118549" y="395112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Supervisionado × não supervisionado</a:t>
            </a:r>
            <a:endParaRPr/>
          </a:p>
        </p:txBody>
      </p:sp>
      <p:sp>
        <p:nvSpPr>
          <p:cNvPr id="758" name="Google Shape;758;p40"/>
          <p:cNvSpPr txBox="1"/>
          <p:nvPr>
            <p:ph idx="7" type="title"/>
          </p:nvPr>
        </p:nvSpPr>
        <p:spPr>
          <a:xfrm>
            <a:off x="720000" y="1388066"/>
            <a:ext cx="68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9" name="Google Shape;759;p40"/>
          <p:cNvSpPr txBox="1"/>
          <p:nvPr>
            <p:ph idx="8" type="title"/>
          </p:nvPr>
        </p:nvSpPr>
        <p:spPr>
          <a:xfrm>
            <a:off x="720000" y="3123852"/>
            <a:ext cx="68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60" name="Google Shape;760;p40"/>
          <p:cNvSpPr txBox="1"/>
          <p:nvPr>
            <p:ph idx="9" type="title"/>
          </p:nvPr>
        </p:nvSpPr>
        <p:spPr>
          <a:xfrm>
            <a:off x="3419275" y="1388066"/>
            <a:ext cx="68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61" name="Google Shape;761;p40"/>
          <p:cNvSpPr txBox="1"/>
          <p:nvPr>
            <p:ph idx="13" type="title"/>
          </p:nvPr>
        </p:nvSpPr>
        <p:spPr>
          <a:xfrm>
            <a:off x="3419275" y="3123852"/>
            <a:ext cx="68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62" name="Google Shape;762;p40"/>
          <p:cNvSpPr txBox="1"/>
          <p:nvPr>
            <p:ph idx="14" type="title"/>
          </p:nvPr>
        </p:nvSpPr>
        <p:spPr>
          <a:xfrm>
            <a:off x="6118550" y="1388066"/>
            <a:ext cx="68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63" name="Google Shape;763;p40"/>
          <p:cNvSpPr txBox="1"/>
          <p:nvPr>
            <p:ph idx="15" type="title"/>
          </p:nvPr>
        </p:nvSpPr>
        <p:spPr>
          <a:xfrm>
            <a:off x="6118550" y="3123852"/>
            <a:ext cx="68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764" name="Google Shape;764;p40"/>
          <p:cNvSpPr txBox="1"/>
          <p:nvPr>
            <p:ph idx="16" type="subTitle"/>
          </p:nvPr>
        </p:nvSpPr>
        <p:spPr>
          <a:xfrm>
            <a:off x="720000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</a:t>
            </a:r>
            <a:endParaRPr/>
          </a:p>
        </p:txBody>
      </p:sp>
      <p:sp>
        <p:nvSpPr>
          <p:cNvPr id="765" name="Google Shape;765;p40"/>
          <p:cNvSpPr txBox="1"/>
          <p:nvPr>
            <p:ph idx="17" type="subTitle"/>
          </p:nvPr>
        </p:nvSpPr>
        <p:spPr>
          <a:xfrm>
            <a:off x="3419271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risco</a:t>
            </a:r>
            <a:endParaRPr/>
          </a:p>
        </p:txBody>
      </p:sp>
      <p:sp>
        <p:nvSpPr>
          <p:cNvPr id="766" name="Google Shape;766;p40"/>
          <p:cNvSpPr txBox="1"/>
          <p:nvPr>
            <p:ph idx="18" type="subTitle"/>
          </p:nvPr>
        </p:nvSpPr>
        <p:spPr>
          <a:xfrm>
            <a:off x="6118549" y="18860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solução</a:t>
            </a:r>
            <a:endParaRPr/>
          </a:p>
        </p:txBody>
      </p:sp>
      <p:sp>
        <p:nvSpPr>
          <p:cNvPr id="767" name="Google Shape;767;p40"/>
          <p:cNvSpPr txBox="1"/>
          <p:nvPr>
            <p:ph idx="19" type="subTitle"/>
          </p:nvPr>
        </p:nvSpPr>
        <p:spPr>
          <a:xfrm>
            <a:off x="720000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Pré-proc.</a:t>
            </a:r>
            <a:endParaRPr/>
          </a:p>
        </p:txBody>
      </p:sp>
      <p:sp>
        <p:nvSpPr>
          <p:cNvPr id="768" name="Google Shape;768;p40"/>
          <p:cNvSpPr txBox="1"/>
          <p:nvPr>
            <p:ph idx="20" type="subTitle"/>
          </p:nvPr>
        </p:nvSpPr>
        <p:spPr>
          <a:xfrm>
            <a:off x="3419271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</a:t>
            </a:r>
            <a:endParaRPr/>
          </a:p>
        </p:txBody>
      </p:sp>
      <p:sp>
        <p:nvSpPr>
          <p:cNvPr id="769" name="Google Shape;769;p40"/>
          <p:cNvSpPr txBox="1"/>
          <p:nvPr>
            <p:ph idx="21" type="subTitle"/>
          </p:nvPr>
        </p:nvSpPr>
        <p:spPr>
          <a:xfrm>
            <a:off x="6118549" y="361872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</a:t>
            </a:r>
            <a:endParaRPr/>
          </a:p>
        </p:txBody>
      </p:sp>
      <p:grpSp>
        <p:nvGrpSpPr>
          <p:cNvPr id="770" name="Google Shape;770;p40"/>
          <p:cNvGrpSpPr/>
          <p:nvPr/>
        </p:nvGrpSpPr>
        <p:grpSpPr>
          <a:xfrm>
            <a:off x="7677477" y="589763"/>
            <a:ext cx="1005813" cy="827222"/>
            <a:chOff x="13476366" y="422025"/>
            <a:chExt cx="545127" cy="448335"/>
          </a:xfrm>
        </p:grpSpPr>
        <p:sp>
          <p:nvSpPr>
            <p:cNvPr id="771" name="Google Shape;771;p40"/>
            <p:cNvSpPr/>
            <p:nvPr/>
          </p:nvSpPr>
          <p:spPr>
            <a:xfrm>
              <a:off x="13476366" y="422025"/>
              <a:ext cx="545127" cy="168620"/>
            </a:xfrm>
            <a:custGeom>
              <a:rect b="b" l="l" r="r" t="t"/>
              <a:pathLst>
                <a:path extrusionOk="0" h="554" w="1791">
                  <a:moveTo>
                    <a:pt x="837" y="1"/>
                  </a:moveTo>
                  <a:cubicBezTo>
                    <a:pt x="532" y="1"/>
                    <a:pt x="241" y="118"/>
                    <a:pt x="36" y="351"/>
                  </a:cubicBezTo>
                  <a:cubicBezTo>
                    <a:pt x="0" y="395"/>
                    <a:pt x="7" y="467"/>
                    <a:pt x="57" y="517"/>
                  </a:cubicBezTo>
                  <a:cubicBezTo>
                    <a:pt x="86" y="539"/>
                    <a:pt x="119" y="549"/>
                    <a:pt x="149" y="549"/>
                  </a:cubicBezTo>
                  <a:cubicBezTo>
                    <a:pt x="179" y="549"/>
                    <a:pt x="208" y="539"/>
                    <a:pt x="230" y="517"/>
                  </a:cubicBezTo>
                  <a:cubicBezTo>
                    <a:pt x="392" y="330"/>
                    <a:pt x="624" y="236"/>
                    <a:pt x="868" y="236"/>
                  </a:cubicBezTo>
                  <a:cubicBezTo>
                    <a:pt x="1113" y="236"/>
                    <a:pt x="1370" y="330"/>
                    <a:pt x="1582" y="517"/>
                  </a:cubicBezTo>
                  <a:cubicBezTo>
                    <a:pt x="1610" y="538"/>
                    <a:pt x="1639" y="553"/>
                    <a:pt x="1675" y="553"/>
                  </a:cubicBezTo>
                  <a:cubicBezTo>
                    <a:pt x="1704" y="553"/>
                    <a:pt x="1732" y="538"/>
                    <a:pt x="1755" y="517"/>
                  </a:cubicBezTo>
                  <a:cubicBezTo>
                    <a:pt x="1791" y="467"/>
                    <a:pt x="1782" y="395"/>
                    <a:pt x="1725" y="351"/>
                  </a:cubicBezTo>
                  <a:cubicBezTo>
                    <a:pt x="1463" y="118"/>
                    <a:pt x="1143" y="1"/>
                    <a:pt x="83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13561894" y="541642"/>
              <a:ext cx="395985" cy="138183"/>
            </a:xfrm>
            <a:custGeom>
              <a:rect b="b" l="l" r="r" t="t"/>
              <a:pathLst>
                <a:path extrusionOk="0" h="454" w="1301">
                  <a:moveTo>
                    <a:pt x="614" y="1"/>
                  </a:moveTo>
                  <a:cubicBezTo>
                    <a:pt x="395" y="1"/>
                    <a:pt x="187" y="83"/>
                    <a:pt x="43" y="246"/>
                  </a:cubicBezTo>
                  <a:cubicBezTo>
                    <a:pt x="0" y="297"/>
                    <a:pt x="14" y="367"/>
                    <a:pt x="64" y="419"/>
                  </a:cubicBezTo>
                  <a:cubicBezTo>
                    <a:pt x="89" y="441"/>
                    <a:pt x="121" y="451"/>
                    <a:pt x="153" y="451"/>
                  </a:cubicBezTo>
                  <a:cubicBezTo>
                    <a:pt x="184" y="451"/>
                    <a:pt x="215" y="441"/>
                    <a:pt x="237" y="419"/>
                  </a:cubicBezTo>
                  <a:cubicBezTo>
                    <a:pt x="338" y="300"/>
                    <a:pt x="485" y="240"/>
                    <a:pt x="640" y="240"/>
                  </a:cubicBezTo>
                  <a:cubicBezTo>
                    <a:pt x="796" y="240"/>
                    <a:pt x="959" y="300"/>
                    <a:pt x="1092" y="419"/>
                  </a:cubicBezTo>
                  <a:cubicBezTo>
                    <a:pt x="1122" y="440"/>
                    <a:pt x="1149" y="454"/>
                    <a:pt x="1185" y="454"/>
                  </a:cubicBezTo>
                  <a:cubicBezTo>
                    <a:pt x="1215" y="454"/>
                    <a:pt x="1242" y="440"/>
                    <a:pt x="1265" y="419"/>
                  </a:cubicBezTo>
                  <a:cubicBezTo>
                    <a:pt x="1301" y="367"/>
                    <a:pt x="1294" y="297"/>
                    <a:pt x="1242" y="246"/>
                  </a:cubicBezTo>
                  <a:cubicBezTo>
                    <a:pt x="1057" y="82"/>
                    <a:pt x="830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13648943" y="661563"/>
              <a:ext cx="247757" cy="108050"/>
            </a:xfrm>
            <a:custGeom>
              <a:rect b="b" l="l" r="r" t="t"/>
              <a:pathLst>
                <a:path extrusionOk="0" h="355" w="814">
                  <a:moveTo>
                    <a:pt x="375" y="1"/>
                  </a:moveTo>
                  <a:cubicBezTo>
                    <a:pt x="247" y="1"/>
                    <a:pt x="127" y="49"/>
                    <a:pt x="44" y="146"/>
                  </a:cubicBezTo>
                  <a:cubicBezTo>
                    <a:pt x="1" y="198"/>
                    <a:pt x="8" y="268"/>
                    <a:pt x="66" y="318"/>
                  </a:cubicBezTo>
                  <a:cubicBezTo>
                    <a:pt x="91" y="340"/>
                    <a:pt x="124" y="351"/>
                    <a:pt x="154" y="351"/>
                  </a:cubicBezTo>
                  <a:cubicBezTo>
                    <a:pt x="185" y="351"/>
                    <a:pt x="214" y="340"/>
                    <a:pt x="232" y="318"/>
                  </a:cubicBezTo>
                  <a:cubicBezTo>
                    <a:pt x="275" y="268"/>
                    <a:pt x="337" y="243"/>
                    <a:pt x="405" y="243"/>
                  </a:cubicBezTo>
                  <a:cubicBezTo>
                    <a:pt x="472" y="243"/>
                    <a:pt x="543" y="268"/>
                    <a:pt x="604" y="318"/>
                  </a:cubicBezTo>
                  <a:cubicBezTo>
                    <a:pt x="627" y="341"/>
                    <a:pt x="663" y="354"/>
                    <a:pt x="691" y="354"/>
                  </a:cubicBezTo>
                  <a:cubicBezTo>
                    <a:pt x="720" y="354"/>
                    <a:pt x="749" y="341"/>
                    <a:pt x="770" y="318"/>
                  </a:cubicBezTo>
                  <a:cubicBezTo>
                    <a:pt x="813" y="268"/>
                    <a:pt x="799" y="198"/>
                    <a:pt x="749" y="146"/>
                  </a:cubicBezTo>
                  <a:cubicBezTo>
                    <a:pt x="637" y="49"/>
                    <a:pt x="502" y="1"/>
                    <a:pt x="37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13738732" y="787267"/>
              <a:ext cx="92224" cy="83092"/>
            </a:xfrm>
            <a:custGeom>
              <a:rect b="b" l="l" r="r" t="t"/>
              <a:pathLst>
                <a:path extrusionOk="0" h="273" w="303">
                  <a:moveTo>
                    <a:pt x="137" y="0"/>
                  </a:moveTo>
                  <a:cubicBezTo>
                    <a:pt x="58" y="0"/>
                    <a:pt x="1" y="57"/>
                    <a:pt x="14" y="136"/>
                  </a:cubicBezTo>
                  <a:cubicBezTo>
                    <a:pt x="23" y="216"/>
                    <a:pt x="94" y="273"/>
                    <a:pt x="173" y="273"/>
                  </a:cubicBezTo>
                  <a:cubicBezTo>
                    <a:pt x="246" y="273"/>
                    <a:pt x="303" y="216"/>
                    <a:pt x="296" y="136"/>
                  </a:cubicBezTo>
                  <a:cubicBezTo>
                    <a:pt x="282" y="57"/>
                    <a:pt x="209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2"/>
          <p:cNvSpPr txBox="1"/>
          <p:nvPr>
            <p:ph type="title"/>
          </p:nvPr>
        </p:nvSpPr>
        <p:spPr>
          <a:xfrm>
            <a:off x="756850" y="2724912"/>
            <a:ext cx="4185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Parte de Negócio</a:t>
            </a:r>
            <a:endParaRPr/>
          </a:p>
        </p:txBody>
      </p:sp>
      <p:sp>
        <p:nvSpPr>
          <p:cNvPr id="1295" name="Google Shape;1295;p42"/>
          <p:cNvSpPr txBox="1"/>
          <p:nvPr>
            <p:ph idx="2" type="title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96" name="Google Shape;1296;p42"/>
          <p:cNvSpPr txBox="1"/>
          <p:nvPr>
            <p:ph idx="1" type="subTitle"/>
          </p:nvPr>
        </p:nvSpPr>
        <p:spPr>
          <a:xfrm>
            <a:off x="756850" y="3703320"/>
            <a:ext cx="41850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“e daí?” — por que este projeto importa para a empresa</a:t>
            </a:r>
            <a:endParaRPr/>
          </a:p>
        </p:txBody>
      </p:sp>
      <p:sp>
        <p:nvSpPr>
          <p:cNvPr id="1297" name="Google Shape;1297;p42"/>
          <p:cNvSpPr/>
          <p:nvPr/>
        </p:nvSpPr>
        <p:spPr>
          <a:xfrm>
            <a:off x="1192500" y="1006650"/>
            <a:ext cx="99155" cy="99350"/>
          </a:xfrm>
          <a:custGeom>
            <a:rect b="b" l="l" r="r" t="t"/>
            <a:pathLst>
              <a:path extrusionOk="0" fill="none" h="562" w="561">
                <a:moveTo>
                  <a:pt x="561" y="282"/>
                </a:moveTo>
                <a:cubicBezTo>
                  <a:pt x="561" y="432"/>
                  <a:pt x="438" y="561"/>
                  <a:pt x="281" y="561"/>
                </a:cubicBezTo>
                <a:cubicBezTo>
                  <a:pt x="129" y="561"/>
                  <a:pt x="0" y="432"/>
                  <a:pt x="0" y="282"/>
                </a:cubicBezTo>
                <a:cubicBezTo>
                  <a:pt x="0" y="123"/>
                  <a:pt x="129" y="0"/>
                  <a:pt x="281" y="0"/>
                </a:cubicBezTo>
                <a:cubicBezTo>
                  <a:pt x="438" y="0"/>
                  <a:pt x="561" y="123"/>
                  <a:pt x="561" y="282"/>
                </a:cubicBezTo>
                <a:close/>
              </a:path>
            </a:pathLst>
          </a:cu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8" name="Google Shape;1298;p42"/>
          <p:cNvGrpSpPr/>
          <p:nvPr/>
        </p:nvGrpSpPr>
        <p:grpSpPr>
          <a:xfrm>
            <a:off x="2296575" y="-20528"/>
            <a:ext cx="6847273" cy="5016903"/>
            <a:chOff x="2296575" y="-20528"/>
            <a:chExt cx="6847273" cy="5016903"/>
          </a:xfrm>
        </p:grpSpPr>
        <p:grpSp>
          <p:nvGrpSpPr>
            <p:cNvPr id="1299" name="Google Shape;1299;p42"/>
            <p:cNvGrpSpPr/>
            <p:nvPr/>
          </p:nvGrpSpPr>
          <p:grpSpPr>
            <a:xfrm>
              <a:off x="5514205" y="-20528"/>
              <a:ext cx="411352" cy="1199311"/>
              <a:chOff x="5706054" y="1123445"/>
              <a:chExt cx="350087" cy="1020777"/>
            </a:xfrm>
          </p:grpSpPr>
          <p:sp>
            <p:nvSpPr>
              <p:cNvPr id="1300" name="Google Shape;1300;p42"/>
              <p:cNvSpPr/>
              <p:nvPr/>
            </p:nvSpPr>
            <p:spPr>
              <a:xfrm>
                <a:off x="5803698" y="2016593"/>
                <a:ext cx="155053" cy="72271"/>
              </a:xfrm>
              <a:custGeom>
                <a:rect b="b" l="l" r="r" t="t"/>
                <a:pathLst>
                  <a:path extrusionOk="0" h="282" w="605">
                    <a:moveTo>
                      <a:pt x="1" y="1"/>
                    </a:moveTo>
                    <a:cubicBezTo>
                      <a:pt x="15" y="159"/>
                      <a:pt x="144" y="282"/>
                      <a:pt x="303" y="282"/>
                    </a:cubicBezTo>
                    <a:cubicBezTo>
                      <a:pt x="460" y="282"/>
                      <a:pt x="589" y="159"/>
                      <a:pt x="6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2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rect b="b" l="l" r="r" t="t"/>
                <a:pathLst>
                  <a:path extrusionOk="0" h="117" w="1">
                    <a:moveTo>
                      <a:pt x="1" y="1"/>
                    </a:moveTo>
                    <a:lnTo>
                      <a:pt x="1" y="11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rect b="b" l="l" r="r" t="t"/>
                <a:pathLst>
                  <a:path extrusionOk="0" fill="none" h="117" w="1">
                    <a:moveTo>
                      <a:pt x="1" y="1"/>
                    </a:moveTo>
                    <a:lnTo>
                      <a:pt x="1" y="11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42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rect b="b" l="l" r="r" t="t"/>
                <a:pathLst>
                  <a:path extrusionOk="0" h="94" w="60">
                    <a:moveTo>
                      <a:pt x="1" y="1"/>
                    </a:moveTo>
                    <a:lnTo>
                      <a:pt x="60" y="9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2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rect b="b" l="l" r="r" t="t"/>
                <a:pathLst>
                  <a:path extrusionOk="0" fill="none" h="94" w="60">
                    <a:moveTo>
                      <a:pt x="1" y="1"/>
                    </a:moveTo>
                    <a:lnTo>
                      <a:pt x="60" y="9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rect b="b" l="l" r="r" t="t"/>
                <a:pathLst>
                  <a:path extrusionOk="0" h="58" w="94">
                    <a:moveTo>
                      <a:pt x="1" y="1"/>
                    </a:moveTo>
                    <a:lnTo>
                      <a:pt x="94" y="5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rect b="b" l="l" r="r" t="t"/>
                <a:pathLst>
                  <a:path extrusionOk="0" fill="none" h="58" w="94">
                    <a:moveTo>
                      <a:pt x="1" y="1"/>
                    </a:moveTo>
                    <a:lnTo>
                      <a:pt x="94" y="5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rect b="b" l="l" r="r" t="t"/>
                <a:pathLst>
                  <a:path extrusionOk="0" h="58" w="95">
                    <a:moveTo>
                      <a:pt x="94" y="1"/>
                    </a:moveTo>
                    <a:lnTo>
                      <a:pt x="1" y="5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rect b="b" l="l" r="r" t="t"/>
                <a:pathLst>
                  <a:path extrusionOk="0" fill="none" h="58" w="95">
                    <a:moveTo>
                      <a:pt x="94" y="1"/>
                    </a:moveTo>
                    <a:lnTo>
                      <a:pt x="1" y="5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42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rect b="b" l="l" r="r" t="t"/>
                <a:pathLst>
                  <a:path extrusionOk="0" h="94" w="58">
                    <a:moveTo>
                      <a:pt x="58" y="1"/>
                    </a:moveTo>
                    <a:lnTo>
                      <a:pt x="1" y="9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42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rect b="b" l="l" r="r" t="t"/>
                <a:pathLst>
                  <a:path extrusionOk="0" fill="none" h="94" w="58">
                    <a:moveTo>
                      <a:pt x="58" y="1"/>
                    </a:moveTo>
                    <a:lnTo>
                      <a:pt x="1" y="9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5706054" y="1722123"/>
                <a:ext cx="350087" cy="294721"/>
              </a:xfrm>
              <a:custGeom>
                <a:rect b="b" l="l" r="r" t="t"/>
                <a:pathLst>
                  <a:path extrusionOk="0" h="1150" w="1366">
                    <a:moveTo>
                      <a:pt x="684" y="1"/>
                    </a:moveTo>
                    <a:cubicBezTo>
                      <a:pt x="287" y="1"/>
                      <a:pt x="1" y="309"/>
                      <a:pt x="1" y="761"/>
                    </a:cubicBezTo>
                    <a:lnTo>
                      <a:pt x="1" y="1150"/>
                    </a:lnTo>
                    <a:lnTo>
                      <a:pt x="1365" y="1150"/>
                    </a:lnTo>
                    <a:lnTo>
                      <a:pt x="1365" y="761"/>
                    </a:lnTo>
                    <a:cubicBezTo>
                      <a:pt x="1365" y="309"/>
                      <a:pt x="1079" y="1"/>
                      <a:pt x="6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rect b="b" l="l" r="r" t="t"/>
                <a:pathLst>
                  <a:path extrusionOk="0" h="2337" w="1">
                    <a:moveTo>
                      <a:pt x="1" y="2337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rect b="b" l="l" r="r" t="t"/>
                <a:pathLst>
                  <a:path extrusionOk="0" fill="none" h="2337" w="1">
                    <a:moveTo>
                      <a:pt x="1" y="2337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4" name="Google Shape;1314;p42"/>
            <p:cNvGrpSpPr/>
            <p:nvPr/>
          </p:nvGrpSpPr>
          <p:grpSpPr>
            <a:xfrm>
              <a:off x="2296575" y="2037532"/>
              <a:ext cx="6847273" cy="2958843"/>
              <a:chOff x="2296575" y="2037532"/>
              <a:chExt cx="6847273" cy="2958843"/>
            </a:xfrm>
          </p:grpSpPr>
          <p:sp>
            <p:nvSpPr>
              <p:cNvPr id="1315" name="Google Shape;1315;p42"/>
              <p:cNvSpPr/>
              <p:nvPr/>
            </p:nvSpPr>
            <p:spPr>
              <a:xfrm>
                <a:off x="2296575" y="4870075"/>
                <a:ext cx="6847273" cy="126300"/>
              </a:xfrm>
              <a:custGeom>
                <a:rect b="b" l="l" r="r" t="t"/>
                <a:pathLst>
                  <a:path extrusionOk="0" fill="none" h="1" w="6069">
                    <a:moveTo>
                      <a:pt x="6068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42"/>
              <p:cNvSpPr/>
              <p:nvPr/>
            </p:nvSpPr>
            <p:spPr>
              <a:xfrm>
                <a:off x="6405965" y="3922241"/>
                <a:ext cx="735541" cy="80984"/>
              </a:xfrm>
              <a:custGeom>
                <a:rect b="b" l="l" r="r" t="t"/>
                <a:pathLst>
                  <a:path extrusionOk="0" h="316" w="2870">
                    <a:moveTo>
                      <a:pt x="0" y="0"/>
                    </a:moveTo>
                    <a:lnTo>
                      <a:pt x="0" y="316"/>
                    </a:lnTo>
                    <a:lnTo>
                      <a:pt x="2869" y="316"/>
                    </a:lnTo>
                    <a:lnTo>
                      <a:pt x="2869" y="309"/>
                    </a:lnTo>
                    <a:cubicBezTo>
                      <a:pt x="2869" y="309"/>
                      <a:pt x="1194" y="28"/>
                      <a:pt x="10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42"/>
              <p:cNvSpPr/>
              <p:nvPr/>
            </p:nvSpPr>
            <p:spPr>
              <a:xfrm>
                <a:off x="7061540" y="3533459"/>
                <a:ext cx="514622" cy="392363"/>
              </a:xfrm>
              <a:custGeom>
                <a:rect b="b" l="l" r="r" t="t"/>
                <a:pathLst>
                  <a:path extrusionOk="0" h="1531" w="2008">
                    <a:moveTo>
                      <a:pt x="210" y="1"/>
                    </a:moveTo>
                    <a:cubicBezTo>
                      <a:pt x="189" y="21"/>
                      <a:pt x="116" y="58"/>
                      <a:pt x="1" y="108"/>
                    </a:cubicBezTo>
                    <a:cubicBezTo>
                      <a:pt x="361" y="346"/>
                      <a:pt x="1476" y="1057"/>
                      <a:pt x="1519" y="1093"/>
                    </a:cubicBezTo>
                    <a:cubicBezTo>
                      <a:pt x="1540" y="1113"/>
                      <a:pt x="1597" y="1243"/>
                      <a:pt x="1640" y="1372"/>
                    </a:cubicBezTo>
                    <a:cubicBezTo>
                      <a:pt x="1662" y="1424"/>
                      <a:pt x="1676" y="1474"/>
                      <a:pt x="1691" y="1517"/>
                    </a:cubicBezTo>
                    <a:cubicBezTo>
                      <a:pt x="1698" y="1524"/>
                      <a:pt x="1698" y="1531"/>
                      <a:pt x="1698" y="1531"/>
                    </a:cubicBezTo>
                    <a:lnTo>
                      <a:pt x="1726" y="1517"/>
                    </a:lnTo>
                    <a:lnTo>
                      <a:pt x="2007" y="1372"/>
                    </a:lnTo>
                    <a:cubicBezTo>
                      <a:pt x="1964" y="1243"/>
                      <a:pt x="1907" y="1113"/>
                      <a:pt x="1885" y="1093"/>
                    </a:cubicBezTo>
                    <a:cubicBezTo>
                      <a:pt x="1842" y="1057"/>
                      <a:pt x="591" y="244"/>
                      <a:pt x="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42"/>
              <p:cNvSpPr/>
              <p:nvPr/>
            </p:nvSpPr>
            <p:spPr>
              <a:xfrm>
                <a:off x="6326774" y="4002970"/>
                <a:ext cx="208617" cy="864173"/>
              </a:xfrm>
              <a:custGeom>
                <a:rect b="b" l="l" r="r" t="t"/>
                <a:pathLst>
                  <a:path extrusionOk="0" h="3372" w="814">
                    <a:moveTo>
                      <a:pt x="582" y="1"/>
                    </a:moveTo>
                    <a:lnTo>
                      <a:pt x="1" y="3372"/>
                    </a:lnTo>
                    <a:lnTo>
                      <a:pt x="230" y="3372"/>
                    </a:lnTo>
                    <a:lnTo>
                      <a:pt x="81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42"/>
              <p:cNvSpPr/>
              <p:nvPr/>
            </p:nvSpPr>
            <p:spPr>
              <a:xfrm>
                <a:off x="6254758" y="4002970"/>
                <a:ext cx="221431" cy="864173"/>
              </a:xfrm>
              <a:custGeom>
                <a:rect b="b" l="l" r="r" t="t"/>
                <a:pathLst>
                  <a:path extrusionOk="0" h="3372" w="864">
                    <a:moveTo>
                      <a:pt x="590" y="1"/>
                    </a:moveTo>
                    <a:lnTo>
                      <a:pt x="0" y="3372"/>
                    </a:lnTo>
                    <a:lnTo>
                      <a:pt x="282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42"/>
              <p:cNvSpPr/>
              <p:nvPr/>
            </p:nvSpPr>
            <p:spPr>
              <a:xfrm>
                <a:off x="7037705" y="4002970"/>
                <a:ext cx="210411" cy="864173"/>
              </a:xfrm>
              <a:custGeom>
                <a:rect b="b" l="l" r="r" t="t"/>
                <a:pathLst>
                  <a:path extrusionOk="0" h="3372" w="821">
                    <a:moveTo>
                      <a:pt x="1" y="1"/>
                    </a:moveTo>
                    <a:lnTo>
                      <a:pt x="591" y="3372"/>
                    </a:lnTo>
                    <a:lnTo>
                      <a:pt x="820" y="3372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42"/>
              <p:cNvSpPr/>
              <p:nvPr/>
            </p:nvSpPr>
            <p:spPr>
              <a:xfrm>
                <a:off x="7096907" y="4002970"/>
                <a:ext cx="221431" cy="864173"/>
              </a:xfrm>
              <a:custGeom>
                <a:rect b="b" l="l" r="r" t="t"/>
                <a:pathLst>
                  <a:path extrusionOk="0" h="3372" w="864">
                    <a:moveTo>
                      <a:pt x="1" y="1"/>
                    </a:moveTo>
                    <a:lnTo>
                      <a:pt x="589" y="3372"/>
                    </a:lnTo>
                    <a:lnTo>
                      <a:pt x="863" y="3372"/>
                    </a:lnTo>
                    <a:lnTo>
                      <a:pt x="360" y="475"/>
                    </a:lnTo>
                    <a:lnTo>
                      <a:pt x="353" y="482"/>
                    </a:lnTo>
                    <a:lnTo>
                      <a:pt x="237" y="187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42"/>
              <p:cNvSpPr/>
              <p:nvPr/>
            </p:nvSpPr>
            <p:spPr>
              <a:xfrm>
                <a:off x="6546153" y="3599837"/>
                <a:ext cx="764757" cy="451308"/>
              </a:xfrm>
              <a:custGeom>
                <a:rect b="b" l="l" r="r" t="t"/>
                <a:pathLst>
                  <a:path extrusionOk="0" h="1761" w="2984">
                    <a:moveTo>
                      <a:pt x="0" y="1"/>
                    </a:moveTo>
                    <a:lnTo>
                      <a:pt x="0" y="1"/>
                    </a:lnTo>
                    <a:cubicBezTo>
                      <a:pt x="21" y="216"/>
                      <a:pt x="71" y="748"/>
                      <a:pt x="114" y="920"/>
                    </a:cubicBezTo>
                    <a:cubicBezTo>
                      <a:pt x="166" y="1129"/>
                      <a:pt x="382" y="1229"/>
                      <a:pt x="518" y="1258"/>
                    </a:cubicBezTo>
                    <a:cubicBezTo>
                      <a:pt x="647" y="1286"/>
                      <a:pt x="2322" y="1567"/>
                      <a:pt x="2322" y="1567"/>
                    </a:cubicBezTo>
                    <a:lnTo>
                      <a:pt x="2322" y="1574"/>
                    </a:lnTo>
                    <a:lnTo>
                      <a:pt x="2386" y="1760"/>
                    </a:lnTo>
                    <a:lnTo>
                      <a:pt x="2452" y="1726"/>
                    </a:lnTo>
                    <a:lnTo>
                      <a:pt x="2695" y="1603"/>
                    </a:lnTo>
                    <a:lnTo>
                      <a:pt x="2754" y="1574"/>
                    </a:lnTo>
                    <a:lnTo>
                      <a:pt x="2983" y="1451"/>
                    </a:lnTo>
                    <a:cubicBezTo>
                      <a:pt x="2983" y="1451"/>
                      <a:pt x="2904" y="1308"/>
                      <a:pt x="2854" y="1258"/>
                    </a:cubicBezTo>
                    <a:cubicBezTo>
                      <a:pt x="2847" y="1251"/>
                      <a:pt x="2847" y="1251"/>
                      <a:pt x="2840" y="1243"/>
                    </a:cubicBezTo>
                    <a:cubicBezTo>
                      <a:pt x="2804" y="1229"/>
                      <a:pt x="1905" y="784"/>
                      <a:pt x="1374" y="509"/>
                    </a:cubicBezTo>
                    <a:cubicBezTo>
                      <a:pt x="1265" y="459"/>
                      <a:pt x="1172" y="409"/>
                      <a:pt x="1106" y="380"/>
                    </a:cubicBezTo>
                    <a:cubicBezTo>
                      <a:pt x="1029" y="337"/>
                      <a:pt x="985" y="316"/>
                      <a:pt x="985" y="309"/>
                    </a:cubicBezTo>
                    <a:cubicBezTo>
                      <a:pt x="970" y="302"/>
                      <a:pt x="949" y="194"/>
                      <a:pt x="920" y="71"/>
                    </a:cubicBezTo>
                    <a:cubicBezTo>
                      <a:pt x="884" y="71"/>
                      <a:pt x="840" y="71"/>
                      <a:pt x="797" y="78"/>
                    </a:cubicBezTo>
                    <a:cubicBezTo>
                      <a:pt x="751" y="81"/>
                      <a:pt x="708" y="82"/>
                      <a:pt x="666" y="82"/>
                    </a:cubicBezTo>
                    <a:cubicBezTo>
                      <a:pt x="557" y="82"/>
                      <a:pt x="462" y="74"/>
                      <a:pt x="373" y="64"/>
                    </a:cubicBezTo>
                    <a:cubicBezTo>
                      <a:pt x="209" y="51"/>
                      <a:pt x="87" y="2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42"/>
              <p:cNvSpPr/>
              <p:nvPr/>
            </p:nvSpPr>
            <p:spPr>
              <a:xfrm>
                <a:off x="6696848" y="4002970"/>
                <a:ext cx="210411" cy="864173"/>
              </a:xfrm>
              <a:custGeom>
                <a:rect b="b" l="l" r="r" t="t"/>
                <a:pathLst>
                  <a:path extrusionOk="0" h="3372" w="821">
                    <a:moveTo>
                      <a:pt x="591" y="1"/>
                    </a:moveTo>
                    <a:lnTo>
                      <a:pt x="1" y="3372"/>
                    </a:lnTo>
                    <a:lnTo>
                      <a:pt x="239" y="3372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42"/>
              <p:cNvSpPr/>
              <p:nvPr/>
            </p:nvSpPr>
            <p:spPr>
              <a:xfrm>
                <a:off x="6627138" y="4002970"/>
                <a:ext cx="221175" cy="864173"/>
              </a:xfrm>
              <a:custGeom>
                <a:rect b="b" l="l" r="r" t="t"/>
                <a:pathLst>
                  <a:path extrusionOk="0" h="3372" w="863">
                    <a:moveTo>
                      <a:pt x="590" y="1"/>
                    </a:moveTo>
                    <a:lnTo>
                      <a:pt x="0" y="3372"/>
                    </a:lnTo>
                    <a:lnTo>
                      <a:pt x="273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42"/>
              <p:cNvSpPr/>
              <p:nvPr/>
            </p:nvSpPr>
            <p:spPr>
              <a:xfrm>
                <a:off x="7524132" y="4664438"/>
                <a:ext cx="13071" cy="36904"/>
              </a:xfrm>
              <a:custGeom>
                <a:rect b="b" l="l" r="r" t="t"/>
                <a:pathLst>
                  <a:path extrusionOk="0" h="144" w="51">
                    <a:moveTo>
                      <a:pt x="0" y="1"/>
                    </a:moveTo>
                    <a:lnTo>
                      <a:pt x="30" y="144"/>
                    </a:lnTo>
                    <a:lnTo>
                      <a:pt x="30" y="137"/>
                    </a:lnTo>
                    <a:cubicBezTo>
                      <a:pt x="37" y="123"/>
                      <a:pt x="43" y="116"/>
                      <a:pt x="50" y="10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42"/>
              <p:cNvSpPr/>
              <p:nvPr/>
            </p:nvSpPr>
            <p:spPr>
              <a:xfrm>
                <a:off x="6391357" y="3188758"/>
                <a:ext cx="134550" cy="733727"/>
              </a:xfrm>
              <a:custGeom>
                <a:rect b="b" l="l" r="r" t="t"/>
                <a:pathLst>
                  <a:path extrusionOk="0" h="2863" w="525">
                    <a:moveTo>
                      <a:pt x="1" y="0"/>
                    </a:moveTo>
                    <a:lnTo>
                      <a:pt x="323" y="1582"/>
                    </a:lnTo>
                    <a:lnTo>
                      <a:pt x="323" y="2862"/>
                    </a:lnTo>
                    <a:lnTo>
                      <a:pt x="525" y="2862"/>
                    </a:lnTo>
                    <a:lnTo>
                      <a:pt x="525" y="1582"/>
                    </a:lnTo>
                    <a:lnTo>
                      <a:pt x="525" y="1575"/>
                    </a:lnTo>
                    <a:cubicBezTo>
                      <a:pt x="489" y="1561"/>
                      <a:pt x="468" y="1553"/>
                      <a:pt x="468" y="1553"/>
                    </a:cubicBezTo>
                    <a:cubicBezTo>
                      <a:pt x="468" y="1553"/>
                      <a:pt x="482" y="1503"/>
                      <a:pt x="496" y="1432"/>
                    </a:cubicBez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42"/>
              <p:cNvSpPr/>
              <p:nvPr/>
            </p:nvSpPr>
            <p:spPr>
              <a:xfrm>
                <a:off x="6230924" y="2748719"/>
                <a:ext cx="243472" cy="1173759"/>
              </a:xfrm>
              <a:custGeom>
                <a:rect b="b" l="l" r="r" t="t"/>
                <a:pathLst>
                  <a:path extrusionOk="0" h="4580" w="950">
                    <a:moveTo>
                      <a:pt x="0" y="1"/>
                    </a:moveTo>
                    <a:lnTo>
                      <a:pt x="683" y="3299"/>
                    </a:lnTo>
                    <a:lnTo>
                      <a:pt x="683" y="4579"/>
                    </a:lnTo>
                    <a:lnTo>
                      <a:pt x="949" y="4579"/>
                    </a:lnTo>
                    <a:lnTo>
                      <a:pt x="949" y="3299"/>
                    </a:lnTo>
                    <a:lnTo>
                      <a:pt x="627" y="1717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42"/>
              <p:cNvSpPr/>
              <p:nvPr/>
            </p:nvSpPr>
            <p:spPr>
              <a:xfrm>
                <a:off x="6298839" y="2748719"/>
                <a:ext cx="225532" cy="440288"/>
              </a:xfrm>
              <a:custGeom>
                <a:rect b="b" l="l" r="r" t="t"/>
                <a:pathLst>
                  <a:path extrusionOk="0" h="1718" w="880">
                    <a:moveTo>
                      <a:pt x="1" y="1"/>
                    </a:moveTo>
                    <a:lnTo>
                      <a:pt x="362" y="1717"/>
                    </a:lnTo>
                    <a:lnTo>
                      <a:pt x="879" y="1717"/>
                    </a:lnTo>
                    <a:cubicBezTo>
                      <a:pt x="829" y="1495"/>
                      <a:pt x="770" y="1251"/>
                      <a:pt x="720" y="1027"/>
                    </a:cubicBezTo>
                    <a:lnTo>
                      <a:pt x="720" y="1020"/>
                    </a:lnTo>
                    <a:cubicBezTo>
                      <a:pt x="613" y="711"/>
                      <a:pt x="570" y="553"/>
                      <a:pt x="598" y="310"/>
                    </a:cubicBezTo>
                    <a:lnTo>
                      <a:pt x="598" y="303"/>
                    </a:lnTo>
                    <a:cubicBezTo>
                      <a:pt x="598" y="251"/>
                      <a:pt x="605" y="208"/>
                      <a:pt x="620" y="165"/>
                    </a:cubicBezTo>
                    <a:cubicBezTo>
                      <a:pt x="634" y="101"/>
                      <a:pt x="663" y="44"/>
                      <a:pt x="6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42"/>
              <p:cNvSpPr/>
              <p:nvPr/>
            </p:nvSpPr>
            <p:spPr>
              <a:xfrm>
                <a:off x="6444921" y="2827911"/>
                <a:ext cx="38699" cy="182471"/>
              </a:xfrm>
              <a:custGeom>
                <a:rect b="b" l="l" r="r" t="t"/>
                <a:pathLst>
                  <a:path extrusionOk="0" h="712" w="151">
                    <a:moveTo>
                      <a:pt x="28" y="1"/>
                    </a:moveTo>
                    <a:cubicBezTo>
                      <a:pt x="0" y="244"/>
                      <a:pt x="43" y="402"/>
                      <a:pt x="150" y="711"/>
                    </a:cubicBezTo>
                    <a:cubicBezTo>
                      <a:pt x="107" y="539"/>
                      <a:pt x="71" y="389"/>
                      <a:pt x="50" y="280"/>
                    </a:cubicBezTo>
                    <a:cubicBezTo>
                      <a:pt x="28" y="173"/>
                      <a:pt x="21" y="80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42"/>
              <p:cNvSpPr/>
              <p:nvPr/>
            </p:nvSpPr>
            <p:spPr>
              <a:xfrm>
                <a:off x="7688154" y="4642398"/>
                <a:ext cx="58946" cy="69964"/>
              </a:xfrm>
              <a:custGeom>
                <a:rect b="b" l="l" r="r" t="t"/>
                <a:pathLst>
                  <a:path extrusionOk="0" h="273" w="230">
                    <a:moveTo>
                      <a:pt x="187" y="0"/>
                    </a:moveTo>
                    <a:cubicBezTo>
                      <a:pt x="180" y="0"/>
                      <a:pt x="166" y="7"/>
                      <a:pt x="159" y="14"/>
                    </a:cubicBezTo>
                    <a:lnTo>
                      <a:pt x="152" y="30"/>
                    </a:lnTo>
                    <a:lnTo>
                      <a:pt x="80" y="123"/>
                    </a:lnTo>
                    <a:lnTo>
                      <a:pt x="37" y="180"/>
                    </a:lnTo>
                    <a:lnTo>
                      <a:pt x="14" y="209"/>
                    </a:lnTo>
                    <a:lnTo>
                      <a:pt x="14" y="216"/>
                    </a:lnTo>
                    <a:cubicBezTo>
                      <a:pt x="0" y="230"/>
                      <a:pt x="7" y="252"/>
                      <a:pt x="23" y="266"/>
                    </a:cubicBezTo>
                    <a:cubicBezTo>
                      <a:pt x="30" y="266"/>
                      <a:pt x="37" y="273"/>
                      <a:pt x="43" y="273"/>
                    </a:cubicBezTo>
                    <a:cubicBezTo>
                      <a:pt x="57" y="273"/>
                      <a:pt x="66" y="266"/>
                      <a:pt x="73" y="259"/>
                    </a:cubicBezTo>
                    <a:lnTo>
                      <a:pt x="123" y="187"/>
                    </a:lnTo>
                    <a:lnTo>
                      <a:pt x="152" y="150"/>
                    </a:lnTo>
                    <a:lnTo>
                      <a:pt x="159" y="137"/>
                    </a:lnTo>
                    <a:lnTo>
                      <a:pt x="209" y="73"/>
                    </a:lnTo>
                    <a:lnTo>
                      <a:pt x="216" y="57"/>
                    </a:lnTo>
                    <a:cubicBezTo>
                      <a:pt x="230" y="43"/>
                      <a:pt x="230" y="21"/>
                      <a:pt x="209" y="7"/>
                    </a:cubicBezTo>
                    <a:cubicBezTo>
                      <a:pt x="202" y="7"/>
                      <a:pt x="195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42"/>
              <p:cNvSpPr/>
              <p:nvPr/>
            </p:nvSpPr>
            <p:spPr>
              <a:xfrm>
                <a:off x="7727109" y="4660850"/>
                <a:ext cx="55358" cy="64326"/>
              </a:xfrm>
              <a:custGeom>
                <a:rect b="b" l="l" r="r" t="t"/>
                <a:pathLst>
                  <a:path extrusionOk="0" h="251" w="216">
                    <a:moveTo>
                      <a:pt x="173" y="1"/>
                    </a:moveTo>
                    <a:cubicBezTo>
                      <a:pt x="164" y="1"/>
                      <a:pt x="157" y="1"/>
                      <a:pt x="150" y="8"/>
                    </a:cubicBezTo>
                    <a:cubicBezTo>
                      <a:pt x="150" y="8"/>
                      <a:pt x="143" y="8"/>
                      <a:pt x="143" y="15"/>
                    </a:cubicBezTo>
                    <a:lnTo>
                      <a:pt x="121" y="44"/>
                    </a:lnTo>
                    <a:lnTo>
                      <a:pt x="86" y="94"/>
                    </a:lnTo>
                    <a:lnTo>
                      <a:pt x="71" y="115"/>
                    </a:lnTo>
                    <a:lnTo>
                      <a:pt x="14" y="194"/>
                    </a:lnTo>
                    <a:cubicBezTo>
                      <a:pt x="0" y="208"/>
                      <a:pt x="7" y="237"/>
                      <a:pt x="21" y="244"/>
                    </a:cubicBezTo>
                    <a:cubicBezTo>
                      <a:pt x="28" y="251"/>
                      <a:pt x="35" y="251"/>
                      <a:pt x="43" y="251"/>
                    </a:cubicBezTo>
                    <a:cubicBezTo>
                      <a:pt x="57" y="251"/>
                      <a:pt x="64" y="251"/>
                      <a:pt x="71" y="237"/>
                    </a:cubicBezTo>
                    <a:lnTo>
                      <a:pt x="143" y="144"/>
                    </a:lnTo>
                    <a:lnTo>
                      <a:pt x="193" y="78"/>
                    </a:lnTo>
                    <a:lnTo>
                      <a:pt x="193" y="72"/>
                    </a:lnTo>
                    <a:lnTo>
                      <a:pt x="207" y="58"/>
                    </a:lnTo>
                    <a:cubicBezTo>
                      <a:pt x="216" y="51"/>
                      <a:pt x="216" y="35"/>
                      <a:pt x="216" y="28"/>
                    </a:cubicBezTo>
                    <a:lnTo>
                      <a:pt x="207" y="22"/>
                    </a:lnTo>
                    <a:cubicBezTo>
                      <a:pt x="207" y="15"/>
                      <a:pt x="200" y="8"/>
                      <a:pt x="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42"/>
              <p:cNvSpPr/>
              <p:nvPr/>
            </p:nvSpPr>
            <p:spPr>
              <a:xfrm>
                <a:off x="7507730" y="3962478"/>
                <a:ext cx="263718" cy="709637"/>
              </a:xfrm>
              <a:custGeom>
                <a:rect b="b" l="l" r="r" t="t"/>
                <a:pathLst>
                  <a:path extrusionOk="0" h="2769" w="1029">
                    <a:moveTo>
                      <a:pt x="316" y="0"/>
                    </a:moveTo>
                    <a:lnTo>
                      <a:pt x="194" y="66"/>
                    </a:lnTo>
                    <a:lnTo>
                      <a:pt x="21" y="159"/>
                    </a:lnTo>
                    <a:lnTo>
                      <a:pt x="0" y="173"/>
                    </a:lnTo>
                    <a:lnTo>
                      <a:pt x="352" y="1482"/>
                    </a:lnTo>
                    <a:lnTo>
                      <a:pt x="654" y="2596"/>
                    </a:lnTo>
                    <a:cubicBezTo>
                      <a:pt x="675" y="2574"/>
                      <a:pt x="697" y="2567"/>
                      <a:pt x="711" y="2567"/>
                    </a:cubicBezTo>
                    <a:cubicBezTo>
                      <a:pt x="714" y="2567"/>
                      <a:pt x="717" y="2566"/>
                      <a:pt x="720" y="2566"/>
                    </a:cubicBezTo>
                    <a:cubicBezTo>
                      <a:pt x="763" y="2566"/>
                      <a:pt x="782" y="2615"/>
                      <a:pt x="856" y="2683"/>
                    </a:cubicBezTo>
                    <a:lnTo>
                      <a:pt x="863" y="2667"/>
                    </a:lnTo>
                    <a:cubicBezTo>
                      <a:pt x="870" y="2660"/>
                      <a:pt x="884" y="2653"/>
                      <a:pt x="891" y="2653"/>
                    </a:cubicBezTo>
                    <a:cubicBezTo>
                      <a:pt x="899" y="2653"/>
                      <a:pt x="906" y="2660"/>
                      <a:pt x="913" y="2660"/>
                    </a:cubicBezTo>
                    <a:cubicBezTo>
                      <a:pt x="934" y="2674"/>
                      <a:pt x="934" y="2696"/>
                      <a:pt x="920" y="2710"/>
                    </a:cubicBezTo>
                    <a:lnTo>
                      <a:pt x="913" y="2726"/>
                    </a:lnTo>
                    <a:cubicBezTo>
                      <a:pt x="927" y="2733"/>
                      <a:pt x="934" y="2747"/>
                      <a:pt x="949" y="2753"/>
                    </a:cubicBezTo>
                    <a:cubicBezTo>
                      <a:pt x="956" y="2753"/>
                      <a:pt x="970" y="2760"/>
                      <a:pt x="977" y="2769"/>
                    </a:cubicBezTo>
                    <a:lnTo>
                      <a:pt x="999" y="2740"/>
                    </a:lnTo>
                    <a:cubicBezTo>
                      <a:pt x="999" y="2733"/>
                      <a:pt x="1006" y="2733"/>
                      <a:pt x="1006" y="2733"/>
                    </a:cubicBezTo>
                    <a:cubicBezTo>
                      <a:pt x="986" y="2667"/>
                      <a:pt x="999" y="2624"/>
                      <a:pt x="1029" y="2596"/>
                    </a:cubicBezTo>
                    <a:lnTo>
                      <a:pt x="31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42"/>
              <p:cNvSpPr/>
              <p:nvPr/>
            </p:nvSpPr>
            <p:spPr>
              <a:xfrm>
                <a:off x="7494916" y="3885080"/>
                <a:ext cx="106871" cy="121733"/>
              </a:xfrm>
              <a:custGeom>
                <a:rect b="b" l="l" r="r" t="t"/>
                <a:pathLst>
                  <a:path extrusionOk="0" h="475" w="417">
                    <a:moveTo>
                      <a:pt x="316" y="0"/>
                    </a:moveTo>
                    <a:lnTo>
                      <a:pt x="35" y="145"/>
                    </a:lnTo>
                    <a:lnTo>
                      <a:pt x="7" y="159"/>
                    </a:lnTo>
                    <a:cubicBezTo>
                      <a:pt x="21" y="195"/>
                      <a:pt x="28" y="225"/>
                      <a:pt x="35" y="245"/>
                    </a:cubicBezTo>
                    <a:cubicBezTo>
                      <a:pt x="44" y="268"/>
                      <a:pt x="50" y="281"/>
                      <a:pt x="50" y="281"/>
                    </a:cubicBezTo>
                    <a:lnTo>
                      <a:pt x="0" y="302"/>
                    </a:lnTo>
                    <a:lnTo>
                      <a:pt x="44" y="461"/>
                    </a:lnTo>
                    <a:lnTo>
                      <a:pt x="50" y="475"/>
                    </a:lnTo>
                    <a:lnTo>
                      <a:pt x="71" y="461"/>
                    </a:lnTo>
                    <a:lnTo>
                      <a:pt x="244" y="368"/>
                    </a:lnTo>
                    <a:lnTo>
                      <a:pt x="366" y="302"/>
                    </a:lnTo>
                    <a:lnTo>
                      <a:pt x="416" y="281"/>
                    </a:lnTo>
                    <a:cubicBezTo>
                      <a:pt x="416" y="281"/>
                      <a:pt x="366" y="138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42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rect b="b" l="l" r="r" t="t"/>
                <a:pathLst>
                  <a:path extrusionOk="0" h="8" w="9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42"/>
              <p:cNvSpPr/>
              <p:nvPr/>
            </p:nvSpPr>
            <p:spPr>
              <a:xfrm>
                <a:off x="7271692" y="4100871"/>
                <a:ext cx="11277" cy="25884"/>
              </a:xfrm>
              <a:custGeom>
                <a:rect b="b" l="l" r="r" t="t"/>
                <a:pathLst>
                  <a:path extrusionOk="0" h="101" w="44">
                    <a:moveTo>
                      <a:pt x="0" y="0"/>
                    </a:moveTo>
                    <a:lnTo>
                      <a:pt x="36" y="100"/>
                    </a:lnTo>
                    <a:lnTo>
                      <a:pt x="43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42"/>
              <p:cNvSpPr/>
              <p:nvPr/>
            </p:nvSpPr>
            <p:spPr>
              <a:xfrm>
                <a:off x="7857557" y="4680840"/>
                <a:ext cx="29729" cy="24603"/>
              </a:xfrm>
              <a:custGeom>
                <a:rect b="b" l="l" r="r" t="t"/>
                <a:pathLst>
                  <a:path extrusionOk="0" h="96" w="116">
                    <a:moveTo>
                      <a:pt x="52" y="0"/>
                    </a:moveTo>
                    <a:lnTo>
                      <a:pt x="0" y="66"/>
                    </a:lnTo>
                    <a:cubicBezTo>
                      <a:pt x="9" y="66"/>
                      <a:pt x="22" y="73"/>
                      <a:pt x="29" y="80"/>
                    </a:cubicBezTo>
                    <a:cubicBezTo>
                      <a:pt x="43" y="80"/>
                      <a:pt x="59" y="87"/>
                      <a:pt x="72" y="95"/>
                    </a:cubicBezTo>
                    <a:lnTo>
                      <a:pt x="116" y="30"/>
                    </a:lnTo>
                    <a:cubicBezTo>
                      <a:pt x="95" y="23"/>
                      <a:pt x="72" y="9"/>
                      <a:pt x="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42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rect b="b" l="l" r="r" t="t"/>
                <a:pathLst>
                  <a:path extrusionOk="0" h="8" w="9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42"/>
              <p:cNvSpPr/>
              <p:nvPr/>
            </p:nvSpPr>
            <p:spPr>
              <a:xfrm>
                <a:off x="7763757" y="4680840"/>
                <a:ext cx="29729" cy="24603"/>
              </a:xfrm>
              <a:custGeom>
                <a:rect b="b" l="l" r="r" t="t"/>
                <a:pathLst>
                  <a:path extrusionOk="0" h="96" w="116">
                    <a:moveTo>
                      <a:pt x="50" y="0"/>
                    </a:moveTo>
                    <a:lnTo>
                      <a:pt x="0" y="66"/>
                    </a:lnTo>
                    <a:cubicBezTo>
                      <a:pt x="21" y="73"/>
                      <a:pt x="50" y="87"/>
                      <a:pt x="73" y="95"/>
                    </a:cubicBezTo>
                    <a:lnTo>
                      <a:pt x="80" y="87"/>
                    </a:lnTo>
                    <a:lnTo>
                      <a:pt x="116" y="30"/>
                    </a:lnTo>
                    <a:lnTo>
                      <a:pt x="107" y="30"/>
                    </a:lnTo>
                    <a:cubicBezTo>
                      <a:pt x="87" y="23"/>
                      <a:pt x="64" y="9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42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rect b="b" l="l" r="r" t="t"/>
                <a:pathLst>
                  <a:path extrusionOk="0" h="8" w="15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42"/>
              <p:cNvSpPr/>
              <p:nvPr/>
            </p:nvSpPr>
            <p:spPr>
              <a:xfrm>
                <a:off x="7870628" y="4819233"/>
                <a:ext cx="64328" cy="256"/>
              </a:xfrm>
              <a:custGeom>
                <a:rect b="b" l="l" r="r" t="t"/>
                <a:pathLst>
                  <a:path extrusionOk="0" h="1" w="251">
                    <a:moveTo>
                      <a:pt x="251" y="0"/>
                    </a:moveTo>
                    <a:lnTo>
                      <a:pt x="25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42"/>
              <p:cNvSpPr/>
              <p:nvPr/>
            </p:nvSpPr>
            <p:spPr>
              <a:xfrm>
                <a:off x="7864989" y="4758238"/>
                <a:ext cx="221175" cy="61251"/>
              </a:xfrm>
              <a:custGeom>
                <a:rect b="b" l="l" r="r" t="t"/>
                <a:pathLst>
                  <a:path extrusionOk="0" h="239" w="863">
                    <a:moveTo>
                      <a:pt x="525" y="0"/>
                    </a:moveTo>
                    <a:lnTo>
                      <a:pt x="402" y="59"/>
                    </a:lnTo>
                    <a:lnTo>
                      <a:pt x="395" y="59"/>
                    </a:lnTo>
                    <a:lnTo>
                      <a:pt x="288" y="109"/>
                    </a:lnTo>
                    <a:lnTo>
                      <a:pt x="0" y="238"/>
                    </a:lnTo>
                    <a:lnTo>
                      <a:pt x="863" y="238"/>
                    </a:lnTo>
                    <a:cubicBezTo>
                      <a:pt x="863" y="238"/>
                      <a:pt x="863" y="109"/>
                      <a:pt x="6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42"/>
              <p:cNvSpPr/>
              <p:nvPr/>
            </p:nvSpPr>
            <p:spPr>
              <a:xfrm>
                <a:off x="7934699" y="4819233"/>
                <a:ext cx="57921" cy="256"/>
              </a:xfrm>
              <a:custGeom>
                <a:rect b="b" l="l" r="r" t="t"/>
                <a:pathLst>
                  <a:path extrusionOk="0" h="1" w="226">
                    <a:moveTo>
                      <a:pt x="225" y="0"/>
                    </a:moveTo>
                    <a:lnTo>
                      <a:pt x="225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42"/>
              <p:cNvSpPr/>
              <p:nvPr/>
            </p:nvSpPr>
            <p:spPr>
              <a:xfrm>
                <a:off x="7760169" y="4819233"/>
                <a:ext cx="329584" cy="47924"/>
              </a:xfrm>
              <a:custGeom>
                <a:rect b="b" l="l" r="r" t="t"/>
                <a:pathLst>
                  <a:path extrusionOk="0" h="187" w="1286">
                    <a:moveTo>
                      <a:pt x="409" y="0"/>
                    </a:moveTo>
                    <a:lnTo>
                      <a:pt x="1" y="187"/>
                    </a:lnTo>
                    <a:lnTo>
                      <a:pt x="1286" y="187"/>
                    </a:lnTo>
                    <a:lnTo>
                      <a:pt x="127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42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42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2"/>
              <p:cNvSpPr/>
              <p:nvPr/>
            </p:nvSpPr>
            <p:spPr>
              <a:xfrm>
                <a:off x="7760169" y="4620101"/>
                <a:ext cx="60740" cy="53819"/>
              </a:xfrm>
              <a:custGeom>
                <a:rect b="b" l="l" r="r" t="t"/>
                <a:pathLst>
                  <a:path extrusionOk="0" h="210" w="237">
                    <a:moveTo>
                      <a:pt x="103" y="0"/>
                    </a:moveTo>
                    <a:cubicBezTo>
                      <a:pt x="100" y="0"/>
                      <a:pt x="97" y="1"/>
                      <a:pt x="94" y="1"/>
                    </a:cubicBezTo>
                    <a:cubicBezTo>
                      <a:pt x="78" y="1"/>
                      <a:pt x="57" y="8"/>
                      <a:pt x="44" y="30"/>
                    </a:cubicBezTo>
                    <a:cubicBezTo>
                      <a:pt x="14" y="58"/>
                      <a:pt x="1" y="101"/>
                      <a:pt x="21" y="167"/>
                    </a:cubicBezTo>
                    <a:cubicBezTo>
                      <a:pt x="28" y="160"/>
                      <a:pt x="35" y="160"/>
                      <a:pt x="44" y="160"/>
                    </a:cubicBezTo>
                    <a:lnTo>
                      <a:pt x="64" y="160"/>
                    </a:lnTo>
                    <a:cubicBezTo>
                      <a:pt x="71" y="167"/>
                      <a:pt x="78" y="174"/>
                      <a:pt x="78" y="181"/>
                    </a:cubicBezTo>
                    <a:cubicBezTo>
                      <a:pt x="101" y="181"/>
                      <a:pt x="114" y="187"/>
                      <a:pt x="137" y="194"/>
                    </a:cubicBezTo>
                    <a:cubicBezTo>
                      <a:pt x="144" y="203"/>
                      <a:pt x="151" y="203"/>
                      <a:pt x="164" y="210"/>
                    </a:cubicBezTo>
                    <a:lnTo>
                      <a:pt x="237" y="117"/>
                    </a:lnTo>
                    <a:cubicBezTo>
                      <a:pt x="162" y="49"/>
                      <a:pt x="14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42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rect b="b" l="l" r="r" t="t"/>
                <a:pathLst>
                  <a:path extrusionOk="0" h="30" w="65">
                    <a:moveTo>
                      <a:pt x="1" y="0"/>
                    </a:moveTo>
                    <a:lnTo>
                      <a:pt x="17" y="8"/>
                    </a:lnTo>
                    <a:lnTo>
                      <a:pt x="17" y="8"/>
                    </a:lnTo>
                    <a:cubicBezTo>
                      <a:pt x="11" y="5"/>
                      <a:pt x="6" y="3"/>
                      <a:pt x="1" y="0"/>
                    </a:cubicBezTo>
                    <a:close/>
                    <a:moveTo>
                      <a:pt x="17" y="8"/>
                    </a:moveTo>
                    <a:cubicBezTo>
                      <a:pt x="33" y="16"/>
                      <a:pt x="49" y="25"/>
                      <a:pt x="65" y="30"/>
                    </a:cubicBezTo>
                    <a:lnTo>
                      <a:pt x="17" y="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42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rect b="b" l="l" r="r" t="t"/>
                <a:pathLst>
                  <a:path extrusionOk="0" fill="none" h="30" w="65">
                    <a:moveTo>
                      <a:pt x="65" y="30"/>
                    </a:moveTo>
                    <a:cubicBezTo>
                      <a:pt x="44" y="23"/>
                      <a:pt x="21" y="9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42"/>
              <p:cNvSpPr/>
              <p:nvPr/>
            </p:nvSpPr>
            <p:spPr>
              <a:xfrm>
                <a:off x="7820652" y="4660850"/>
                <a:ext cx="31779" cy="29472"/>
              </a:xfrm>
              <a:custGeom>
                <a:rect b="b" l="l" r="r" t="t"/>
                <a:pathLst>
                  <a:path extrusionOk="0" h="115" w="124">
                    <a:moveTo>
                      <a:pt x="58" y="1"/>
                    </a:moveTo>
                    <a:lnTo>
                      <a:pt x="1" y="78"/>
                    </a:lnTo>
                    <a:cubicBezTo>
                      <a:pt x="8" y="78"/>
                      <a:pt x="8" y="87"/>
                      <a:pt x="8" y="87"/>
                    </a:cubicBezTo>
                    <a:cubicBezTo>
                      <a:pt x="30" y="94"/>
                      <a:pt x="51" y="101"/>
                      <a:pt x="66" y="108"/>
                    </a:cubicBezTo>
                    <a:cubicBezTo>
                      <a:pt x="73" y="108"/>
                      <a:pt x="73" y="108"/>
                      <a:pt x="73" y="115"/>
                    </a:cubicBezTo>
                    <a:lnTo>
                      <a:pt x="123" y="44"/>
                    </a:lnTo>
                    <a:cubicBezTo>
                      <a:pt x="101" y="28"/>
                      <a:pt x="80" y="15"/>
                      <a:pt x="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42"/>
              <p:cNvSpPr/>
              <p:nvPr/>
            </p:nvSpPr>
            <p:spPr>
              <a:xfrm>
                <a:off x="7876010" y="4677252"/>
                <a:ext cx="36905" cy="28191"/>
              </a:xfrm>
              <a:custGeom>
                <a:rect b="b" l="l" r="r" t="t"/>
                <a:pathLst>
                  <a:path extrusionOk="0" h="110" w="144">
                    <a:moveTo>
                      <a:pt x="101" y="1"/>
                    </a:moveTo>
                    <a:cubicBezTo>
                      <a:pt x="87" y="1"/>
                      <a:pt x="80" y="8"/>
                      <a:pt x="73" y="14"/>
                    </a:cubicBezTo>
                    <a:lnTo>
                      <a:pt x="44" y="44"/>
                    </a:lnTo>
                    <a:lnTo>
                      <a:pt x="0" y="109"/>
                    </a:lnTo>
                    <a:lnTo>
                      <a:pt x="7" y="109"/>
                    </a:lnTo>
                    <a:lnTo>
                      <a:pt x="101" y="73"/>
                    </a:lnTo>
                    <a:lnTo>
                      <a:pt x="130" y="58"/>
                    </a:lnTo>
                    <a:cubicBezTo>
                      <a:pt x="144" y="44"/>
                      <a:pt x="137" y="14"/>
                      <a:pt x="123" y="8"/>
                    </a:cubicBezTo>
                    <a:cubicBezTo>
                      <a:pt x="116" y="1"/>
                      <a:pt x="109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42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rect b="b" l="l" r="r" t="t"/>
                <a:pathLst>
                  <a:path extrusionOk="0" h="8" w="15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42"/>
              <p:cNvSpPr/>
              <p:nvPr/>
            </p:nvSpPr>
            <p:spPr>
              <a:xfrm>
                <a:off x="7839361" y="4660850"/>
                <a:ext cx="36905" cy="36904"/>
              </a:xfrm>
              <a:custGeom>
                <a:rect b="b" l="l" r="r" t="t"/>
                <a:pathLst>
                  <a:path extrusionOk="0" h="144" w="144">
                    <a:moveTo>
                      <a:pt x="107" y="1"/>
                    </a:moveTo>
                    <a:cubicBezTo>
                      <a:pt x="93" y="1"/>
                      <a:pt x="80" y="1"/>
                      <a:pt x="71" y="15"/>
                    </a:cubicBezTo>
                    <a:lnTo>
                      <a:pt x="50" y="44"/>
                    </a:lnTo>
                    <a:lnTo>
                      <a:pt x="0" y="115"/>
                    </a:lnTo>
                    <a:cubicBezTo>
                      <a:pt x="21" y="122"/>
                      <a:pt x="50" y="130"/>
                      <a:pt x="71" y="144"/>
                    </a:cubicBezTo>
                    <a:lnTo>
                      <a:pt x="123" y="78"/>
                    </a:lnTo>
                    <a:lnTo>
                      <a:pt x="137" y="58"/>
                    </a:lnTo>
                    <a:cubicBezTo>
                      <a:pt x="143" y="35"/>
                      <a:pt x="143" y="15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42"/>
              <p:cNvSpPr/>
              <p:nvPr/>
            </p:nvSpPr>
            <p:spPr>
              <a:xfrm>
                <a:off x="7802200" y="4642398"/>
                <a:ext cx="39212" cy="38698"/>
              </a:xfrm>
              <a:custGeom>
                <a:rect b="b" l="l" r="r" t="t"/>
                <a:pathLst>
                  <a:path extrusionOk="0" h="151" w="153">
                    <a:moveTo>
                      <a:pt x="109" y="0"/>
                    </a:moveTo>
                    <a:cubicBezTo>
                      <a:pt x="102" y="0"/>
                      <a:pt x="87" y="7"/>
                      <a:pt x="80" y="14"/>
                    </a:cubicBezTo>
                    <a:lnTo>
                      <a:pt x="73" y="30"/>
                    </a:lnTo>
                    <a:lnTo>
                      <a:pt x="0" y="123"/>
                    </a:lnTo>
                    <a:cubicBezTo>
                      <a:pt x="23" y="130"/>
                      <a:pt x="44" y="144"/>
                      <a:pt x="73" y="150"/>
                    </a:cubicBezTo>
                    <a:lnTo>
                      <a:pt x="130" y="73"/>
                    </a:lnTo>
                    <a:lnTo>
                      <a:pt x="145" y="57"/>
                    </a:lnTo>
                    <a:cubicBezTo>
                      <a:pt x="152" y="43"/>
                      <a:pt x="152" y="21"/>
                      <a:pt x="130" y="7"/>
                    </a:cubicBezTo>
                    <a:cubicBezTo>
                      <a:pt x="123" y="7"/>
                      <a:pt x="116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42"/>
              <p:cNvSpPr/>
              <p:nvPr/>
            </p:nvSpPr>
            <p:spPr>
              <a:xfrm>
                <a:off x="7776572" y="4666232"/>
                <a:ext cx="99695" cy="55613"/>
              </a:xfrm>
              <a:custGeom>
                <a:rect b="b" l="l" r="r" t="t"/>
                <a:pathLst>
                  <a:path extrusionOk="0" h="217" w="389">
                    <a:moveTo>
                      <a:pt x="14" y="1"/>
                    </a:moveTo>
                    <a:lnTo>
                      <a:pt x="23" y="7"/>
                    </a:lnTo>
                    <a:cubicBezTo>
                      <a:pt x="23" y="14"/>
                      <a:pt x="23" y="30"/>
                      <a:pt x="14" y="37"/>
                    </a:cubicBezTo>
                    <a:lnTo>
                      <a:pt x="0" y="51"/>
                    </a:lnTo>
                    <a:lnTo>
                      <a:pt x="0" y="57"/>
                    </a:lnTo>
                    <a:cubicBezTo>
                      <a:pt x="14" y="66"/>
                      <a:pt x="37" y="80"/>
                      <a:pt x="57" y="87"/>
                    </a:cubicBezTo>
                    <a:lnTo>
                      <a:pt x="66" y="87"/>
                    </a:lnTo>
                    <a:lnTo>
                      <a:pt x="87" y="57"/>
                    </a:lnTo>
                    <a:cubicBezTo>
                      <a:pt x="100" y="51"/>
                      <a:pt x="109" y="44"/>
                      <a:pt x="123" y="44"/>
                    </a:cubicBezTo>
                    <a:cubicBezTo>
                      <a:pt x="130" y="44"/>
                      <a:pt x="137" y="44"/>
                      <a:pt x="144" y="51"/>
                    </a:cubicBezTo>
                    <a:cubicBezTo>
                      <a:pt x="152" y="57"/>
                      <a:pt x="159" y="73"/>
                      <a:pt x="159" y="80"/>
                    </a:cubicBezTo>
                    <a:cubicBezTo>
                      <a:pt x="159" y="87"/>
                      <a:pt x="159" y="94"/>
                      <a:pt x="152" y="101"/>
                    </a:cubicBezTo>
                    <a:lnTo>
                      <a:pt x="137" y="123"/>
                    </a:lnTo>
                    <a:cubicBezTo>
                      <a:pt x="159" y="130"/>
                      <a:pt x="180" y="144"/>
                      <a:pt x="202" y="152"/>
                    </a:cubicBezTo>
                    <a:lnTo>
                      <a:pt x="209" y="152"/>
                    </a:lnTo>
                    <a:lnTo>
                      <a:pt x="230" y="123"/>
                    </a:lnTo>
                    <a:cubicBezTo>
                      <a:pt x="238" y="116"/>
                      <a:pt x="245" y="109"/>
                      <a:pt x="259" y="109"/>
                    </a:cubicBezTo>
                    <a:cubicBezTo>
                      <a:pt x="266" y="109"/>
                      <a:pt x="273" y="116"/>
                      <a:pt x="282" y="116"/>
                    </a:cubicBezTo>
                    <a:cubicBezTo>
                      <a:pt x="295" y="123"/>
                      <a:pt x="295" y="137"/>
                      <a:pt x="295" y="152"/>
                    </a:cubicBezTo>
                    <a:cubicBezTo>
                      <a:pt x="295" y="159"/>
                      <a:pt x="295" y="166"/>
                      <a:pt x="288" y="166"/>
                    </a:cubicBezTo>
                    <a:lnTo>
                      <a:pt x="282" y="180"/>
                    </a:lnTo>
                    <a:lnTo>
                      <a:pt x="252" y="216"/>
                    </a:lnTo>
                    <a:lnTo>
                      <a:pt x="309" y="195"/>
                    </a:lnTo>
                    <a:lnTo>
                      <a:pt x="382" y="159"/>
                    </a:lnTo>
                    <a:lnTo>
                      <a:pt x="388" y="152"/>
                    </a:lnTo>
                    <a:cubicBezTo>
                      <a:pt x="375" y="144"/>
                      <a:pt x="359" y="137"/>
                      <a:pt x="345" y="137"/>
                    </a:cubicBezTo>
                    <a:cubicBezTo>
                      <a:pt x="338" y="130"/>
                      <a:pt x="325" y="123"/>
                      <a:pt x="316" y="123"/>
                    </a:cubicBezTo>
                    <a:cubicBezTo>
                      <a:pt x="295" y="109"/>
                      <a:pt x="266" y="101"/>
                      <a:pt x="245" y="94"/>
                    </a:cubicBezTo>
                    <a:cubicBezTo>
                      <a:pt x="245" y="87"/>
                      <a:pt x="245" y="87"/>
                      <a:pt x="238" y="87"/>
                    </a:cubicBezTo>
                    <a:cubicBezTo>
                      <a:pt x="223" y="80"/>
                      <a:pt x="202" y="73"/>
                      <a:pt x="180" y="66"/>
                    </a:cubicBezTo>
                    <a:cubicBezTo>
                      <a:pt x="180" y="66"/>
                      <a:pt x="180" y="57"/>
                      <a:pt x="173" y="57"/>
                    </a:cubicBezTo>
                    <a:cubicBezTo>
                      <a:pt x="144" y="51"/>
                      <a:pt x="123" y="37"/>
                      <a:pt x="100" y="30"/>
                    </a:cubicBezTo>
                    <a:cubicBezTo>
                      <a:pt x="87" y="23"/>
                      <a:pt x="80" y="23"/>
                      <a:pt x="73" y="14"/>
                    </a:cubicBezTo>
                    <a:cubicBezTo>
                      <a:pt x="50" y="7"/>
                      <a:pt x="37" y="1"/>
                      <a:pt x="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42"/>
              <p:cNvSpPr/>
              <p:nvPr/>
            </p:nvSpPr>
            <p:spPr>
              <a:xfrm>
                <a:off x="7264516" y="3962478"/>
                <a:ext cx="243472" cy="162481"/>
              </a:xfrm>
              <a:custGeom>
                <a:rect b="b" l="l" r="r" t="t"/>
                <a:pathLst>
                  <a:path extrusionOk="0" h="634" w="950">
                    <a:moveTo>
                      <a:pt x="899" y="0"/>
                    </a:moveTo>
                    <a:lnTo>
                      <a:pt x="598" y="159"/>
                    </a:lnTo>
                    <a:lnTo>
                      <a:pt x="568" y="173"/>
                    </a:lnTo>
                    <a:lnTo>
                      <a:pt x="296" y="318"/>
                    </a:lnTo>
                    <a:lnTo>
                      <a:pt x="1" y="475"/>
                    </a:lnTo>
                    <a:lnTo>
                      <a:pt x="28" y="540"/>
                    </a:lnTo>
                    <a:lnTo>
                      <a:pt x="71" y="633"/>
                    </a:lnTo>
                    <a:lnTo>
                      <a:pt x="366" y="475"/>
                    </a:lnTo>
                    <a:lnTo>
                      <a:pt x="604" y="354"/>
                    </a:lnTo>
                    <a:lnTo>
                      <a:pt x="813" y="238"/>
                    </a:lnTo>
                    <a:lnTo>
                      <a:pt x="856" y="224"/>
                    </a:lnTo>
                    <a:lnTo>
                      <a:pt x="949" y="173"/>
                    </a:lnTo>
                    <a:lnTo>
                      <a:pt x="943" y="159"/>
                    </a:lnTo>
                    <a:lnTo>
                      <a:pt x="89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42"/>
              <p:cNvSpPr/>
              <p:nvPr/>
            </p:nvSpPr>
            <p:spPr>
              <a:xfrm>
                <a:off x="7264516" y="4083956"/>
                <a:ext cx="7432" cy="17171"/>
              </a:xfrm>
              <a:custGeom>
                <a:rect b="b" l="l" r="r" t="t"/>
                <a:pathLst>
                  <a:path extrusionOk="0" h="67" w="29">
                    <a:moveTo>
                      <a:pt x="28" y="66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42"/>
              <p:cNvSpPr/>
              <p:nvPr/>
            </p:nvSpPr>
            <p:spPr>
              <a:xfrm>
                <a:off x="7249741" y="3965183"/>
                <a:ext cx="425865" cy="726955"/>
              </a:xfrm>
              <a:custGeom>
                <a:rect b="b" l="l" r="r" t="t"/>
                <a:pathLst>
                  <a:path extrusionOk="0" h="2675" w="1533">
                    <a:moveTo>
                      <a:pt x="878" y="1"/>
                    </a:moveTo>
                    <a:lnTo>
                      <a:pt x="785" y="52"/>
                    </a:lnTo>
                    <a:lnTo>
                      <a:pt x="742" y="66"/>
                    </a:lnTo>
                    <a:lnTo>
                      <a:pt x="533" y="182"/>
                    </a:lnTo>
                    <a:lnTo>
                      <a:pt x="295" y="303"/>
                    </a:lnTo>
                    <a:lnTo>
                      <a:pt x="0" y="461"/>
                    </a:lnTo>
                    <a:lnTo>
                      <a:pt x="942" y="2568"/>
                    </a:lnTo>
                    <a:lnTo>
                      <a:pt x="992" y="2675"/>
                    </a:lnTo>
                    <a:cubicBezTo>
                      <a:pt x="1004" y="2665"/>
                      <a:pt x="1016" y="2662"/>
                      <a:pt x="1030" y="2662"/>
                    </a:cubicBezTo>
                    <a:cubicBezTo>
                      <a:pt x="1057" y="2662"/>
                      <a:pt x="1091" y="2675"/>
                      <a:pt x="1144" y="2675"/>
                    </a:cubicBezTo>
                    <a:cubicBezTo>
                      <a:pt x="1165" y="2675"/>
                      <a:pt x="1180" y="2675"/>
                      <a:pt x="1194" y="2668"/>
                    </a:cubicBezTo>
                    <a:lnTo>
                      <a:pt x="1237" y="2668"/>
                    </a:lnTo>
                    <a:cubicBezTo>
                      <a:pt x="1274" y="2661"/>
                      <a:pt x="1310" y="2647"/>
                      <a:pt x="1346" y="2631"/>
                    </a:cubicBezTo>
                    <a:cubicBezTo>
                      <a:pt x="1367" y="2625"/>
                      <a:pt x="1396" y="2611"/>
                      <a:pt x="1417" y="2597"/>
                    </a:cubicBezTo>
                    <a:cubicBezTo>
                      <a:pt x="1432" y="2588"/>
                      <a:pt x="1446" y="2588"/>
                      <a:pt x="1453" y="2581"/>
                    </a:cubicBezTo>
                    <a:cubicBezTo>
                      <a:pt x="1475" y="2575"/>
                      <a:pt x="1496" y="2568"/>
                      <a:pt x="1518" y="2568"/>
                    </a:cubicBezTo>
                    <a:cubicBezTo>
                      <a:pt x="1489" y="2502"/>
                      <a:pt x="1503" y="2452"/>
                      <a:pt x="1532" y="2424"/>
                    </a:cubicBezTo>
                    <a:lnTo>
                      <a:pt x="1230" y="1310"/>
                    </a:lnTo>
                    <a:lnTo>
                      <a:pt x="87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42"/>
              <p:cNvSpPr/>
              <p:nvPr/>
            </p:nvSpPr>
            <p:spPr>
              <a:xfrm>
                <a:off x="7157646" y="3885080"/>
                <a:ext cx="350343" cy="241671"/>
              </a:xfrm>
              <a:custGeom>
                <a:rect b="b" l="l" r="r" t="t"/>
                <a:pathLst>
                  <a:path extrusionOk="0" h="943" w="1367">
                    <a:moveTo>
                      <a:pt x="1265" y="0"/>
                    </a:moveTo>
                    <a:lnTo>
                      <a:pt x="985" y="145"/>
                    </a:lnTo>
                    <a:lnTo>
                      <a:pt x="877" y="202"/>
                    </a:lnTo>
                    <a:lnTo>
                      <a:pt x="597" y="338"/>
                    </a:lnTo>
                    <a:lnTo>
                      <a:pt x="368" y="461"/>
                    </a:lnTo>
                    <a:lnTo>
                      <a:pt x="309" y="490"/>
                    </a:lnTo>
                    <a:lnTo>
                      <a:pt x="66" y="613"/>
                    </a:lnTo>
                    <a:lnTo>
                      <a:pt x="0" y="647"/>
                    </a:lnTo>
                    <a:lnTo>
                      <a:pt x="116" y="942"/>
                    </a:lnTo>
                    <a:lnTo>
                      <a:pt x="123" y="935"/>
                    </a:lnTo>
                    <a:lnTo>
                      <a:pt x="418" y="777"/>
                    </a:lnTo>
                    <a:lnTo>
                      <a:pt x="713" y="620"/>
                    </a:lnTo>
                    <a:lnTo>
                      <a:pt x="985" y="475"/>
                    </a:lnTo>
                    <a:lnTo>
                      <a:pt x="1015" y="461"/>
                    </a:lnTo>
                    <a:lnTo>
                      <a:pt x="1316" y="302"/>
                    </a:lnTo>
                    <a:lnTo>
                      <a:pt x="1366" y="281"/>
                    </a:lnTo>
                    <a:cubicBezTo>
                      <a:pt x="1366" y="281"/>
                      <a:pt x="1360" y="268"/>
                      <a:pt x="1351" y="245"/>
                    </a:cubicBezTo>
                    <a:cubicBezTo>
                      <a:pt x="1344" y="225"/>
                      <a:pt x="1337" y="195"/>
                      <a:pt x="1323" y="159"/>
                    </a:cubicBezTo>
                    <a:cubicBezTo>
                      <a:pt x="1323" y="159"/>
                      <a:pt x="1323" y="152"/>
                      <a:pt x="1316" y="145"/>
                    </a:cubicBezTo>
                    <a:cubicBezTo>
                      <a:pt x="1301" y="102"/>
                      <a:pt x="1287" y="52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42"/>
              <p:cNvSpPr/>
              <p:nvPr/>
            </p:nvSpPr>
            <p:spPr>
              <a:xfrm>
                <a:off x="6781678" y="3560881"/>
                <a:ext cx="700173" cy="411072"/>
              </a:xfrm>
              <a:custGeom>
                <a:rect b="b" l="l" r="r" t="t"/>
                <a:pathLst>
                  <a:path extrusionOk="0" h="1604" w="2732">
                    <a:moveTo>
                      <a:pt x="1093" y="1"/>
                    </a:moveTo>
                    <a:cubicBezTo>
                      <a:pt x="957" y="58"/>
                      <a:pt x="748" y="123"/>
                      <a:pt x="455" y="173"/>
                    </a:cubicBezTo>
                    <a:cubicBezTo>
                      <a:pt x="425" y="173"/>
                      <a:pt x="396" y="180"/>
                      <a:pt x="360" y="187"/>
                    </a:cubicBezTo>
                    <a:cubicBezTo>
                      <a:pt x="310" y="196"/>
                      <a:pt x="246" y="203"/>
                      <a:pt x="187" y="209"/>
                    </a:cubicBezTo>
                    <a:cubicBezTo>
                      <a:pt x="130" y="209"/>
                      <a:pt x="66" y="216"/>
                      <a:pt x="1" y="223"/>
                    </a:cubicBezTo>
                    <a:cubicBezTo>
                      <a:pt x="30" y="346"/>
                      <a:pt x="51" y="454"/>
                      <a:pt x="66" y="461"/>
                    </a:cubicBezTo>
                    <a:cubicBezTo>
                      <a:pt x="66" y="468"/>
                      <a:pt x="110" y="489"/>
                      <a:pt x="187" y="532"/>
                    </a:cubicBezTo>
                    <a:cubicBezTo>
                      <a:pt x="253" y="561"/>
                      <a:pt x="346" y="611"/>
                      <a:pt x="455" y="661"/>
                    </a:cubicBezTo>
                    <a:cubicBezTo>
                      <a:pt x="986" y="936"/>
                      <a:pt x="1885" y="1381"/>
                      <a:pt x="1921" y="1395"/>
                    </a:cubicBezTo>
                    <a:cubicBezTo>
                      <a:pt x="1928" y="1403"/>
                      <a:pt x="1928" y="1403"/>
                      <a:pt x="1935" y="1410"/>
                    </a:cubicBezTo>
                    <a:cubicBezTo>
                      <a:pt x="1985" y="1460"/>
                      <a:pt x="2064" y="1603"/>
                      <a:pt x="2064" y="1603"/>
                    </a:cubicBezTo>
                    <a:lnTo>
                      <a:pt x="2344" y="1467"/>
                    </a:lnTo>
                    <a:lnTo>
                      <a:pt x="2452" y="1410"/>
                    </a:lnTo>
                    <a:lnTo>
                      <a:pt x="2732" y="1265"/>
                    </a:lnTo>
                    <a:cubicBezTo>
                      <a:pt x="2689" y="1136"/>
                      <a:pt x="2632" y="1006"/>
                      <a:pt x="2611" y="986"/>
                    </a:cubicBezTo>
                    <a:cubicBezTo>
                      <a:pt x="2568" y="950"/>
                      <a:pt x="1453" y="239"/>
                      <a:pt x="10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42"/>
              <p:cNvSpPr/>
              <p:nvPr/>
            </p:nvSpPr>
            <p:spPr>
              <a:xfrm>
                <a:off x="7048725" y="2982706"/>
                <a:ext cx="630464" cy="319068"/>
              </a:xfrm>
              <a:custGeom>
                <a:rect b="b" l="l" r="r" t="t"/>
                <a:pathLst>
                  <a:path extrusionOk="0" h="1245" w="2460">
                    <a:moveTo>
                      <a:pt x="389" y="0"/>
                    </a:moveTo>
                    <a:lnTo>
                      <a:pt x="1" y="230"/>
                    </a:lnTo>
                    <a:cubicBezTo>
                      <a:pt x="1" y="345"/>
                      <a:pt x="8" y="459"/>
                      <a:pt x="16" y="568"/>
                    </a:cubicBezTo>
                    <a:cubicBezTo>
                      <a:pt x="16" y="632"/>
                      <a:pt x="16" y="690"/>
                      <a:pt x="23" y="740"/>
                    </a:cubicBezTo>
                    <a:lnTo>
                      <a:pt x="950" y="1056"/>
                    </a:lnTo>
                    <a:cubicBezTo>
                      <a:pt x="1138" y="1006"/>
                      <a:pt x="1440" y="977"/>
                      <a:pt x="1490" y="977"/>
                    </a:cubicBezTo>
                    <a:cubicBezTo>
                      <a:pt x="1533" y="977"/>
                      <a:pt x="1705" y="1158"/>
                      <a:pt x="1785" y="1244"/>
                    </a:cubicBezTo>
                    <a:lnTo>
                      <a:pt x="2380" y="1244"/>
                    </a:lnTo>
                    <a:lnTo>
                      <a:pt x="2459" y="992"/>
                    </a:lnTo>
                    <a:cubicBezTo>
                      <a:pt x="2445" y="985"/>
                      <a:pt x="2431" y="977"/>
                      <a:pt x="2423" y="977"/>
                    </a:cubicBezTo>
                    <a:cubicBezTo>
                      <a:pt x="2373" y="977"/>
                      <a:pt x="2028" y="1092"/>
                      <a:pt x="1841" y="1142"/>
                    </a:cubicBezTo>
                    <a:lnTo>
                      <a:pt x="475" y="130"/>
                    </a:lnTo>
                    <a:lnTo>
                      <a:pt x="468" y="114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42"/>
              <p:cNvSpPr/>
              <p:nvPr/>
            </p:nvSpPr>
            <p:spPr>
              <a:xfrm>
                <a:off x="6632777" y="3065229"/>
                <a:ext cx="873423" cy="274988"/>
              </a:xfrm>
              <a:custGeom>
                <a:rect b="b" l="l" r="r" t="t"/>
                <a:pathLst>
                  <a:path extrusionOk="0" h="1073" w="3408">
                    <a:moveTo>
                      <a:pt x="711" y="1"/>
                    </a:moveTo>
                    <a:lnTo>
                      <a:pt x="618" y="60"/>
                    </a:lnTo>
                    <a:lnTo>
                      <a:pt x="380" y="196"/>
                    </a:lnTo>
                    <a:lnTo>
                      <a:pt x="0" y="425"/>
                    </a:lnTo>
                    <a:cubicBezTo>
                      <a:pt x="14" y="448"/>
                      <a:pt x="35" y="462"/>
                      <a:pt x="50" y="482"/>
                    </a:cubicBezTo>
                    <a:cubicBezTo>
                      <a:pt x="121" y="591"/>
                      <a:pt x="194" y="684"/>
                      <a:pt x="201" y="691"/>
                    </a:cubicBezTo>
                    <a:cubicBezTo>
                      <a:pt x="201" y="691"/>
                      <a:pt x="201" y="698"/>
                      <a:pt x="207" y="698"/>
                    </a:cubicBezTo>
                    <a:lnTo>
                      <a:pt x="216" y="698"/>
                    </a:lnTo>
                    <a:cubicBezTo>
                      <a:pt x="251" y="706"/>
                      <a:pt x="352" y="727"/>
                      <a:pt x="496" y="757"/>
                    </a:cubicBezTo>
                    <a:cubicBezTo>
                      <a:pt x="582" y="770"/>
                      <a:pt x="675" y="784"/>
                      <a:pt x="777" y="807"/>
                    </a:cubicBezTo>
                    <a:cubicBezTo>
                      <a:pt x="1056" y="850"/>
                      <a:pt x="1408" y="907"/>
                      <a:pt x="1710" y="957"/>
                    </a:cubicBezTo>
                    <a:cubicBezTo>
                      <a:pt x="2091" y="1022"/>
                      <a:pt x="2400" y="1072"/>
                      <a:pt x="2400" y="1072"/>
                    </a:cubicBezTo>
                    <a:lnTo>
                      <a:pt x="2595" y="1072"/>
                    </a:lnTo>
                    <a:lnTo>
                      <a:pt x="2718" y="922"/>
                    </a:lnTo>
                    <a:lnTo>
                      <a:pt x="3408" y="922"/>
                    </a:lnTo>
                    <a:cubicBezTo>
                      <a:pt x="3328" y="836"/>
                      <a:pt x="3156" y="655"/>
                      <a:pt x="3113" y="655"/>
                    </a:cubicBezTo>
                    <a:cubicBezTo>
                      <a:pt x="3063" y="655"/>
                      <a:pt x="2761" y="684"/>
                      <a:pt x="2573" y="734"/>
                    </a:cubicBezTo>
                    <a:lnTo>
                      <a:pt x="1646" y="418"/>
                    </a:lnTo>
                    <a:lnTo>
                      <a:pt x="1646" y="432"/>
                    </a:lnTo>
                    <a:cubicBezTo>
                      <a:pt x="1596" y="411"/>
                      <a:pt x="1560" y="396"/>
                      <a:pt x="1538" y="382"/>
                    </a:cubicBezTo>
                    <a:lnTo>
                      <a:pt x="1079" y="232"/>
                    </a:lnTo>
                    <a:lnTo>
                      <a:pt x="1063" y="223"/>
                    </a:lnTo>
                    <a:lnTo>
                      <a:pt x="804" y="137"/>
                    </a:lnTo>
                    <a:lnTo>
                      <a:pt x="791" y="123"/>
                    </a:lnTo>
                    <a:lnTo>
                      <a:pt x="71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42"/>
              <p:cNvSpPr/>
              <p:nvPr/>
            </p:nvSpPr>
            <p:spPr>
              <a:xfrm>
                <a:off x="7015665" y="2698744"/>
                <a:ext cx="118404" cy="221425"/>
              </a:xfrm>
              <a:custGeom>
                <a:rect b="b" l="l" r="r" t="t"/>
                <a:pathLst>
                  <a:path extrusionOk="0" h="864" w="462">
                    <a:moveTo>
                      <a:pt x="0" y="1"/>
                    </a:moveTo>
                    <a:lnTo>
                      <a:pt x="7" y="8"/>
                    </a:lnTo>
                    <a:cubicBezTo>
                      <a:pt x="94" y="166"/>
                      <a:pt x="318" y="598"/>
                      <a:pt x="461" y="863"/>
                    </a:cubicBezTo>
                    <a:cubicBezTo>
                      <a:pt x="318" y="584"/>
                      <a:pt x="80" y="123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42"/>
              <p:cNvSpPr/>
              <p:nvPr/>
            </p:nvSpPr>
            <p:spPr>
              <a:xfrm>
                <a:off x="7017459" y="2700538"/>
                <a:ext cx="143776" cy="341108"/>
              </a:xfrm>
              <a:custGeom>
                <a:rect b="b" l="l" r="r" t="t"/>
                <a:pathLst>
                  <a:path extrusionOk="0" h="1331" w="561">
                    <a:moveTo>
                      <a:pt x="0" y="1"/>
                    </a:moveTo>
                    <a:cubicBezTo>
                      <a:pt x="43" y="87"/>
                      <a:pt x="66" y="209"/>
                      <a:pt x="80" y="332"/>
                    </a:cubicBezTo>
                    <a:cubicBezTo>
                      <a:pt x="87" y="404"/>
                      <a:pt x="95" y="663"/>
                      <a:pt x="109" y="972"/>
                    </a:cubicBezTo>
                    <a:cubicBezTo>
                      <a:pt x="109" y="1086"/>
                      <a:pt x="116" y="1208"/>
                      <a:pt x="123" y="1331"/>
                    </a:cubicBezTo>
                    <a:lnTo>
                      <a:pt x="511" y="1101"/>
                    </a:lnTo>
                    <a:lnTo>
                      <a:pt x="561" y="1072"/>
                    </a:lnTo>
                    <a:cubicBezTo>
                      <a:pt x="561" y="1072"/>
                      <a:pt x="561" y="1058"/>
                      <a:pt x="554" y="1043"/>
                    </a:cubicBezTo>
                    <a:cubicBezTo>
                      <a:pt x="547" y="1043"/>
                      <a:pt x="547" y="1036"/>
                      <a:pt x="540" y="1029"/>
                    </a:cubicBezTo>
                    <a:lnTo>
                      <a:pt x="540" y="1022"/>
                    </a:lnTo>
                    <a:cubicBezTo>
                      <a:pt x="526" y="1000"/>
                      <a:pt x="511" y="965"/>
                      <a:pt x="490" y="936"/>
                    </a:cubicBezTo>
                    <a:cubicBezTo>
                      <a:pt x="483" y="913"/>
                      <a:pt x="475" y="899"/>
                      <a:pt x="468" y="879"/>
                    </a:cubicBezTo>
                    <a:cubicBezTo>
                      <a:pt x="461" y="870"/>
                      <a:pt x="454" y="863"/>
                      <a:pt x="454" y="856"/>
                    </a:cubicBezTo>
                    <a:cubicBezTo>
                      <a:pt x="311" y="591"/>
                      <a:pt x="87" y="1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42"/>
              <p:cNvSpPr/>
              <p:nvPr/>
            </p:nvSpPr>
            <p:spPr>
              <a:xfrm>
                <a:off x="6450046" y="2605200"/>
                <a:ext cx="678133" cy="1015634"/>
              </a:xfrm>
              <a:custGeom>
                <a:rect b="b" l="l" r="r" t="t"/>
                <a:pathLst>
                  <a:path extrusionOk="0" h="3963" w="2646">
                    <a:moveTo>
                      <a:pt x="1647" y="0"/>
                    </a:moveTo>
                    <a:cubicBezTo>
                      <a:pt x="1647" y="0"/>
                      <a:pt x="1647" y="7"/>
                      <a:pt x="1654" y="7"/>
                    </a:cubicBezTo>
                    <a:cubicBezTo>
                      <a:pt x="1662" y="21"/>
                      <a:pt x="1662" y="35"/>
                      <a:pt x="1662" y="64"/>
                    </a:cubicBezTo>
                    <a:lnTo>
                      <a:pt x="1662" y="78"/>
                    </a:lnTo>
                    <a:lnTo>
                      <a:pt x="1662" y="93"/>
                    </a:lnTo>
                    <a:lnTo>
                      <a:pt x="1662" y="107"/>
                    </a:lnTo>
                    <a:cubicBezTo>
                      <a:pt x="1662" y="114"/>
                      <a:pt x="1654" y="121"/>
                      <a:pt x="1654" y="129"/>
                    </a:cubicBezTo>
                    <a:cubicBezTo>
                      <a:pt x="1654" y="136"/>
                      <a:pt x="1647" y="143"/>
                      <a:pt x="1647" y="150"/>
                    </a:cubicBezTo>
                    <a:cubicBezTo>
                      <a:pt x="1619" y="216"/>
                      <a:pt x="1554" y="286"/>
                      <a:pt x="1431" y="309"/>
                    </a:cubicBezTo>
                    <a:cubicBezTo>
                      <a:pt x="1369" y="320"/>
                      <a:pt x="1312" y="326"/>
                      <a:pt x="1258" y="326"/>
                    </a:cubicBezTo>
                    <a:cubicBezTo>
                      <a:pt x="848" y="326"/>
                      <a:pt x="662" y="28"/>
                      <a:pt x="662" y="28"/>
                    </a:cubicBezTo>
                    <a:cubicBezTo>
                      <a:pt x="662" y="28"/>
                      <a:pt x="317" y="330"/>
                      <a:pt x="187" y="452"/>
                    </a:cubicBezTo>
                    <a:cubicBezTo>
                      <a:pt x="160" y="488"/>
                      <a:pt x="130" y="518"/>
                      <a:pt x="101" y="561"/>
                    </a:cubicBezTo>
                    <a:cubicBezTo>
                      <a:pt x="73" y="604"/>
                      <a:pt x="44" y="661"/>
                      <a:pt x="30" y="725"/>
                    </a:cubicBezTo>
                    <a:cubicBezTo>
                      <a:pt x="15" y="768"/>
                      <a:pt x="8" y="811"/>
                      <a:pt x="8" y="863"/>
                    </a:cubicBezTo>
                    <a:lnTo>
                      <a:pt x="8" y="870"/>
                    </a:lnTo>
                    <a:cubicBezTo>
                      <a:pt x="1" y="949"/>
                      <a:pt x="8" y="1042"/>
                      <a:pt x="30" y="1149"/>
                    </a:cubicBezTo>
                    <a:cubicBezTo>
                      <a:pt x="51" y="1258"/>
                      <a:pt x="87" y="1408"/>
                      <a:pt x="130" y="1580"/>
                    </a:cubicBezTo>
                    <a:lnTo>
                      <a:pt x="130" y="1587"/>
                    </a:lnTo>
                    <a:cubicBezTo>
                      <a:pt x="180" y="1811"/>
                      <a:pt x="239" y="2055"/>
                      <a:pt x="289" y="2277"/>
                    </a:cubicBezTo>
                    <a:cubicBezTo>
                      <a:pt x="353" y="2545"/>
                      <a:pt x="396" y="2760"/>
                      <a:pt x="403" y="2838"/>
                    </a:cubicBezTo>
                    <a:cubicBezTo>
                      <a:pt x="412" y="2976"/>
                      <a:pt x="310" y="3478"/>
                      <a:pt x="267" y="3709"/>
                    </a:cubicBezTo>
                    <a:cubicBezTo>
                      <a:pt x="253" y="3780"/>
                      <a:pt x="239" y="3830"/>
                      <a:pt x="239" y="3830"/>
                    </a:cubicBezTo>
                    <a:cubicBezTo>
                      <a:pt x="239" y="3830"/>
                      <a:pt x="260" y="3838"/>
                      <a:pt x="296" y="3852"/>
                    </a:cubicBezTo>
                    <a:cubicBezTo>
                      <a:pt x="317" y="3859"/>
                      <a:pt x="346" y="3873"/>
                      <a:pt x="375" y="3882"/>
                    </a:cubicBezTo>
                    <a:cubicBezTo>
                      <a:pt x="462" y="3909"/>
                      <a:pt x="584" y="3932"/>
                      <a:pt x="748" y="3945"/>
                    </a:cubicBezTo>
                    <a:cubicBezTo>
                      <a:pt x="837" y="3955"/>
                      <a:pt x="932" y="3963"/>
                      <a:pt x="1041" y="3963"/>
                    </a:cubicBezTo>
                    <a:cubicBezTo>
                      <a:pt x="1083" y="3963"/>
                      <a:pt x="1126" y="3962"/>
                      <a:pt x="1172" y="3959"/>
                    </a:cubicBezTo>
                    <a:cubicBezTo>
                      <a:pt x="1215" y="3952"/>
                      <a:pt x="1259" y="3952"/>
                      <a:pt x="1295" y="3952"/>
                    </a:cubicBezTo>
                    <a:cubicBezTo>
                      <a:pt x="1360" y="3945"/>
                      <a:pt x="1424" y="3938"/>
                      <a:pt x="1481" y="3938"/>
                    </a:cubicBezTo>
                    <a:cubicBezTo>
                      <a:pt x="1540" y="3932"/>
                      <a:pt x="1604" y="3925"/>
                      <a:pt x="1654" y="3916"/>
                    </a:cubicBezTo>
                    <a:cubicBezTo>
                      <a:pt x="1690" y="3909"/>
                      <a:pt x="1719" y="3902"/>
                      <a:pt x="1749" y="3902"/>
                    </a:cubicBezTo>
                    <a:cubicBezTo>
                      <a:pt x="2042" y="3852"/>
                      <a:pt x="2251" y="3787"/>
                      <a:pt x="2387" y="3730"/>
                    </a:cubicBezTo>
                    <a:cubicBezTo>
                      <a:pt x="2502" y="3680"/>
                      <a:pt x="2575" y="3643"/>
                      <a:pt x="2596" y="3623"/>
                    </a:cubicBezTo>
                    <a:cubicBezTo>
                      <a:pt x="2602" y="3623"/>
                      <a:pt x="2602" y="3614"/>
                      <a:pt x="2602" y="3614"/>
                    </a:cubicBezTo>
                    <a:cubicBezTo>
                      <a:pt x="2602" y="3614"/>
                      <a:pt x="2646" y="3521"/>
                      <a:pt x="2639" y="3435"/>
                    </a:cubicBezTo>
                    <a:cubicBezTo>
                      <a:pt x="2632" y="3364"/>
                      <a:pt x="2489" y="3040"/>
                      <a:pt x="2423" y="2752"/>
                    </a:cubicBezTo>
                    <a:cubicBezTo>
                      <a:pt x="2121" y="2702"/>
                      <a:pt x="1769" y="2645"/>
                      <a:pt x="1490" y="2602"/>
                    </a:cubicBezTo>
                    <a:cubicBezTo>
                      <a:pt x="1388" y="2579"/>
                      <a:pt x="1295" y="2565"/>
                      <a:pt x="1209" y="2552"/>
                    </a:cubicBezTo>
                    <a:cubicBezTo>
                      <a:pt x="1065" y="2522"/>
                      <a:pt x="964" y="2501"/>
                      <a:pt x="929" y="2493"/>
                    </a:cubicBezTo>
                    <a:lnTo>
                      <a:pt x="920" y="2493"/>
                    </a:lnTo>
                    <a:cubicBezTo>
                      <a:pt x="914" y="2493"/>
                      <a:pt x="914" y="2486"/>
                      <a:pt x="914" y="2486"/>
                    </a:cubicBezTo>
                    <a:cubicBezTo>
                      <a:pt x="907" y="2479"/>
                      <a:pt x="834" y="2386"/>
                      <a:pt x="763" y="2277"/>
                    </a:cubicBezTo>
                    <a:cubicBezTo>
                      <a:pt x="748" y="2257"/>
                      <a:pt x="727" y="2243"/>
                      <a:pt x="713" y="2220"/>
                    </a:cubicBezTo>
                    <a:lnTo>
                      <a:pt x="1093" y="1991"/>
                    </a:lnTo>
                    <a:lnTo>
                      <a:pt x="1331" y="1855"/>
                    </a:lnTo>
                    <a:lnTo>
                      <a:pt x="1424" y="1796"/>
                    </a:lnTo>
                    <a:lnTo>
                      <a:pt x="1504" y="1918"/>
                    </a:lnTo>
                    <a:lnTo>
                      <a:pt x="1517" y="1932"/>
                    </a:lnTo>
                    <a:lnTo>
                      <a:pt x="1776" y="2018"/>
                    </a:lnTo>
                    <a:lnTo>
                      <a:pt x="1792" y="2027"/>
                    </a:lnTo>
                    <a:lnTo>
                      <a:pt x="2251" y="2177"/>
                    </a:lnTo>
                    <a:lnTo>
                      <a:pt x="2359" y="2213"/>
                    </a:lnTo>
                    <a:cubicBezTo>
                      <a:pt x="2352" y="2163"/>
                      <a:pt x="2352" y="2105"/>
                      <a:pt x="2352" y="2041"/>
                    </a:cubicBezTo>
                    <a:cubicBezTo>
                      <a:pt x="2344" y="1932"/>
                      <a:pt x="2337" y="1818"/>
                      <a:pt x="2337" y="1703"/>
                    </a:cubicBezTo>
                    <a:cubicBezTo>
                      <a:pt x="2330" y="1580"/>
                      <a:pt x="2323" y="1458"/>
                      <a:pt x="2323" y="1344"/>
                    </a:cubicBezTo>
                    <a:cubicBezTo>
                      <a:pt x="2309" y="1035"/>
                      <a:pt x="2301" y="776"/>
                      <a:pt x="2294" y="704"/>
                    </a:cubicBezTo>
                    <a:cubicBezTo>
                      <a:pt x="2280" y="581"/>
                      <a:pt x="2257" y="459"/>
                      <a:pt x="2214" y="373"/>
                    </a:cubicBezTo>
                    <a:lnTo>
                      <a:pt x="2207" y="366"/>
                    </a:lnTo>
                    <a:lnTo>
                      <a:pt x="2207" y="359"/>
                    </a:lnTo>
                    <a:cubicBezTo>
                      <a:pt x="2194" y="336"/>
                      <a:pt x="2180" y="316"/>
                      <a:pt x="2164" y="293"/>
                    </a:cubicBezTo>
                    <a:cubicBezTo>
                      <a:pt x="2085" y="216"/>
                      <a:pt x="1647" y="0"/>
                      <a:pt x="16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42"/>
              <p:cNvSpPr/>
              <p:nvPr/>
            </p:nvSpPr>
            <p:spPr>
              <a:xfrm>
                <a:off x="6962101" y="2210011"/>
                <a:ext cx="107384" cy="67401"/>
              </a:xfrm>
              <a:custGeom>
                <a:rect b="b" l="l" r="r" t="t"/>
                <a:pathLst>
                  <a:path extrusionOk="0" h="263" w="419">
                    <a:moveTo>
                      <a:pt x="178" y="1"/>
                    </a:moveTo>
                    <a:cubicBezTo>
                      <a:pt x="120" y="1"/>
                      <a:pt x="59" y="9"/>
                      <a:pt x="1" y="24"/>
                    </a:cubicBezTo>
                    <a:cubicBezTo>
                      <a:pt x="16" y="96"/>
                      <a:pt x="23" y="183"/>
                      <a:pt x="16" y="262"/>
                    </a:cubicBezTo>
                    <a:lnTo>
                      <a:pt x="130" y="262"/>
                    </a:lnTo>
                    <a:cubicBezTo>
                      <a:pt x="339" y="262"/>
                      <a:pt x="418" y="126"/>
                      <a:pt x="389" y="53"/>
                    </a:cubicBezTo>
                    <a:cubicBezTo>
                      <a:pt x="331" y="17"/>
                      <a:pt x="257" y="1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42"/>
              <p:cNvSpPr/>
              <p:nvPr/>
            </p:nvSpPr>
            <p:spPr>
              <a:xfrm>
                <a:off x="6661993" y="2488848"/>
                <a:ext cx="256" cy="16914"/>
              </a:xfrm>
              <a:custGeom>
                <a:rect b="b" l="l" r="r" t="t"/>
                <a:pathLst>
                  <a:path extrusionOk="0" h="66" w="1">
                    <a:moveTo>
                      <a:pt x="0" y="0"/>
                    </a:moveTo>
                    <a:lnTo>
                      <a:pt x="0" y="66"/>
                    </a:lnTo>
                    <a:lnTo>
                      <a:pt x="0" y="66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42"/>
              <p:cNvSpPr/>
              <p:nvPr/>
            </p:nvSpPr>
            <p:spPr>
              <a:xfrm>
                <a:off x="6619450" y="2429902"/>
                <a:ext cx="256799" cy="258842"/>
              </a:xfrm>
              <a:custGeom>
                <a:rect b="b" l="l" r="r" t="t"/>
                <a:pathLst>
                  <a:path extrusionOk="0" h="1010" w="1002">
                    <a:moveTo>
                      <a:pt x="153" y="1"/>
                    </a:moveTo>
                    <a:lnTo>
                      <a:pt x="153" y="51"/>
                    </a:lnTo>
                    <a:cubicBezTo>
                      <a:pt x="153" y="65"/>
                      <a:pt x="159" y="80"/>
                      <a:pt x="159" y="94"/>
                    </a:cubicBezTo>
                    <a:lnTo>
                      <a:pt x="159" y="108"/>
                    </a:lnTo>
                    <a:lnTo>
                      <a:pt x="159" y="137"/>
                    </a:lnTo>
                    <a:lnTo>
                      <a:pt x="159" y="144"/>
                    </a:lnTo>
                    <a:lnTo>
                      <a:pt x="159" y="167"/>
                    </a:lnTo>
                    <a:cubicBezTo>
                      <a:pt x="159" y="187"/>
                      <a:pt x="159" y="210"/>
                      <a:pt x="166" y="230"/>
                    </a:cubicBezTo>
                    <a:lnTo>
                      <a:pt x="166" y="260"/>
                    </a:lnTo>
                    <a:lnTo>
                      <a:pt x="166" y="280"/>
                    </a:lnTo>
                    <a:lnTo>
                      <a:pt x="166" y="296"/>
                    </a:lnTo>
                    <a:cubicBezTo>
                      <a:pt x="166" y="330"/>
                      <a:pt x="166" y="367"/>
                      <a:pt x="159" y="396"/>
                    </a:cubicBezTo>
                    <a:cubicBezTo>
                      <a:pt x="153" y="568"/>
                      <a:pt x="1" y="712"/>
                      <a:pt x="1" y="712"/>
                    </a:cubicBezTo>
                    <a:cubicBezTo>
                      <a:pt x="1" y="712"/>
                      <a:pt x="187" y="1010"/>
                      <a:pt x="597" y="1010"/>
                    </a:cubicBezTo>
                    <a:cubicBezTo>
                      <a:pt x="651" y="1010"/>
                      <a:pt x="708" y="1004"/>
                      <a:pt x="770" y="993"/>
                    </a:cubicBezTo>
                    <a:cubicBezTo>
                      <a:pt x="893" y="970"/>
                      <a:pt x="958" y="900"/>
                      <a:pt x="986" y="834"/>
                    </a:cubicBezTo>
                    <a:cubicBezTo>
                      <a:pt x="986" y="827"/>
                      <a:pt x="993" y="820"/>
                      <a:pt x="993" y="813"/>
                    </a:cubicBezTo>
                    <a:cubicBezTo>
                      <a:pt x="993" y="805"/>
                      <a:pt x="1001" y="798"/>
                      <a:pt x="1001" y="791"/>
                    </a:cubicBezTo>
                    <a:lnTo>
                      <a:pt x="1001" y="777"/>
                    </a:lnTo>
                    <a:lnTo>
                      <a:pt x="1001" y="762"/>
                    </a:lnTo>
                    <a:lnTo>
                      <a:pt x="1001" y="748"/>
                    </a:lnTo>
                    <a:cubicBezTo>
                      <a:pt x="1001" y="719"/>
                      <a:pt x="1001" y="705"/>
                      <a:pt x="993" y="691"/>
                    </a:cubicBezTo>
                    <a:cubicBezTo>
                      <a:pt x="986" y="691"/>
                      <a:pt x="986" y="684"/>
                      <a:pt x="986" y="684"/>
                    </a:cubicBezTo>
                    <a:cubicBezTo>
                      <a:pt x="958" y="648"/>
                      <a:pt x="893" y="582"/>
                      <a:pt x="836" y="446"/>
                    </a:cubicBezTo>
                    <a:cubicBezTo>
                      <a:pt x="613" y="403"/>
                      <a:pt x="296" y="267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2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rect b="b" l="l" r="r" t="t"/>
                <a:pathLst>
                  <a:path extrusionOk="0" h="160" w="131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2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rect b="b" l="l" r="r" t="t"/>
                <a:pathLst>
                  <a:path extrusionOk="0" h="139" w="101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2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rect b="b" l="l" r="r" t="t"/>
                <a:pathLst>
                  <a:path extrusionOk="0" h="7" w="64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2"/>
              <p:cNvSpPr/>
              <p:nvPr/>
            </p:nvSpPr>
            <p:spPr>
              <a:xfrm>
                <a:off x="6542052" y="2240253"/>
                <a:ext cx="249366" cy="265505"/>
              </a:xfrm>
              <a:custGeom>
                <a:rect b="b" l="l" r="r" t="t"/>
                <a:pathLst>
                  <a:path extrusionOk="0" h="1036" w="973">
                    <a:moveTo>
                      <a:pt x="1" y="1"/>
                    </a:moveTo>
                    <a:lnTo>
                      <a:pt x="1" y="78"/>
                    </a:lnTo>
                    <a:cubicBezTo>
                      <a:pt x="1" y="330"/>
                      <a:pt x="109" y="582"/>
                      <a:pt x="196" y="712"/>
                    </a:cubicBezTo>
                    <a:cubicBezTo>
                      <a:pt x="282" y="827"/>
                      <a:pt x="455" y="1020"/>
                      <a:pt x="468" y="1036"/>
                    </a:cubicBezTo>
                    <a:lnTo>
                      <a:pt x="448" y="741"/>
                    </a:lnTo>
                    <a:cubicBezTo>
                      <a:pt x="375" y="734"/>
                      <a:pt x="246" y="691"/>
                      <a:pt x="173" y="575"/>
                    </a:cubicBezTo>
                    <a:cubicBezTo>
                      <a:pt x="116" y="496"/>
                      <a:pt x="87" y="367"/>
                      <a:pt x="109" y="294"/>
                    </a:cubicBezTo>
                    <a:cubicBezTo>
                      <a:pt x="123" y="251"/>
                      <a:pt x="153" y="230"/>
                      <a:pt x="203" y="230"/>
                    </a:cubicBezTo>
                    <a:cubicBezTo>
                      <a:pt x="210" y="230"/>
                      <a:pt x="216" y="230"/>
                      <a:pt x="225" y="237"/>
                    </a:cubicBezTo>
                    <a:lnTo>
                      <a:pt x="253" y="237"/>
                    </a:lnTo>
                    <a:cubicBezTo>
                      <a:pt x="260" y="244"/>
                      <a:pt x="268" y="244"/>
                      <a:pt x="275" y="251"/>
                    </a:cubicBezTo>
                    <a:cubicBezTo>
                      <a:pt x="282" y="251"/>
                      <a:pt x="289" y="260"/>
                      <a:pt x="296" y="260"/>
                    </a:cubicBezTo>
                    <a:cubicBezTo>
                      <a:pt x="303" y="267"/>
                      <a:pt x="303" y="267"/>
                      <a:pt x="311" y="273"/>
                    </a:cubicBezTo>
                    <a:cubicBezTo>
                      <a:pt x="318" y="273"/>
                      <a:pt x="325" y="280"/>
                      <a:pt x="325" y="280"/>
                    </a:cubicBezTo>
                    <a:cubicBezTo>
                      <a:pt x="332" y="287"/>
                      <a:pt x="332" y="287"/>
                      <a:pt x="339" y="294"/>
                    </a:cubicBezTo>
                    <a:cubicBezTo>
                      <a:pt x="346" y="303"/>
                      <a:pt x="354" y="310"/>
                      <a:pt x="361" y="317"/>
                    </a:cubicBezTo>
                    <a:cubicBezTo>
                      <a:pt x="368" y="323"/>
                      <a:pt x="368" y="330"/>
                      <a:pt x="375" y="337"/>
                    </a:cubicBezTo>
                    <a:cubicBezTo>
                      <a:pt x="398" y="367"/>
                      <a:pt x="411" y="396"/>
                      <a:pt x="418" y="403"/>
                    </a:cubicBezTo>
                    <a:cubicBezTo>
                      <a:pt x="455" y="460"/>
                      <a:pt x="484" y="489"/>
                      <a:pt x="484" y="489"/>
                    </a:cubicBezTo>
                    <a:lnTo>
                      <a:pt x="591" y="230"/>
                    </a:lnTo>
                    <a:cubicBezTo>
                      <a:pt x="734" y="216"/>
                      <a:pt x="863" y="187"/>
                      <a:pt x="972" y="151"/>
                    </a:cubicBezTo>
                    <a:lnTo>
                      <a:pt x="972" y="151"/>
                    </a:lnTo>
                    <a:cubicBezTo>
                      <a:pt x="943" y="158"/>
                      <a:pt x="915" y="158"/>
                      <a:pt x="893" y="158"/>
                    </a:cubicBezTo>
                    <a:lnTo>
                      <a:pt x="9" y="158"/>
                    </a:lnTo>
                    <a:cubicBezTo>
                      <a:pt x="9" y="158"/>
                      <a:pt x="1" y="94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42"/>
              <p:cNvSpPr/>
              <p:nvPr/>
            </p:nvSpPr>
            <p:spPr>
              <a:xfrm>
                <a:off x="6564349" y="2215906"/>
                <a:ext cx="403907" cy="330088"/>
              </a:xfrm>
              <a:custGeom>
                <a:rect b="b" l="l" r="r" t="t"/>
                <a:pathLst>
                  <a:path extrusionOk="0" h="1288" w="1576">
                    <a:moveTo>
                      <a:pt x="964" y="375"/>
                    </a:moveTo>
                    <a:cubicBezTo>
                      <a:pt x="1001" y="375"/>
                      <a:pt x="1021" y="418"/>
                      <a:pt x="1021" y="462"/>
                    </a:cubicBezTo>
                    <a:cubicBezTo>
                      <a:pt x="1014" y="505"/>
                      <a:pt x="985" y="534"/>
                      <a:pt x="949" y="534"/>
                    </a:cubicBezTo>
                    <a:cubicBezTo>
                      <a:pt x="921" y="534"/>
                      <a:pt x="892" y="491"/>
                      <a:pt x="899" y="448"/>
                    </a:cubicBezTo>
                    <a:cubicBezTo>
                      <a:pt x="899" y="405"/>
                      <a:pt x="928" y="375"/>
                      <a:pt x="964" y="375"/>
                    </a:cubicBezTo>
                    <a:close/>
                    <a:moveTo>
                      <a:pt x="1466" y="425"/>
                    </a:moveTo>
                    <a:cubicBezTo>
                      <a:pt x="1496" y="432"/>
                      <a:pt x="1510" y="462"/>
                      <a:pt x="1510" y="498"/>
                    </a:cubicBezTo>
                    <a:cubicBezTo>
                      <a:pt x="1510" y="536"/>
                      <a:pt x="1488" y="563"/>
                      <a:pt x="1463" y="563"/>
                    </a:cubicBezTo>
                    <a:cubicBezTo>
                      <a:pt x="1460" y="563"/>
                      <a:pt x="1456" y="563"/>
                      <a:pt x="1453" y="562"/>
                    </a:cubicBezTo>
                    <a:cubicBezTo>
                      <a:pt x="1423" y="562"/>
                      <a:pt x="1409" y="534"/>
                      <a:pt x="1409" y="491"/>
                    </a:cubicBezTo>
                    <a:cubicBezTo>
                      <a:pt x="1409" y="455"/>
                      <a:pt x="1439" y="425"/>
                      <a:pt x="1466" y="425"/>
                    </a:cubicBezTo>
                    <a:close/>
                    <a:moveTo>
                      <a:pt x="1553" y="1"/>
                    </a:moveTo>
                    <a:cubicBezTo>
                      <a:pt x="1489" y="16"/>
                      <a:pt x="1423" y="37"/>
                      <a:pt x="1366" y="73"/>
                    </a:cubicBezTo>
                    <a:cubicBezTo>
                      <a:pt x="1346" y="80"/>
                      <a:pt x="1323" y="96"/>
                      <a:pt x="1303" y="110"/>
                    </a:cubicBezTo>
                    <a:cubicBezTo>
                      <a:pt x="1194" y="182"/>
                      <a:pt x="1064" y="225"/>
                      <a:pt x="949" y="239"/>
                    </a:cubicBezTo>
                    <a:cubicBezTo>
                      <a:pt x="928" y="246"/>
                      <a:pt x="906" y="246"/>
                      <a:pt x="885" y="246"/>
                    </a:cubicBezTo>
                    <a:cubicBezTo>
                      <a:pt x="776" y="282"/>
                      <a:pt x="647" y="311"/>
                      <a:pt x="504" y="325"/>
                    </a:cubicBezTo>
                    <a:lnTo>
                      <a:pt x="397" y="584"/>
                    </a:lnTo>
                    <a:cubicBezTo>
                      <a:pt x="397" y="584"/>
                      <a:pt x="368" y="555"/>
                      <a:pt x="331" y="498"/>
                    </a:cubicBezTo>
                    <a:cubicBezTo>
                      <a:pt x="324" y="491"/>
                      <a:pt x="311" y="462"/>
                      <a:pt x="288" y="432"/>
                    </a:cubicBezTo>
                    <a:cubicBezTo>
                      <a:pt x="281" y="425"/>
                      <a:pt x="281" y="418"/>
                      <a:pt x="274" y="412"/>
                    </a:cubicBezTo>
                    <a:cubicBezTo>
                      <a:pt x="267" y="405"/>
                      <a:pt x="259" y="398"/>
                      <a:pt x="252" y="389"/>
                    </a:cubicBezTo>
                    <a:cubicBezTo>
                      <a:pt x="245" y="382"/>
                      <a:pt x="245" y="382"/>
                      <a:pt x="238" y="375"/>
                    </a:cubicBezTo>
                    <a:cubicBezTo>
                      <a:pt x="238" y="375"/>
                      <a:pt x="231" y="368"/>
                      <a:pt x="224" y="368"/>
                    </a:cubicBezTo>
                    <a:cubicBezTo>
                      <a:pt x="216" y="362"/>
                      <a:pt x="216" y="362"/>
                      <a:pt x="209" y="355"/>
                    </a:cubicBezTo>
                    <a:cubicBezTo>
                      <a:pt x="202" y="355"/>
                      <a:pt x="195" y="346"/>
                      <a:pt x="188" y="346"/>
                    </a:cubicBezTo>
                    <a:cubicBezTo>
                      <a:pt x="181" y="339"/>
                      <a:pt x="173" y="339"/>
                      <a:pt x="166" y="332"/>
                    </a:cubicBezTo>
                    <a:lnTo>
                      <a:pt x="138" y="332"/>
                    </a:lnTo>
                    <a:cubicBezTo>
                      <a:pt x="129" y="325"/>
                      <a:pt x="123" y="325"/>
                      <a:pt x="116" y="325"/>
                    </a:cubicBezTo>
                    <a:cubicBezTo>
                      <a:pt x="66" y="325"/>
                      <a:pt x="36" y="346"/>
                      <a:pt x="22" y="389"/>
                    </a:cubicBezTo>
                    <a:cubicBezTo>
                      <a:pt x="0" y="462"/>
                      <a:pt x="29" y="591"/>
                      <a:pt x="86" y="670"/>
                    </a:cubicBezTo>
                    <a:cubicBezTo>
                      <a:pt x="159" y="786"/>
                      <a:pt x="288" y="829"/>
                      <a:pt x="361" y="836"/>
                    </a:cubicBezTo>
                    <a:lnTo>
                      <a:pt x="374" y="836"/>
                    </a:lnTo>
                    <a:cubicBezTo>
                      <a:pt x="511" y="1102"/>
                      <a:pt x="828" y="1238"/>
                      <a:pt x="1051" y="1281"/>
                    </a:cubicBezTo>
                    <a:cubicBezTo>
                      <a:pt x="1108" y="1288"/>
                      <a:pt x="1158" y="1288"/>
                      <a:pt x="1194" y="1288"/>
                    </a:cubicBezTo>
                    <a:cubicBezTo>
                      <a:pt x="1373" y="1274"/>
                      <a:pt x="1546" y="915"/>
                      <a:pt x="1539" y="770"/>
                    </a:cubicBezTo>
                    <a:cubicBezTo>
                      <a:pt x="1539" y="620"/>
                      <a:pt x="1539" y="613"/>
                      <a:pt x="1568" y="332"/>
                    </a:cubicBezTo>
                    <a:lnTo>
                      <a:pt x="1568" y="239"/>
                    </a:lnTo>
                    <a:cubicBezTo>
                      <a:pt x="1575" y="160"/>
                      <a:pt x="1568" y="73"/>
                      <a:pt x="15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42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rect b="b" l="l" r="r" t="t"/>
                <a:pathLst>
                  <a:path extrusionOk="0" h="160" w="131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42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rect b="b" l="l" r="r" t="t"/>
                <a:pathLst>
                  <a:path extrusionOk="0" h="139" w="101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42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rect b="b" l="l" r="r" t="t"/>
                <a:pathLst>
                  <a:path extrusionOk="0" h="94" w="44">
                    <a:moveTo>
                      <a:pt x="29" y="0"/>
                    </a:moveTo>
                    <a:lnTo>
                      <a:pt x="0" y="94"/>
                    </a:lnTo>
                    <a:cubicBezTo>
                      <a:pt x="0" y="94"/>
                      <a:pt x="43" y="73"/>
                      <a:pt x="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42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rect b="b" l="l" r="r" t="t"/>
                <a:pathLst>
                  <a:path extrusionOk="0" fill="none" h="94" w="44">
                    <a:moveTo>
                      <a:pt x="0" y="94"/>
                    </a:moveTo>
                    <a:cubicBezTo>
                      <a:pt x="0" y="94"/>
                      <a:pt x="43" y="73"/>
                      <a:pt x="2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42"/>
              <p:cNvSpPr/>
              <p:nvPr/>
            </p:nvSpPr>
            <p:spPr>
              <a:xfrm>
                <a:off x="6829603" y="2457325"/>
                <a:ext cx="64584" cy="15120"/>
              </a:xfrm>
              <a:custGeom>
                <a:rect b="b" l="l" r="r" t="t"/>
                <a:pathLst>
                  <a:path extrusionOk="0" h="59" w="252">
                    <a:moveTo>
                      <a:pt x="0" y="1"/>
                    </a:moveTo>
                    <a:cubicBezTo>
                      <a:pt x="67" y="48"/>
                      <a:pt x="135" y="58"/>
                      <a:pt x="184" y="58"/>
                    </a:cubicBezTo>
                    <a:cubicBezTo>
                      <a:pt x="225" y="58"/>
                      <a:pt x="252" y="51"/>
                      <a:pt x="252" y="5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42"/>
              <p:cNvSpPr/>
              <p:nvPr/>
            </p:nvSpPr>
            <p:spPr>
              <a:xfrm>
                <a:off x="6829603" y="2457325"/>
                <a:ext cx="64584" cy="22553"/>
              </a:xfrm>
              <a:custGeom>
                <a:rect b="b" l="l" r="r" t="t"/>
                <a:pathLst>
                  <a:path extrusionOk="0" fill="none" h="88" w="252">
                    <a:moveTo>
                      <a:pt x="252" y="51"/>
                    </a:moveTo>
                    <a:cubicBezTo>
                      <a:pt x="252" y="51"/>
                      <a:pt x="123" y="87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42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rect b="b" l="l" r="r" t="t"/>
                <a:pathLst>
                  <a:path extrusionOk="0" h="7" w="51">
                    <a:moveTo>
                      <a:pt x="51" y="0"/>
                    </a:moveTo>
                    <a:lnTo>
                      <a:pt x="1" y="7"/>
                    </a:lnTo>
                    <a:cubicBezTo>
                      <a:pt x="23" y="7"/>
                      <a:pt x="37" y="7"/>
                      <a:pt x="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42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rect b="b" l="l" r="r" t="t"/>
                <a:pathLst>
                  <a:path extrusionOk="0" fill="none" h="7" w="51">
                    <a:moveTo>
                      <a:pt x="51" y="0"/>
                    </a:moveTo>
                    <a:cubicBezTo>
                      <a:pt x="37" y="7"/>
                      <a:pt x="23" y="7"/>
                      <a:pt x="1" y="7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42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rect b="b" l="l" r="r" t="t"/>
                <a:pathLst>
                  <a:path extrusionOk="0" h="30" w="131">
                    <a:moveTo>
                      <a:pt x="1" y="0"/>
                    </a:moveTo>
                    <a:lnTo>
                      <a:pt x="130" y="29"/>
                    </a:lnTo>
                    <a:cubicBezTo>
                      <a:pt x="130" y="29"/>
                      <a:pt x="87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42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rect b="b" l="l" r="r" t="t"/>
                <a:pathLst>
                  <a:path extrusionOk="0" fill="none" h="30" w="131">
                    <a:moveTo>
                      <a:pt x="130" y="29"/>
                    </a:moveTo>
                    <a:cubicBezTo>
                      <a:pt x="130" y="29"/>
                      <a:pt x="87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42"/>
              <p:cNvSpPr/>
              <p:nvPr/>
            </p:nvSpPr>
            <p:spPr>
              <a:xfrm>
                <a:off x="6931091" y="2284077"/>
                <a:ext cx="24347" cy="4357"/>
              </a:xfrm>
              <a:custGeom>
                <a:rect b="b" l="l" r="r" t="t"/>
                <a:pathLst>
                  <a:path extrusionOk="0" h="17" w="95">
                    <a:moveTo>
                      <a:pt x="68" y="0"/>
                    </a:moveTo>
                    <a:cubicBezTo>
                      <a:pt x="25" y="0"/>
                      <a:pt x="1" y="16"/>
                      <a:pt x="1" y="16"/>
                    </a:cubicBezTo>
                    <a:lnTo>
                      <a:pt x="94" y="2"/>
                    </a:lnTo>
                    <a:cubicBezTo>
                      <a:pt x="85" y="1"/>
                      <a:pt x="76" y="0"/>
                      <a:pt x="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6931091" y="2282283"/>
                <a:ext cx="24347" cy="6151"/>
              </a:xfrm>
              <a:custGeom>
                <a:rect b="b" l="l" r="r" t="t"/>
                <a:pathLst>
                  <a:path extrusionOk="0" fill="none" h="24" w="95">
                    <a:moveTo>
                      <a:pt x="1" y="23"/>
                    </a:moveTo>
                    <a:cubicBezTo>
                      <a:pt x="1" y="23"/>
                      <a:pt x="35" y="1"/>
                      <a:pt x="94" y="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6542052" y="2037532"/>
                <a:ext cx="247572" cy="243209"/>
              </a:xfrm>
              <a:custGeom>
                <a:rect b="b" l="l" r="r" t="t"/>
                <a:pathLst>
                  <a:path extrusionOk="0" h="949" w="966">
                    <a:moveTo>
                      <a:pt x="965" y="0"/>
                    </a:moveTo>
                    <a:cubicBezTo>
                      <a:pt x="534" y="0"/>
                      <a:pt x="239" y="59"/>
                      <a:pt x="80" y="395"/>
                    </a:cubicBezTo>
                    <a:cubicBezTo>
                      <a:pt x="23" y="511"/>
                      <a:pt x="9" y="669"/>
                      <a:pt x="1" y="783"/>
                    </a:cubicBezTo>
                    <a:lnTo>
                      <a:pt x="1" y="792"/>
                    </a:lnTo>
                    <a:cubicBezTo>
                      <a:pt x="1" y="885"/>
                      <a:pt x="9" y="949"/>
                      <a:pt x="9" y="949"/>
                    </a:cubicBezTo>
                    <a:lnTo>
                      <a:pt x="577" y="949"/>
                    </a:lnTo>
                    <a:lnTo>
                      <a:pt x="577" y="461"/>
                    </a:lnTo>
                    <a:cubicBezTo>
                      <a:pt x="577" y="374"/>
                      <a:pt x="605" y="209"/>
                      <a:pt x="713" y="102"/>
                    </a:cubicBezTo>
                    <a:cubicBezTo>
                      <a:pt x="743" y="72"/>
                      <a:pt x="770" y="50"/>
                      <a:pt x="806" y="36"/>
                    </a:cubicBezTo>
                    <a:cubicBezTo>
                      <a:pt x="856" y="16"/>
                      <a:pt x="906" y="0"/>
                      <a:pt x="9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6689672" y="2037532"/>
                <a:ext cx="261668" cy="243209"/>
              </a:xfrm>
              <a:custGeom>
                <a:rect b="b" l="l" r="r" t="t"/>
                <a:pathLst>
                  <a:path extrusionOk="0" h="949" w="1021">
                    <a:moveTo>
                      <a:pt x="389" y="0"/>
                    </a:moveTo>
                    <a:cubicBezTo>
                      <a:pt x="330" y="0"/>
                      <a:pt x="280" y="16"/>
                      <a:pt x="230" y="36"/>
                    </a:cubicBezTo>
                    <a:cubicBezTo>
                      <a:pt x="194" y="50"/>
                      <a:pt x="167" y="72"/>
                      <a:pt x="137" y="102"/>
                    </a:cubicBezTo>
                    <a:cubicBezTo>
                      <a:pt x="29" y="209"/>
                      <a:pt x="1" y="374"/>
                      <a:pt x="1" y="461"/>
                    </a:cubicBezTo>
                    <a:lnTo>
                      <a:pt x="1" y="949"/>
                    </a:lnTo>
                    <a:cubicBezTo>
                      <a:pt x="217" y="568"/>
                      <a:pt x="589" y="490"/>
                      <a:pt x="993" y="490"/>
                    </a:cubicBezTo>
                    <a:lnTo>
                      <a:pt x="1021" y="490"/>
                    </a:lnTo>
                    <a:cubicBezTo>
                      <a:pt x="957" y="152"/>
                      <a:pt x="748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6689672" y="2162855"/>
                <a:ext cx="372127" cy="117888"/>
              </a:xfrm>
              <a:custGeom>
                <a:rect b="b" l="l" r="r" t="t"/>
                <a:pathLst>
                  <a:path extrusionOk="0" h="460" w="1452">
                    <a:moveTo>
                      <a:pt x="993" y="1"/>
                    </a:moveTo>
                    <a:cubicBezTo>
                      <a:pt x="589" y="1"/>
                      <a:pt x="217" y="79"/>
                      <a:pt x="1" y="460"/>
                    </a:cubicBezTo>
                    <a:lnTo>
                      <a:pt x="317" y="460"/>
                    </a:lnTo>
                    <a:cubicBezTo>
                      <a:pt x="339" y="460"/>
                      <a:pt x="367" y="460"/>
                      <a:pt x="396" y="453"/>
                    </a:cubicBezTo>
                    <a:cubicBezTo>
                      <a:pt x="403" y="453"/>
                      <a:pt x="410" y="453"/>
                      <a:pt x="417" y="446"/>
                    </a:cubicBezTo>
                    <a:lnTo>
                      <a:pt x="460" y="446"/>
                    </a:lnTo>
                    <a:cubicBezTo>
                      <a:pt x="575" y="432"/>
                      <a:pt x="705" y="389"/>
                      <a:pt x="814" y="317"/>
                    </a:cubicBezTo>
                    <a:cubicBezTo>
                      <a:pt x="834" y="303"/>
                      <a:pt x="857" y="287"/>
                      <a:pt x="877" y="280"/>
                    </a:cubicBezTo>
                    <a:cubicBezTo>
                      <a:pt x="934" y="244"/>
                      <a:pt x="1000" y="223"/>
                      <a:pt x="1064" y="208"/>
                    </a:cubicBezTo>
                    <a:cubicBezTo>
                      <a:pt x="1122" y="193"/>
                      <a:pt x="1183" y="185"/>
                      <a:pt x="1241" y="185"/>
                    </a:cubicBezTo>
                    <a:cubicBezTo>
                      <a:pt x="1320" y="185"/>
                      <a:pt x="1394" y="201"/>
                      <a:pt x="1452" y="237"/>
                    </a:cubicBezTo>
                    <a:cubicBezTo>
                      <a:pt x="1388" y="87"/>
                      <a:pt x="1021" y="1"/>
                      <a:pt x="10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42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rect b="b" l="l" r="r" t="t"/>
                <a:pathLst>
                  <a:path extrusionOk="0" h="7" w="64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42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rect b="b" l="l" r="r" t="t"/>
                <a:pathLst>
                  <a:path extrusionOk="0" h="1" w="476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42"/>
              <p:cNvSpPr/>
              <p:nvPr/>
            </p:nvSpPr>
            <p:spPr>
              <a:xfrm>
                <a:off x="7727109" y="4660850"/>
                <a:ext cx="31011" cy="29472"/>
              </a:xfrm>
              <a:custGeom>
                <a:rect b="b" l="l" r="r" t="t"/>
                <a:pathLst>
                  <a:path extrusionOk="0" h="115" w="121">
                    <a:moveTo>
                      <a:pt x="57" y="1"/>
                    </a:moveTo>
                    <a:lnTo>
                      <a:pt x="7" y="65"/>
                    </a:lnTo>
                    <a:lnTo>
                      <a:pt x="0" y="78"/>
                    </a:lnTo>
                    <a:cubicBezTo>
                      <a:pt x="14" y="87"/>
                      <a:pt x="28" y="94"/>
                      <a:pt x="50" y="101"/>
                    </a:cubicBezTo>
                    <a:cubicBezTo>
                      <a:pt x="57" y="108"/>
                      <a:pt x="64" y="108"/>
                      <a:pt x="71" y="115"/>
                    </a:cubicBezTo>
                    <a:lnTo>
                      <a:pt x="86" y="94"/>
                    </a:lnTo>
                    <a:lnTo>
                      <a:pt x="121" y="44"/>
                    </a:lnTo>
                    <a:cubicBezTo>
                      <a:pt x="114" y="35"/>
                      <a:pt x="100" y="28"/>
                      <a:pt x="93" y="28"/>
                    </a:cubicBezTo>
                    <a:cubicBezTo>
                      <a:pt x="78" y="22"/>
                      <a:pt x="71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42"/>
              <p:cNvSpPr/>
              <p:nvPr/>
            </p:nvSpPr>
            <p:spPr>
              <a:xfrm>
                <a:off x="7800406" y="4697755"/>
                <a:ext cx="29985" cy="24090"/>
              </a:xfrm>
              <a:custGeom>
                <a:rect b="b" l="l" r="r" t="t"/>
                <a:pathLst>
                  <a:path extrusionOk="0" h="94" w="117">
                    <a:moveTo>
                      <a:pt x="44" y="0"/>
                    </a:moveTo>
                    <a:lnTo>
                      <a:pt x="0" y="57"/>
                    </a:lnTo>
                    <a:cubicBezTo>
                      <a:pt x="30" y="72"/>
                      <a:pt x="51" y="79"/>
                      <a:pt x="73" y="93"/>
                    </a:cubicBezTo>
                    <a:lnTo>
                      <a:pt x="87" y="72"/>
                    </a:lnTo>
                    <a:lnTo>
                      <a:pt x="116" y="29"/>
                    </a:lnTo>
                    <a:lnTo>
                      <a:pt x="109" y="29"/>
                    </a:lnTo>
                    <a:cubicBezTo>
                      <a:pt x="87" y="21"/>
                      <a:pt x="66" y="7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42"/>
              <p:cNvSpPr/>
              <p:nvPr/>
            </p:nvSpPr>
            <p:spPr>
              <a:xfrm>
                <a:off x="7511318" y="4819233"/>
                <a:ext cx="114304" cy="47924"/>
              </a:xfrm>
              <a:custGeom>
                <a:rect b="b" l="l" r="r" t="t"/>
                <a:pathLst>
                  <a:path extrusionOk="0" h="187" w="446">
                    <a:moveTo>
                      <a:pt x="0" y="0"/>
                    </a:moveTo>
                    <a:lnTo>
                      <a:pt x="14" y="187"/>
                    </a:lnTo>
                    <a:lnTo>
                      <a:pt x="445" y="187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7625364" y="4651624"/>
                <a:ext cx="921604" cy="215531"/>
              </a:xfrm>
              <a:custGeom>
                <a:rect b="b" l="l" r="r" t="t"/>
                <a:pathLst>
                  <a:path extrusionOk="0" h="841" w="3596">
                    <a:moveTo>
                      <a:pt x="1460" y="1"/>
                    </a:moveTo>
                    <a:lnTo>
                      <a:pt x="1108" y="158"/>
                    </a:lnTo>
                    <a:lnTo>
                      <a:pt x="1079" y="173"/>
                    </a:lnTo>
                    <a:lnTo>
                      <a:pt x="985" y="209"/>
                    </a:lnTo>
                    <a:lnTo>
                      <a:pt x="972" y="216"/>
                    </a:lnTo>
                    <a:lnTo>
                      <a:pt x="899" y="252"/>
                    </a:lnTo>
                    <a:lnTo>
                      <a:pt x="842" y="273"/>
                    </a:lnTo>
                    <a:lnTo>
                      <a:pt x="806" y="296"/>
                    </a:lnTo>
                    <a:lnTo>
                      <a:pt x="706" y="339"/>
                    </a:lnTo>
                    <a:lnTo>
                      <a:pt x="202" y="568"/>
                    </a:lnTo>
                    <a:lnTo>
                      <a:pt x="0" y="654"/>
                    </a:lnTo>
                    <a:lnTo>
                      <a:pt x="0" y="841"/>
                    </a:lnTo>
                    <a:lnTo>
                      <a:pt x="527" y="841"/>
                    </a:lnTo>
                    <a:lnTo>
                      <a:pt x="935" y="654"/>
                    </a:lnTo>
                    <a:lnTo>
                      <a:pt x="1223" y="525"/>
                    </a:lnTo>
                    <a:lnTo>
                      <a:pt x="1330" y="475"/>
                    </a:lnTo>
                    <a:lnTo>
                      <a:pt x="1337" y="475"/>
                    </a:lnTo>
                    <a:lnTo>
                      <a:pt x="1460" y="416"/>
                    </a:lnTo>
                    <a:lnTo>
                      <a:pt x="2136" y="416"/>
                    </a:lnTo>
                    <a:lnTo>
                      <a:pt x="3071" y="841"/>
                    </a:lnTo>
                    <a:lnTo>
                      <a:pt x="3595" y="841"/>
                    </a:lnTo>
                    <a:lnTo>
                      <a:pt x="3595" y="654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42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rect b="b" l="l" r="r" t="t"/>
                <a:pathLst>
                  <a:path extrusionOk="0" h="1" w="476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42"/>
              <p:cNvSpPr/>
              <p:nvPr/>
            </p:nvSpPr>
            <p:spPr>
              <a:xfrm>
                <a:off x="7505936" y="4664438"/>
                <a:ext cx="313182" cy="155049"/>
              </a:xfrm>
              <a:custGeom>
                <a:rect b="b" l="l" r="r" t="t"/>
                <a:pathLst>
                  <a:path extrusionOk="0" h="605" w="1222">
                    <a:moveTo>
                      <a:pt x="647" y="1"/>
                    </a:moveTo>
                    <a:cubicBezTo>
                      <a:pt x="625" y="1"/>
                      <a:pt x="604" y="8"/>
                      <a:pt x="582" y="14"/>
                    </a:cubicBezTo>
                    <a:cubicBezTo>
                      <a:pt x="575" y="21"/>
                      <a:pt x="561" y="21"/>
                      <a:pt x="546" y="30"/>
                    </a:cubicBezTo>
                    <a:cubicBezTo>
                      <a:pt x="525" y="44"/>
                      <a:pt x="496" y="58"/>
                      <a:pt x="475" y="64"/>
                    </a:cubicBezTo>
                    <a:cubicBezTo>
                      <a:pt x="439" y="80"/>
                      <a:pt x="403" y="94"/>
                      <a:pt x="366" y="101"/>
                    </a:cubicBezTo>
                    <a:lnTo>
                      <a:pt x="323" y="101"/>
                    </a:lnTo>
                    <a:cubicBezTo>
                      <a:pt x="309" y="108"/>
                      <a:pt x="294" y="108"/>
                      <a:pt x="273" y="108"/>
                    </a:cubicBezTo>
                    <a:cubicBezTo>
                      <a:pt x="220" y="108"/>
                      <a:pt x="186" y="95"/>
                      <a:pt x="159" y="95"/>
                    </a:cubicBezTo>
                    <a:cubicBezTo>
                      <a:pt x="145" y="95"/>
                      <a:pt x="133" y="98"/>
                      <a:pt x="121" y="108"/>
                    </a:cubicBezTo>
                    <a:cubicBezTo>
                      <a:pt x="114" y="116"/>
                      <a:pt x="108" y="123"/>
                      <a:pt x="101" y="137"/>
                    </a:cubicBezTo>
                    <a:lnTo>
                      <a:pt x="101" y="144"/>
                    </a:lnTo>
                    <a:cubicBezTo>
                      <a:pt x="57" y="209"/>
                      <a:pt x="1" y="409"/>
                      <a:pt x="21" y="604"/>
                    </a:cubicBezTo>
                    <a:lnTo>
                      <a:pt x="466" y="604"/>
                    </a:lnTo>
                    <a:lnTo>
                      <a:pt x="668" y="518"/>
                    </a:lnTo>
                    <a:lnTo>
                      <a:pt x="1172" y="289"/>
                    </a:lnTo>
                    <a:lnTo>
                      <a:pt x="1222" y="223"/>
                    </a:lnTo>
                    <a:cubicBezTo>
                      <a:pt x="1200" y="209"/>
                      <a:pt x="1179" y="202"/>
                      <a:pt x="1149" y="187"/>
                    </a:cubicBezTo>
                    <a:lnTo>
                      <a:pt x="1086" y="280"/>
                    </a:lnTo>
                    <a:cubicBezTo>
                      <a:pt x="1079" y="289"/>
                      <a:pt x="1063" y="296"/>
                      <a:pt x="1056" y="296"/>
                    </a:cubicBezTo>
                    <a:cubicBezTo>
                      <a:pt x="1049" y="296"/>
                      <a:pt x="1043" y="296"/>
                      <a:pt x="1036" y="289"/>
                    </a:cubicBezTo>
                    <a:cubicBezTo>
                      <a:pt x="1013" y="273"/>
                      <a:pt x="1013" y="252"/>
                      <a:pt x="1027" y="237"/>
                    </a:cubicBezTo>
                    <a:lnTo>
                      <a:pt x="1079" y="159"/>
                    </a:lnTo>
                    <a:cubicBezTo>
                      <a:pt x="1056" y="151"/>
                      <a:pt x="1027" y="137"/>
                      <a:pt x="1006" y="130"/>
                    </a:cubicBezTo>
                    <a:lnTo>
                      <a:pt x="934" y="223"/>
                    </a:lnTo>
                    <a:cubicBezTo>
                      <a:pt x="927" y="237"/>
                      <a:pt x="920" y="237"/>
                      <a:pt x="906" y="237"/>
                    </a:cubicBezTo>
                    <a:cubicBezTo>
                      <a:pt x="898" y="237"/>
                      <a:pt x="891" y="237"/>
                      <a:pt x="884" y="230"/>
                    </a:cubicBezTo>
                    <a:cubicBezTo>
                      <a:pt x="870" y="223"/>
                      <a:pt x="863" y="194"/>
                      <a:pt x="877" y="180"/>
                    </a:cubicBezTo>
                    <a:lnTo>
                      <a:pt x="934" y="101"/>
                    </a:lnTo>
                    <a:cubicBezTo>
                      <a:pt x="927" y="94"/>
                      <a:pt x="920" y="94"/>
                      <a:pt x="913" y="87"/>
                    </a:cubicBezTo>
                    <a:cubicBezTo>
                      <a:pt x="891" y="80"/>
                      <a:pt x="877" y="73"/>
                      <a:pt x="863" y="64"/>
                    </a:cubicBezTo>
                    <a:lnTo>
                      <a:pt x="834" y="101"/>
                    </a:lnTo>
                    <a:lnTo>
                      <a:pt x="784" y="173"/>
                    </a:lnTo>
                    <a:cubicBezTo>
                      <a:pt x="777" y="180"/>
                      <a:pt x="768" y="187"/>
                      <a:pt x="754" y="187"/>
                    </a:cubicBezTo>
                    <a:cubicBezTo>
                      <a:pt x="748" y="187"/>
                      <a:pt x="741" y="180"/>
                      <a:pt x="734" y="180"/>
                    </a:cubicBezTo>
                    <a:cubicBezTo>
                      <a:pt x="718" y="166"/>
                      <a:pt x="711" y="144"/>
                      <a:pt x="725" y="130"/>
                    </a:cubicBezTo>
                    <a:lnTo>
                      <a:pt x="725" y="123"/>
                    </a:lnTo>
                    <a:lnTo>
                      <a:pt x="748" y="94"/>
                    </a:lnTo>
                    <a:lnTo>
                      <a:pt x="791" y="37"/>
                    </a:lnTo>
                    <a:cubicBezTo>
                      <a:pt x="777" y="30"/>
                      <a:pt x="768" y="30"/>
                      <a:pt x="761" y="21"/>
                    </a:cubicBezTo>
                    <a:cubicBezTo>
                      <a:pt x="741" y="14"/>
                      <a:pt x="718" y="8"/>
                      <a:pt x="704" y="8"/>
                    </a:cubicBezTo>
                    <a:cubicBezTo>
                      <a:pt x="682" y="1"/>
                      <a:pt x="668" y="1"/>
                      <a:pt x="6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42"/>
              <p:cNvSpPr/>
              <p:nvPr/>
            </p:nvSpPr>
            <p:spPr>
              <a:xfrm>
                <a:off x="7664319" y="4620101"/>
                <a:ext cx="63046" cy="53819"/>
              </a:xfrm>
              <a:custGeom>
                <a:rect b="b" l="l" r="r" t="t"/>
                <a:pathLst>
                  <a:path extrusionOk="0" h="210" w="246">
                    <a:moveTo>
                      <a:pt x="109" y="0"/>
                    </a:moveTo>
                    <a:cubicBezTo>
                      <a:pt x="106" y="0"/>
                      <a:pt x="103" y="1"/>
                      <a:pt x="100" y="1"/>
                    </a:cubicBezTo>
                    <a:cubicBezTo>
                      <a:pt x="86" y="1"/>
                      <a:pt x="64" y="8"/>
                      <a:pt x="43" y="30"/>
                    </a:cubicBezTo>
                    <a:cubicBezTo>
                      <a:pt x="14" y="58"/>
                      <a:pt x="0" y="108"/>
                      <a:pt x="29" y="174"/>
                    </a:cubicBezTo>
                    <a:cubicBezTo>
                      <a:pt x="50" y="174"/>
                      <a:pt x="64" y="174"/>
                      <a:pt x="86" y="181"/>
                    </a:cubicBezTo>
                    <a:cubicBezTo>
                      <a:pt x="100" y="181"/>
                      <a:pt x="123" y="187"/>
                      <a:pt x="143" y="194"/>
                    </a:cubicBezTo>
                    <a:cubicBezTo>
                      <a:pt x="150" y="203"/>
                      <a:pt x="159" y="203"/>
                      <a:pt x="173" y="210"/>
                    </a:cubicBezTo>
                    <a:lnTo>
                      <a:pt x="245" y="117"/>
                    </a:lnTo>
                    <a:cubicBezTo>
                      <a:pt x="171" y="49"/>
                      <a:pt x="152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42"/>
              <p:cNvSpPr/>
              <p:nvPr/>
            </p:nvSpPr>
            <p:spPr>
              <a:xfrm>
                <a:off x="7806044" y="4694167"/>
                <a:ext cx="46388" cy="44336"/>
              </a:xfrm>
              <a:custGeom>
                <a:rect b="b" l="l" r="r" t="t"/>
                <a:pathLst>
                  <a:path extrusionOk="0" h="173" w="181">
                    <a:moveTo>
                      <a:pt x="144" y="0"/>
                    </a:moveTo>
                    <a:cubicBezTo>
                      <a:pt x="130" y="0"/>
                      <a:pt x="123" y="7"/>
                      <a:pt x="115" y="14"/>
                    </a:cubicBezTo>
                    <a:lnTo>
                      <a:pt x="94" y="43"/>
                    </a:lnTo>
                    <a:lnTo>
                      <a:pt x="65" y="86"/>
                    </a:lnTo>
                    <a:lnTo>
                      <a:pt x="51" y="107"/>
                    </a:lnTo>
                    <a:lnTo>
                      <a:pt x="1" y="173"/>
                    </a:lnTo>
                    <a:lnTo>
                      <a:pt x="101" y="130"/>
                    </a:lnTo>
                    <a:lnTo>
                      <a:pt x="137" y="107"/>
                    </a:lnTo>
                    <a:lnTo>
                      <a:pt x="167" y="71"/>
                    </a:lnTo>
                    <a:lnTo>
                      <a:pt x="173" y="57"/>
                    </a:lnTo>
                    <a:cubicBezTo>
                      <a:pt x="180" y="57"/>
                      <a:pt x="180" y="50"/>
                      <a:pt x="180" y="43"/>
                    </a:cubicBezTo>
                    <a:cubicBezTo>
                      <a:pt x="180" y="28"/>
                      <a:pt x="180" y="14"/>
                      <a:pt x="167" y="7"/>
                    </a:cubicBezTo>
                    <a:cubicBezTo>
                      <a:pt x="158" y="7"/>
                      <a:pt x="151" y="0"/>
                      <a:pt x="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42"/>
              <p:cNvSpPr/>
              <p:nvPr/>
            </p:nvSpPr>
            <p:spPr>
              <a:xfrm>
                <a:off x="7765551" y="4677252"/>
                <a:ext cx="52026" cy="63045"/>
              </a:xfrm>
              <a:custGeom>
                <a:rect b="b" l="l" r="r" t="t"/>
                <a:pathLst>
                  <a:path extrusionOk="0" h="246" w="203">
                    <a:moveTo>
                      <a:pt x="166" y="1"/>
                    </a:moveTo>
                    <a:cubicBezTo>
                      <a:pt x="152" y="1"/>
                      <a:pt x="143" y="8"/>
                      <a:pt x="130" y="14"/>
                    </a:cubicBezTo>
                    <a:lnTo>
                      <a:pt x="109" y="44"/>
                    </a:lnTo>
                    <a:lnTo>
                      <a:pt x="73" y="101"/>
                    </a:lnTo>
                    <a:lnTo>
                      <a:pt x="66" y="109"/>
                    </a:lnTo>
                    <a:lnTo>
                      <a:pt x="14" y="187"/>
                    </a:lnTo>
                    <a:cubicBezTo>
                      <a:pt x="0" y="202"/>
                      <a:pt x="0" y="223"/>
                      <a:pt x="23" y="239"/>
                    </a:cubicBezTo>
                    <a:cubicBezTo>
                      <a:pt x="30" y="246"/>
                      <a:pt x="36" y="246"/>
                      <a:pt x="43" y="246"/>
                    </a:cubicBezTo>
                    <a:cubicBezTo>
                      <a:pt x="50" y="246"/>
                      <a:pt x="66" y="239"/>
                      <a:pt x="73" y="230"/>
                    </a:cubicBezTo>
                    <a:lnTo>
                      <a:pt x="136" y="137"/>
                    </a:lnTo>
                    <a:lnTo>
                      <a:pt x="180" y="80"/>
                    </a:lnTo>
                    <a:lnTo>
                      <a:pt x="195" y="58"/>
                    </a:lnTo>
                    <a:cubicBezTo>
                      <a:pt x="202" y="51"/>
                      <a:pt x="202" y="44"/>
                      <a:pt x="202" y="37"/>
                    </a:cubicBezTo>
                    <a:cubicBezTo>
                      <a:pt x="202" y="30"/>
                      <a:pt x="195" y="14"/>
                      <a:pt x="187" y="8"/>
                    </a:cubicBezTo>
                    <a:cubicBezTo>
                      <a:pt x="180" y="1"/>
                      <a:pt x="173" y="1"/>
                      <a:pt x="1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7155852" y="3339965"/>
                <a:ext cx="1860636" cy="69964"/>
              </a:xfrm>
              <a:custGeom>
                <a:rect b="b" l="l" r="r" t="t"/>
                <a:pathLst>
                  <a:path extrusionOk="0" h="273" w="726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8045413" y="3409674"/>
                <a:ext cx="81499" cy="1242185"/>
              </a:xfrm>
              <a:custGeom>
                <a:rect b="b" l="l" r="r" t="t"/>
                <a:pathLst>
                  <a:path extrusionOk="0" h="4847" w="318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7297833" y="3301523"/>
                <a:ext cx="360851" cy="38698"/>
              </a:xfrm>
              <a:custGeom>
                <a:rect b="b" l="l" r="r" t="t"/>
                <a:pathLst>
                  <a:path extrusionOk="0" h="151" w="1408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7645610" y="2829705"/>
                <a:ext cx="773984" cy="510508"/>
              </a:xfrm>
              <a:custGeom>
                <a:rect b="b" l="l" r="r" t="t"/>
                <a:pathLst>
                  <a:path extrusionOk="0" h="1992" w="302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7981869" y="3022950"/>
                <a:ext cx="171938" cy="129150"/>
              </a:xfrm>
              <a:custGeom>
                <a:rect b="b" l="l" r="r" t="t"/>
                <a:pathLst>
                  <a:path extrusionOk="0" h="432" w="575">
                    <a:moveTo>
                      <a:pt x="216" y="1"/>
                    </a:moveTo>
                    <a:cubicBezTo>
                      <a:pt x="136" y="1"/>
                      <a:pt x="57" y="66"/>
                      <a:pt x="36" y="145"/>
                    </a:cubicBezTo>
                    <a:cubicBezTo>
                      <a:pt x="21" y="180"/>
                      <a:pt x="0" y="266"/>
                      <a:pt x="150" y="382"/>
                    </a:cubicBezTo>
                    <a:lnTo>
                      <a:pt x="216" y="432"/>
                    </a:lnTo>
                    <a:lnTo>
                      <a:pt x="309" y="382"/>
                    </a:lnTo>
                    <a:cubicBezTo>
                      <a:pt x="525" y="266"/>
                      <a:pt x="545" y="180"/>
                      <a:pt x="554" y="145"/>
                    </a:cubicBezTo>
                    <a:cubicBezTo>
                      <a:pt x="575" y="66"/>
                      <a:pt x="531" y="1"/>
                      <a:pt x="452" y="1"/>
                    </a:cubicBezTo>
                    <a:cubicBezTo>
                      <a:pt x="402" y="1"/>
                      <a:pt x="352" y="30"/>
                      <a:pt x="316" y="66"/>
                    </a:cubicBezTo>
                    <a:cubicBezTo>
                      <a:pt x="302" y="30"/>
                      <a:pt x="266" y="1"/>
                      <a:pt x="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8520564" y="3004746"/>
                <a:ext cx="214255" cy="95848"/>
              </a:xfrm>
              <a:custGeom>
                <a:rect b="b" l="l" r="r" t="t"/>
                <a:pathLst>
                  <a:path extrusionOk="0" h="374" w="836">
                    <a:moveTo>
                      <a:pt x="461" y="1"/>
                    </a:moveTo>
                    <a:lnTo>
                      <a:pt x="468" y="21"/>
                    </a:lnTo>
                    <a:lnTo>
                      <a:pt x="468" y="101"/>
                    </a:lnTo>
                    <a:cubicBezTo>
                      <a:pt x="448" y="101"/>
                      <a:pt x="425" y="108"/>
                      <a:pt x="411" y="108"/>
                    </a:cubicBezTo>
                    <a:cubicBezTo>
                      <a:pt x="404" y="108"/>
                      <a:pt x="389" y="108"/>
                      <a:pt x="382" y="101"/>
                    </a:cubicBezTo>
                    <a:lnTo>
                      <a:pt x="375" y="101"/>
                    </a:lnTo>
                    <a:lnTo>
                      <a:pt x="375" y="44"/>
                    </a:lnTo>
                    <a:lnTo>
                      <a:pt x="354" y="7"/>
                    </a:lnTo>
                    <a:cubicBezTo>
                      <a:pt x="166" y="37"/>
                      <a:pt x="23" y="187"/>
                      <a:pt x="1" y="373"/>
                    </a:cubicBezTo>
                    <a:lnTo>
                      <a:pt x="836" y="373"/>
                    </a:lnTo>
                    <a:cubicBezTo>
                      <a:pt x="820" y="180"/>
                      <a:pt x="656" y="14"/>
                      <a:pt x="4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42"/>
              <p:cNvSpPr/>
              <p:nvPr/>
            </p:nvSpPr>
            <p:spPr>
              <a:xfrm>
                <a:off x="8533890" y="3142627"/>
                <a:ext cx="189908" cy="44593"/>
              </a:xfrm>
              <a:custGeom>
                <a:rect b="b" l="l" r="r" t="t"/>
                <a:pathLst>
                  <a:path extrusionOk="0" h="174" w="741">
                    <a:moveTo>
                      <a:pt x="0" y="1"/>
                    </a:moveTo>
                    <a:lnTo>
                      <a:pt x="14" y="173"/>
                    </a:lnTo>
                    <a:lnTo>
                      <a:pt x="725" y="173"/>
                    </a:lnTo>
                    <a:lnTo>
                      <a:pt x="74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42"/>
              <p:cNvSpPr/>
              <p:nvPr/>
            </p:nvSpPr>
            <p:spPr>
              <a:xfrm>
                <a:off x="8544911" y="3288196"/>
                <a:ext cx="167867" cy="52025"/>
              </a:xfrm>
              <a:custGeom>
                <a:rect b="b" l="l" r="r" t="t"/>
                <a:pathLst>
                  <a:path extrusionOk="0" h="203" w="655">
                    <a:moveTo>
                      <a:pt x="1" y="0"/>
                    </a:moveTo>
                    <a:lnTo>
                      <a:pt x="14" y="202"/>
                    </a:lnTo>
                    <a:lnTo>
                      <a:pt x="632" y="202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8515438" y="3100340"/>
                <a:ext cx="226557" cy="42542"/>
              </a:xfrm>
              <a:custGeom>
                <a:rect b="b" l="l" r="r" t="t"/>
                <a:pathLst>
                  <a:path extrusionOk="0" h="166" w="884">
                    <a:moveTo>
                      <a:pt x="0" y="0"/>
                    </a:moveTo>
                    <a:lnTo>
                      <a:pt x="0" y="166"/>
                    </a:lnTo>
                    <a:lnTo>
                      <a:pt x="883" y="166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8529790" y="3186964"/>
                <a:ext cx="197597" cy="101487"/>
              </a:xfrm>
              <a:custGeom>
                <a:rect b="b" l="l" r="r" t="t"/>
                <a:pathLst>
                  <a:path extrusionOk="0" h="396" w="771">
                    <a:moveTo>
                      <a:pt x="1" y="0"/>
                    </a:moveTo>
                    <a:lnTo>
                      <a:pt x="37" y="395"/>
                    </a:lnTo>
                    <a:lnTo>
                      <a:pt x="734" y="395"/>
                    </a:lnTo>
                    <a:lnTo>
                      <a:pt x="77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rect b="b" l="l" r="r" t="t"/>
                <a:pathLst>
                  <a:path extrusionOk="0" h="15" w="66">
                    <a:moveTo>
                      <a:pt x="66" y="1"/>
                    </a:moveTo>
                    <a:lnTo>
                      <a:pt x="0" y="15"/>
                    </a:lnTo>
                    <a:cubicBezTo>
                      <a:pt x="23" y="15"/>
                      <a:pt x="43" y="8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rect b="b" l="l" r="r" t="t"/>
                <a:pathLst>
                  <a:path extrusionOk="0" fill="none" h="15" w="66">
                    <a:moveTo>
                      <a:pt x="66" y="1"/>
                    </a:moveTo>
                    <a:cubicBezTo>
                      <a:pt x="43" y="8"/>
                      <a:pt x="23" y="15"/>
                      <a:pt x="0" y="15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rect b="b" l="l" r="r" t="t"/>
                <a:pathLst>
                  <a:path extrusionOk="0" h="15" w="65">
                    <a:moveTo>
                      <a:pt x="0" y="1"/>
                    </a:moveTo>
                    <a:cubicBezTo>
                      <a:pt x="0" y="1"/>
                      <a:pt x="21" y="15"/>
                      <a:pt x="64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rect b="b" l="l" r="r" t="t"/>
                <a:pathLst>
                  <a:path extrusionOk="0" fill="none" h="15" w="65">
                    <a:moveTo>
                      <a:pt x="64" y="15"/>
                    </a:moveTo>
                    <a:cubicBezTo>
                      <a:pt x="21" y="15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42"/>
              <p:cNvSpPr/>
              <p:nvPr/>
            </p:nvSpPr>
            <p:spPr>
              <a:xfrm>
                <a:off x="8535684" y="2879167"/>
                <a:ext cx="105077" cy="153255"/>
              </a:xfrm>
              <a:custGeom>
                <a:rect b="b" l="l" r="r" t="t"/>
                <a:pathLst>
                  <a:path extrusionOk="0" h="598" w="410">
                    <a:moveTo>
                      <a:pt x="94" y="1"/>
                    </a:moveTo>
                    <a:lnTo>
                      <a:pt x="0" y="23"/>
                    </a:lnTo>
                    <a:lnTo>
                      <a:pt x="295" y="497"/>
                    </a:lnTo>
                    <a:lnTo>
                      <a:pt x="316" y="534"/>
                    </a:lnTo>
                    <a:lnTo>
                      <a:pt x="316" y="591"/>
                    </a:lnTo>
                    <a:lnTo>
                      <a:pt x="323" y="591"/>
                    </a:lnTo>
                    <a:cubicBezTo>
                      <a:pt x="330" y="598"/>
                      <a:pt x="345" y="598"/>
                      <a:pt x="352" y="598"/>
                    </a:cubicBezTo>
                    <a:cubicBezTo>
                      <a:pt x="366" y="598"/>
                      <a:pt x="389" y="591"/>
                      <a:pt x="409" y="591"/>
                    </a:cubicBezTo>
                    <a:lnTo>
                      <a:pt x="409" y="511"/>
                    </a:lnTo>
                    <a:lnTo>
                      <a:pt x="402" y="491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42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42"/>
              <p:cNvSpPr/>
              <p:nvPr/>
            </p:nvSpPr>
            <p:spPr>
              <a:xfrm>
                <a:off x="5998730" y="3719265"/>
                <a:ext cx="15377" cy="68683"/>
              </a:xfrm>
              <a:custGeom>
                <a:rect b="b" l="l" r="r" t="t"/>
                <a:pathLst>
                  <a:path extrusionOk="0" h="268" w="60">
                    <a:moveTo>
                      <a:pt x="59" y="0"/>
                    </a:moveTo>
                    <a:lnTo>
                      <a:pt x="1" y="268"/>
                    </a:lnTo>
                    <a:cubicBezTo>
                      <a:pt x="37" y="181"/>
                      <a:pt x="59" y="87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42"/>
              <p:cNvSpPr/>
              <p:nvPr/>
            </p:nvSpPr>
            <p:spPr>
              <a:xfrm>
                <a:off x="5724250" y="2658251"/>
                <a:ext cx="315488" cy="1339827"/>
              </a:xfrm>
              <a:custGeom>
                <a:rect b="b" l="l" r="r" t="t"/>
                <a:pathLst>
                  <a:path extrusionOk="0" h="5228" w="1231">
                    <a:moveTo>
                      <a:pt x="620" y="0"/>
                    </a:moveTo>
                    <a:cubicBezTo>
                      <a:pt x="620" y="0"/>
                      <a:pt x="130" y="540"/>
                      <a:pt x="181" y="1201"/>
                    </a:cubicBezTo>
                    <a:cubicBezTo>
                      <a:pt x="225" y="1863"/>
                      <a:pt x="80" y="2150"/>
                      <a:pt x="37" y="2329"/>
                    </a:cubicBezTo>
                    <a:cubicBezTo>
                      <a:pt x="23" y="2388"/>
                      <a:pt x="9" y="2467"/>
                      <a:pt x="0" y="2545"/>
                    </a:cubicBezTo>
                    <a:lnTo>
                      <a:pt x="0" y="2560"/>
                    </a:lnTo>
                    <a:cubicBezTo>
                      <a:pt x="66" y="3005"/>
                      <a:pt x="202" y="3178"/>
                      <a:pt x="259" y="3293"/>
                    </a:cubicBezTo>
                    <a:cubicBezTo>
                      <a:pt x="318" y="3407"/>
                      <a:pt x="388" y="3652"/>
                      <a:pt x="332" y="3818"/>
                    </a:cubicBezTo>
                    <a:cubicBezTo>
                      <a:pt x="318" y="3875"/>
                      <a:pt x="311" y="3925"/>
                      <a:pt x="302" y="3968"/>
                    </a:cubicBezTo>
                    <a:cubicBezTo>
                      <a:pt x="302" y="4063"/>
                      <a:pt x="332" y="4149"/>
                      <a:pt x="388" y="4249"/>
                    </a:cubicBezTo>
                    <a:cubicBezTo>
                      <a:pt x="475" y="4399"/>
                      <a:pt x="533" y="4608"/>
                      <a:pt x="454" y="4787"/>
                    </a:cubicBezTo>
                    <a:cubicBezTo>
                      <a:pt x="411" y="4889"/>
                      <a:pt x="425" y="5039"/>
                      <a:pt x="418" y="5175"/>
                    </a:cubicBezTo>
                    <a:cubicBezTo>
                      <a:pt x="425" y="5191"/>
                      <a:pt x="432" y="5212"/>
                      <a:pt x="447" y="5227"/>
                    </a:cubicBezTo>
                    <a:lnTo>
                      <a:pt x="770" y="5227"/>
                    </a:lnTo>
                    <a:cubicBezTo>
                      <a:pt x="756" y="5105"/>
                      <a:pt x="777" y="4960"/>
                      <a:pt x="734" y="4860"/>
                    </a:cubicBezTo>
                    <a:cubicBezTo>
                      <a:pt x="670" y="4710"/>
                      <a:pt x="720" y="4522"/>
                      <a:pt x="792" y="4392"/>
                    </a:cubicBezTo>
                    <a:cubicBezTo>
                      <a:pt x="872" y="4263"/>
                      <a:pt x="885" y="4170"/>
                      <a:pt x="842" y="4026"/>
                    </a:cubicBezTo>
                    <a:cubicBezTo>
                      <a:pt x="835" y="4020"/>
                      <a:pt x="835" y="4011"/>
                      <a:pt x="835" y="3997"/>
                    </a:cubicBezTo>
                    <a:cubicBezTo>
                      <a:pt x="799" y="3854"/>
                      <a:pt x="856" y="3666"/>
                      <a:pt x="906" y="3566"/>
                    </a:cubicBezTo>
                    <a:cubicBezTo>
                      <a:pt x="958" y="3466"/>
                      <a:pt x="1072" y="3321"/>
                      <a:pt x="1130" y="2933"/>
                    </a:cubicBezTo>
                    <a:cubicBezTo>
                      <a:pt x="1144" y="2826"/>
                      <a:pt x="1180" y="2726"/>
                      <a:pt x="1230" y="2639"/>
                    </a:cubicBezTo>
                    <a:cubicBezTo>
                      <a:pt x="1230" y="2524"/>
                      <a:pt x="1208" y="2415"/>
                      <a:pt x="1194" y="2338"/>
                    </a:cubicBezTo>
                    <a:cubicBezTo>
                      <a:pt x="1144" y="2150"/>
                      <a:pt x="1001" y="1863"/>
                      <a:pt x="1051" y="1201"/>
                    </a:cubicBezTo>
                    <a:cubicBezTo>
                      <a:pt x="1101" y="547"/>
                      <a:pt x="620" y="0"/>
                      <a:pt x="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42"/>
              <p:cNvSpPr/>
              <p:nvPr/>
            </p:nvSpPr>
            <p:spPr>
              <a:xfrm>
                <a:off x="5879046" y="2658251"/>
                <a:ext cx="4101" cy="1339827"/>
              </a:xfrm>
              <a:custGeom>
                <a:rect b="b" l="l" r="r" t="t"/>
                <a:pathLst>
                  <a:path extrusionOk="0" fill="none" h="5228" w="16">
                    <a:moveTo>
                      <a:pt x="16" y="0"/>
                    </a:moveTo>
                    <a:lnTo>
                      <a:pt x="9" y="1582"/>
                    </a:lnTo>
                    <a:lnTo>
                      <a:pt x="9" y="3041"/>
                    </a:lnTo>
                    <a:lnTo>
                      <a:pt x="9" y="4458"/>
                    </a:lnTo>
                    <a:lnTo>
                      <a:pt x="0" y="5227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42"/>
              <p:cNvSpPr/>
              <p:nvPr/>
            </p:nvSpPr>
            <p:spPr>
              <a:xfrm>
                <a:off x="5801648" y="3671596"/>
                <a:ext cx="79705" cy="129165"/>
              </a:xfrm>
              <a:custGeom>
                <a:rect b="b" l="l" r="r" t="t"/>
                <a:pathLst>
                  <a:path extrusionOk="0" fill="none" h="504" w="311">
                    <a:moveTo>
                      <a:pt x="311" y="504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42"/>
              <p:cNvSpPr/>
              <p:nvPr/>
            </p:nvSpPr>
            <p:spPr>
              <a:xfrm>
                <a:off x="5881096" y="3682616"/>
                <a:ext cx="57408" cy="69964"/>
              </a:xfrm>
              <a:custGeom>
                <a:rect b="b" l="l" r="r" t="t"/>
                <a:pathLst>
                  <a:path extrusionOk="0" fill="none" h="273" w="224">
                    <a:moveTo>
                      <a:pt x="223" y="0"/>
                    </a:moveTo>
                    <a:lnTo>
                      <a:pt x="1" y="27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42"/>
              <p:cNvSpPr/>
              <p:nvPr/>
            </p:nvSpPr>
            <p:spPr>
              <a:xfrm>
                <a:off x="5882890" y="2916328"/>
                <a:ext cx="73810" cy="90467"/>
              </a:xfrm>
              <a:custGeom>
                <a:rect b="b" l="l" r="r" t="t"/>
                <a:pathLst>
                  <a:path extrusionOk="0" fill="none" h="353" w="288">
                    <a:moveTo>
                      <a:pt x="1" y="352"/>
                    </a:moveTo>
                    <a:lnTo>
                      <a:pt x="28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42"/>
              <p:cNvSpPr/>
              <p:nvPr/>
            </p:nvSpPr>
            <p:spPr>
              <a:xfrm>
                <a:off x="5881096" y="3257185"/>
                <a:ext cx="119686" cy="145823"/>
              </a:xfrm>
              <a:custGeom>
                <a:rect b="b" l="l" r="r" t="t"/>
                <a:pathLst>
                  <a:path extrusionOk="0" fill="none" h="569" w="467">
                    <a:moveTo>
                      <a:pt x="1" y="568"/>
                    </a:moveTo>
                    <a:lnTo>
                      <a:pt x="46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42"/>
              <p:cNvSpPr/>
              <p:nvPr/>
            </p:nvSpPr>
            <p:spPr>
              <a:xfrm>
                <a:off x="5781658" y="3277176"/>
                <a:ext cx="99695" cy="160687"/>
              </a:xfrm>
              <a:custGeom>
                <a:rect b="b" l="l" r="r" t="t"/>
                <a:pathLst>
                  <a:path extrusionOk="0" fill="none" h="627" w="389">
                    <a:moveTo>
                      <a:pt x="389" y="626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42"/>
              <p:cNvSpPr/>
              <p:nvPr/>
            </p:nvSpPr>
            <p:spPr>
              <a:xfrm>
                <a:off x="5820101" y="2963997"/>
                <a:ext cx="61252" cy="99693"/>
              </a:xfrm>
              <a:custGeom>
                <a:rect b="b" l="l" r="r" t="t"/>
                <a:pathLst>
                  <a:path extrusionOk="0" fill="none" h="389" w="239">
                    <a:moveTo>
                      <a:pt x="239" y="389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42"/>
              <p:cNvSpPr/>
              <p:nvPr/>
            </p:nvSpPr>
            <p:spPr>
              <a:xfrm>
                <a:off x="5604822" y="3124687"/>
                <a:ext cx="256286" cy="873399"/>
              </a:xfrm>
              <a:custGeom>
                <a:rect b="b" l="l" r="r" t="t"/>
                <a:pathLst>
                  <a:path extrusionOk="0" h="3408" w="1000">
                    <a:moveTo>
                      <a:pt x="1" y="0"/>
                    </a:moveTo>
                    <a:lnTo>
                      <a:pt x="230" y="1056"/>
                    </a:lnTo>
                    <a:lnTo>
                      <a:pt x="439" y="2034"/>
                    </a:lnTo>
                    <a:lnTo>
                      <a:pt x="446" y="2034"/>
                    </a:lnTo>
                    <a:lnTo>
                      <a:pt x="647" y="2976"/>
                    </a:lnTo>
                    <a:lnTo>
                      <a:pt x="741" y="3407"/>
                    </a:lnTo>
                    <a:lnTo>
                      <a:pt x="877" y="3407"/>
                    </a:lnTo>
                    <a:cubicBezTo>
                      <a:pt x="884" y="3392"/>
                      <a:pt x="884" y="3371"/>
                      <a:pt x="884" y="3355"/>
                    </a:cubicBezTo>
                    <a:cubicBezTo>
                      <a:pt x="891" y="3219"/>
                      <a:pt x="877" y="3069"/>
                      <a:pt x="920" y="2967"/>
                    </a:cubicBezTo>
                    <a:cubicBezTo>
                      <a:pt x="999" y="2788"/>
                      <a:pt x="941" y="2579"/>
                      <a:pt x="854" y="2429"/>
                    </a:cubicBezTo>
                    <a:cubicBezTo>
                      <a:pt x="798" y="2329"/>
                      <a:pt x="768" y="2243"/>
                      <a:pt x="768" y="2148"/>
                    </a:cubicBezTo>
                    <a:cubicBezTo>
                      <a:pt x="777" y="2105"/>
                      <a:pt x="784" y="2055"/>
                      <a:pt x="798" y="1998"/>
                    </a:cubicBezTo>
                    <a:cubicBezTo>
                      <a:pt x="854" y="1832"/>
                      <a:pt x="784" y="1587"/>
                      <a:pt x="725" y="1473"/>
                    </a:cubicBezTo>
                    <a:cubicBezTo>
                      <a:pt x="668" y="1358"/>
                      <a:pt x="532" y="1185"/>
                      <a:pt x="466" y="740"/>
                    </a:cubicBezTo>
                    <a:lnTo>
                      <a:pt x="466" y="725"/>
                    </a:lnTo>
                    <a:cubicBezTo>
                      <a:pt x="396" y="28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42"/>
              <p:cNvSpPr/>
              <p:nvPr/>
            </p:nvSpPr>
            <p:spPr>
              <a:xfrm>
                <a:off x="5542033" y="3124687"/>
                <a:ext cx="252698" cy="873399"/>
              </a:xfrm>
              <a:custGeom>
                <a:rect b="b" l="l" r="r" t="t"/>
                <a:pathLst>
                  <a:path extrusionOk="0" h="3408" w="986">
                    <a:moveTo>
                      <a:pt x="246" y="0"/>
                    </a:moveTo>
                    <a:cubicBezTo>
                      <a:pt x="246" y="0"/>
                      <a:pt x="1" y="431"/>
                      <a:pt x="130" y="863"/>
                    </a:cubicBezTo>
                    <a:cubicBezTo>
                      <a:pt x="252" y="1301"/>
                      <a:pt x="202" y="1510"/>
                      <a:pt x="194" y="1639"/>
                    </a:cubicBezTo>
                    <a:cubicBezTo>
                      <a:pt x="194" y="1768"/>
                      <a:pt x="223" y="2018"/>
                      <a:pt x="346" y="2148"/>
                    </a:cubicBezTo>
                    <a:cubicBezTo>
                      <a:pt x="468" y="2277"/>
                      <a:pt x="489" y="2393"/>
                      <a:pt x="475" y="2565"/>
                    </a:cubicBezTo>
                    <a:cubicBezTo>
                      <a:pt x="461" y="2731"/>
                      <a:pt x="496" y="2953"/>
                      <a:pt x="641" y="3083"/>
                    </a:cubicBezTo>
                    <a:cubicBezTo>
                      <a:pt x="720" y="3155"/>
                      <a:pt x="763" y="3292"/>
                      <a:pt x="827" y="3407"/>
                    </a:cubicBezTo>
                    <a:lnTo>
                      <a:pt x="986" y="3407"/>
                    </a:lnTo>
                    <a:lnTo>
                      <a:pt x="892" y="2976"/>
                    </a:lnTo>
                    <a:lnTo>
                      <a:pt x="691" y="2034"/>
                    </a:lnTo>
                    <a:lnTo>
                      <a:pt x="684" y="2034"/>
                    </a:lnTo>
                    <a:lnTo>
                      <a:pt x="475" y="105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42"/>
              <p:cNvSpPr/>
              <p:nvPr/>
            </p:nvSpPr>
            <p:spPr>
              <a:xfrm>
                <a:off x="5698622" y="3813321"/>
                <a:ext cx="72273" cy="74065"/>
              </a:xfrm>
              <a:custGeom>
                <a:rect b="b" l="l" r="r" t="t"/>
                <a:pathLst>
                  <a:path extrusionOk="0" fill="none" h="289" w="282">
                    <a:moveTo>
                      <a:pt x="281" y="289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42"/>
              <p:cNvSpPr/>
              <p:nvPr/>
            </p:nvSpPr>
            <p:spPr>
              <a:xfrm>
                <a:off x="5763206" y="3769240"/>
                <a:ext cx="44337" cy="86879"/>
              </a:xfrm>
              <a:custGeom>
                <a:rect b="b" l="l" r="r" t="t"/>
                <a:pathLst>
                  <a:path extrusionOk="0" fill="none" h="339" w="173">
                    <a:moveTo>
                      <a:pt x="0" y="338"/>
                    </a:moveTo>
                    <a:lnTo>
                      <a:pt x="173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42"/>
              <p:cNvSpPr/>
              <p:nvPr/>
            </p:nvSpPr>
            <p:spPr>
              <a:xfrm>
                <a:off x="5656079" y="3284608"/>
                <a:ext cx="35111" cy="72271"/>
              </a:xfrm>
              <a:custGeom>
                <a:rect b="b" l="l" r="r" t="t"/>
                <a:pathLst>
                  <a:path extrusionOk="0" fill="none" h="282" w="137">
                    <a:moveTo>
                      <a:pt x="1" y="282"/>
                    </a:moveTo>
                    <a:lnTo>
                      <a:pt x="13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5770638" y="3505780"/>
                <a:ext cx="256" cy="1794"/>
              </a:xfrm>
              <a:custGeom>
                <a:rect b="b" l="l" r="r" t="t"/>
                <a:pathLst>
                  <a:path extrusionOk="0" fill="none" h="7" w="1">
                    <a:moveTo>
                      <a:pt x="0" y="0"/>
                    </a:moveTo>
                    <a:lnTo>
                      <a:pt x="0" y="7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5713230" y="3509112"/>
                <a:ext cx="57664" cy="113019"/>
              </a:xfrm>
              <a:custGeom>
                <a:rect b="b" l="l" r="r" t="t"/>
                <a:pathLst>
                  <a:path extrusionOk="0" fill="none" h="441" w="225">
                    <a:moveTo>
                      <a:pt x="224" y="1"/>
                    </a:moveTo>
                    <a:lnTo>
                      <a:pt x="0" y="44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42"/>
              <p:cNvSpPr/>
              <p:nvPr/>
            </p:nvSpPr>
            <p:spPr>
              <a:xfrm>
                <a:off x="5625540" y="3551655"/>
                <a:ext cx="90469" cy="94311"/>
              </a:xfrm>
              <a:custGeom>
                <a:rect b="b" l="l" r="r" t="t"/>
                <a:pathLst>
                  <a:path extrusionOk="0" fill="none" h="368" w="353">
                    <a:moveTo>
                      <a:pt x="353" y="368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42"/>
              <p:cNvSpPr/>
              <p:nvPr/>
            </p:nvSpPr>
            <p:spPr>
              <a:xfrm>
                <a:off x="5608410" y="3338171"/>
                <a:ext cx="55358" cy="57150"/>
              </a:xfrm>
              <a:custGeom>
                <a:rect b="b" l="l" r="r" t="t"/>
                <a:pathLst>
                  <a:path extrusionOk="0" fill="none" h="223" w="216">
                    <a:moveTo>
                      <a:pt x="216" y="223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42"/>
              <p:cNvSpPr/>
              <p:nvPr/>
            </p:nvSpPr>
            <p:spPr>
              <a:xfrm>
                <a:off x="5895704" y="3246165"/>
                <a:ext cx="221431" cy="751923"/>
              </a:xfrm>
              <a:custGeom>
                <a:rect b="b" l="l" r="r" t="t"/>
                <a:pathLst>
                  <a:path extrusionOk="0" h="2934" w="864">
                    <a:moveTo>
                      <a:pt x="863" y="0"/>
                    </a:moveTo>
                    <a:lnTo>
                      <a:pt x="863" y="0"/>
                    </a:lnTo>
                    <a:cubicBezTo>
                      <a:pt x="863" y="1"/>
                      <a:pt x="684" y="130"/>
                      <a:pt x="561" y="345"/>
                    </a:cubicBezTo>
                    <a:cubicBezTo>
                      <a:pt x="511" y="432"/>
                      <a:pt x="475" y="532"/>
                      <a:pt x="461" y="639"/>
                    </a:cubicBezTo>
                    <a:cubicBezTo>
                      <a:pt x="403" y="1027"/>
                      <a:pt x="289" y="1172"/>
                      <a:pt x="237" y="1272"/>
                    </a:cubicBezTo>
                    <a:cubicBezTo>
                      <a:pt x="187" y="1372"/>
                      <a:pt x="130" y="1560"/>
                      <a:pt x="166" y="1703"/>
                    </a:cubicBezTo>
                    <a:cubicBezTo>
                      <a:pt x="166" y="1717"/>
                      <a:pt x="166" y="1726"/>
                      <a:pt x="173" y="1732"/>
                    </a:cubicBezTo>
                    <a:cubicBezTo>
                      <a:pt x="216" y="1876"/>
                      <a:pt x="203" y="1969"/>
                      <a:pt x="123" y="2098"/>
                    </a:cubicBezTo>
                    <a:cubicBezTo>
                      <a:pt x="51" y="2228"/>
                      <a:pt x="1" y="2416"/>
                      <a:pt x="65" y="2566"/>
                    </a:cubicBezTo>
                    <a:cubicBezTo>
                      <a:pt x="108" y="2666"/>
                      <a:pt x="87" y="2811"/>
                      <a:pt x="101" y="2933"/>
                    </a:cubicBezTo>
                    <a:lnTo>
                      <a:pt x="223" y="2933"/>
                    </a:lnTo>
                    <a:lnTo>
                      <a:pt x="303" y="2580"/>
                    </a:lnTo>
                    <a:lnTo>
                      <a:pt x="403" y="2114"/>
                    </a:lnTo>
                    <a:lnTo>
                      <a:pt x="461" y="1846"/>
                    </a:lnTo>
                    <a:lnTo>
                      <a:pt x="482" y="1760"/>
                    </a:lnTo>
                    <a:lnTo>
                      <a:pt x="668" y="913"/>
                    </a:lnTo>
                    <a:lnTo>
                      <a:pt x="86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42"/>
              <p:cNvSpPr/>
              <p:nvPr/>
            </p:nvSpPr>
            <p:spPr>
              <a:xfrm>
                <a:off x="5952856" y="3246165"/>
                <a:ext cx="219381" cy="751923"/>
              </a:xfrm>
              <a:custGeom>
                <a:rect b="b" l="l" r="r" t="t"/>
                <a:pathLst>
                  <a:path extrusionOk="0" h="2934" w="856">
                    <a:moveTo>
                      <a:pt x="640" y="0"/>
                    </a:moveTo>
                    <a:lnTo>
                      <a:pt x="445" y="913"/>
                    </a:lnTo>
                    <a:lnTo>
                      <a:pt x="259" y="1760"/>
                    </a:lnTo>
                    <a:lnTo>
                      <a:pt x="238" y="1846"/>
                    </a:lnTo>
                    <a:lnTo>
                      <a:pt x="180" y="2114"/>
                    </a:lnTo>
                    <a:lnTo>
                      <a:pt x="80" y="2580"/>
                    </a:lnTo>
                    <a:lnTo>
                      <a:pt x="0" y="2933"/>
                    </a:lnTo>
                    <a:lnTo>
                      <a:pt x="143" y="2933"/>
                    </a:lnTo>
                    <a:cubicBezTo>
                      <a:pt x="195" y="2838"/>
                      <a:pt x="238" y="2724"/>
                      <a:pt x="302" y="2666"/>
                    </a:cubicBezTo>
                    <a:cubicBezTo>
                      <a:pt x="425" y="2559"/>
                      <a:pt x="461" y="2364"/>
                      <a:pt x="445" y="2221"/>
                    </a:cubicBezTo>
                    <a:cubicBezTo>
                      <a:pt x="425" y="2071"/>
                      <a:pt x="445" y="1976"/>
                      <a:pt x="554" y="1862"/>
                    </a:cubicBezTo>
                    <a:cubicBezTo>
                      <a:pt x="661" y="1746"/>
                      <a:pt x="690" y="1531"/>
                      <a:pt x="683" y="1415"/>
                    </a:cubicBezTo>
                    <a:cubicBezTo>
                      <a:pt x="676" y="1308"/>
                      <a:pt x="633" y="1122"/>
                      <a:pt x="740" y="747"/>
                    </a:cubicBezTo>
                    <a:cubicBezTo>
                      <a:pt x="856" y="373"/>
                      <a:pt x="640" y="0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42"/>
              <p:cNvSpPr/>
              <p:nvPr/>
            </p:nvSpPr>
            <p:spPr>
              <a:xfrm>
                <a:off x="5973102" y="3843050"/>
                <a:ext cx="63046" cy="64326"/>
              </a:xfrm>
              <a:custGeom>
                <a:rect b="b" l="l" r="r" t="t"/>
                <a:pathLst>
                  <a:path extrusionOk="0" fill="none" h="251" w="246">
                    <a:moveTo>
                      <a:pt x="1" y="251"/>
                    </a:moveTo>
                    <a:lnTo>
                      <a:pt x="246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5941835" y="3804094"/>
                <a:ext cx="36905" cy="75859"/>
              </a:xfrm>
              <a:custGeom>
                <a:rect b="b" l="l" r="r" t="t"/>
                <a:pathLst>
                  <a:path extrusionOk="0" fill="none" h="296" w="144">
                    <a:moveTo>
                      <a:pt x="143" y="29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6041274" y="3384046"/>
                <a:ext cx="31523" cy="63045"/>
              </a:xfrm>
              <a:custGeom>
                <a:rect b="b" l="l" r="r" t="t"/>
                <a:pathLst>
                  <a:path extrusionOk="0" fill="none" h="246" w="123">
                    <a:moveTo>
                      <a:pt x="123" y="24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42"/>
              <p:cNvSpPr/>
              <p:nvPr/>
            </p:nvSpPr>
            <p:spPr>
              <a:xfrm>
                <a:off x="5973102" y="3575490"/>
                <a:ext cx="35111" cy="70477"/>
              </a:xfrm>
              <a:custGeom>
                <a:rect b="b" l="l" r="r" t="t"/>
                <a:pathLst>
                  <a:path extrusionOk="0" fill="none" h="275" w="137">
                    <a:moveTo>
                      <a:pt x="137" y="2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2"/>
              <p:cNvSpPr/>
              <p:nvPr/>
            </p:nvSpPr>
            <p:spPr>
              <a:xfrm>
                <a:off x="6007957" y="3645711"/>
                <a:ext cx="14865" cy="29472"/>
              </a:xfrm>
              <a:custGeom>
                <a:rect b="b" l="l" r="r" t="t"/>
                <a:pathLst>
                  <a:path extrusionOk="0" fill="none" h="115" w="58">
                    <a:moveTo>
                      <a:pt x="58" y="1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42"/>
              <p:cNvSpPr/>
              <p:nvPr/>
            </p:nvSpPr>
            <p:spPr>
              <a:xfrm>
                <a:off x="6018977" y="3616239"/>
                <a:ext cx="77655" cy="81240"/>
              </a:xfrm>
              <a:custGeom>
                <a:rect b="b" l="l" r="r" t="t"/>
                <a:pathLst>
                  <a:path extrusionOk="0" fill="none" h="317" w="303">
                    <a:moveTo>
                      <a:pt x="303" y="0"/>
                    </a:moveTo>
                    <a:lnTo>
                      <a:pt x="1" y="31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42"/>
              <p:cNvSpPr/>
              <p:nvPr/>
            </p:nvSpPr>
            <p:spPr>
              <a:xfrm>
                <a:off x="6066431" y="3430177"/>
                <a:ext cx="50232" cy="50231"/>
              </a:xfrm>
              <a:custGeom>
                <a:rect b="b" l="l" r="r" t="t"/>
                <a:pathLst>
                  <a:path extrusionOk="0" fill="none" h="196" w="196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42"/>
              <p:cNvSpPr/>
              <p:nvPr/>
            </p:nvSpPr>
            <p:spPr>
              <a:xfrm>
                <a:off x="5726301" y="3997845"/>
                <a:ext cx="309850" cy="869299"/>
              </a:xfrm>
              <a:custGeom>
                <a:rect b="b" l="l" r="r" t="t"/>
                <a:pathLst>
                  <a:path extrusionOk="0" h="3392" w="1209">
                    <a:moveTo>
                      <a:pt x="1" y="0"/>
                    </a:moveTo>
                    <a:lnTo>
                      <a:pt x="1" y="3392"/>
                    </a:lnTo>
                    <a:lnTo>
                      <a:pt x="1209" y="3392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42"/>
              <p:cNvSpPr/>
              <p:nvPr/>
            </p:nvSpPr>
            <p:spPr>
              <a:xfrm>
                <a:off x="6444921" y="2790750"/>
                <a:ext cx="383148" cy="418504"/>
              </a:xfrm>
              <a:custGeom>
                <a:rect b="b" l="l" r="r" t="t"/>
                <a:pathLst>
                  <a:path extrusionOk="0" fill="none" h="1633" w="1495">
                    <a:moveTo>
                      <a:pt x="1006" y="202"/>
                    </a:moveTo>
                    <a:cubicBezTo>
                      <a:pt x="1049" y="275"/>
                      <a:pt x="1149" y="447"/>
                      <a:pt x="1251" y="613"/>
                    </a:cubicBezTo>
                    <a:lnTo>
                      <a:pt x="1251" y="620"/>
                    </a:lnTo>
                    <a:lnTo>
                      <a:pt x="1251" y="620"/>
                    </a:lnTo>
                    <a:cubicBezTo>
                      <a:pt x="1372" y="836"/>
                      <a:pt x="1494" y="1044"/>
                      <a:pt x="1494" y="1044"/>
                    </a:cubicBezTo>
                    <a:lnTo>
                      <a:pt x="1444" y="1072"/>
                    </a:lnTo>
                    <a:lnTo>
                      <a:pt x="1351" y="1131"/>
                    </a:lnTo>
                    <a:lnTo>
                      <a:pt x="1351" y="1131"/>
                    </a:lnTo>
                    <a:lnTo>
                      <a:pt x="1113" y="1267"/>
                    </a:lnTo>
                    <a:lnTo>
                      <a:pt x="733" y="1496"/>
                    </a:lnTo>
                    <a:lnTo>
                      <a:pt x="632" y="1553"/>
                    </a:lnTo>
                    <a:lnTo>
                      <a:pt x="502" y="1633"/>
                    </a:lnTo>
                    <a:cubicBezTo>
                      <a:pt x="502" y="1633"/>
                      <a:pt x="488" y="1605"/>
                      <a:pt x="466" y="1553"/>
                    </a:cubicBezTo>
                    <a:cubicBezTo>
                      <a:pt x="395" y="1424"/>
                      <a:pt x="244" y="1137"/>
                      <a:pt x="150" y="863"/>
                    </a:cubicBezTo>
                    <a:lnTo>
                      <a:pt x="150" y="856"/>
                    </a:lnTo>
                    <a:cubicBezTo>
                      <a:pt x="43" y="547"/>
                      <a:pt x="0" y="389"/>
                      <a:pt x="28" y="146"/>
                    </a:cubicBezTo>
                    <a:lnTo>
                      <a:pt x="28" y="139"/>
                    </a:lnTo>
                    <a:cubicBezTo>
                      <a:pt x="28" y="95"/>
                      <a:pt x="35" y="52"/>
                      <a:pt x="5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42"/>
              <p:cNvSpPr/>
              <p:nvPr/>
            </p:nvSpPr>
            <p:spPr>
              <a:xfrm>
                <a:off x="6702742" y="2842519"/>
                <a:ext cx="125324" cy="222963"/>
              </a:xfrm>
              <a:custGeom>
                <a:rect b="b" l="l" r="r" t="t"/>
                <a:pathLst>
                  <a:path extrusionOk="0" fill="none" h="870" w="489">
                    <a:moveTo>
                      <a:pt x="0" y="0"/>
                    </a:moveTo>
                    <a:cubicBezTo>
                      <a:pt x="43" y="73"/>
                      <a:pt x="143" y="245"/>
                      <a:pt x="245" y="411"/>
                    </a:cubicBezTo>
                    <a:lnTo>
                      <a:pt x="245" y="418"/>
                    </a:lnTo>
                    <a:lnTo>
                      <a:pt x="245" y="418"/>
                    </a:lnTo>
                    <a:cubicBezTo>
                      <a:pt x="366" y="634"/>
                      <a:pt x="488" y="842"/>
                      <a:pt x="488" y="842"/>
                    </a:cubicBezTo>
                    <a:lnTo>
                      <a:pt x="438" y="87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42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rect b="b" l="l" r="r" t="t"/>
                <a:pathLst>
                  <a:path extrusionOk="0" h="139" w="24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42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rect b="b" l="l" r="r" t="t"/>
                <a:pathLst>
                  <a:path extrusionOk="0" fill="none" h="139" w="24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42"/>
              <p:cNvSpPr/>
              <p:nvPr/>
            </p:nvSpPr>
            <p:spPr>
              <a:xfrm>
                <a:off x="7975448" y="4763876"/>
                <a:ext cx="35111" cy="103281"/>
              </a:xfrm>
              <a:custGeom>
                <a:rect b="b" l="l" r="r" t="t"/>
                <a:pathLst>
                  <a:path extrusionOk="0" fill="none" h="403" w="137">
                    <a:moveTo>
                      <a:pt x="1" y="21"/>
                    </a:moveTo>
                    <a:cubicBezTo>
                      <a:pt x="1" y="21"/>
                      <a:pt x="137" y="1"/>
                      <a:pt x="137" y="40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7" name="Google Shape;1457;p42"/>
            <p:cNvGrpSpPr/>
            <p:nvPr/>
          </p:nvGrpSpPr>
          <p:grpSpPr>
            <a:xfrm>
              <a:off x="5859987" y="708191"/>
              <a:ext cx="2475465" cy="1299135"/>
              <a:chOff x="5859987" y="708191"/>
              <a:chExt cx="2475465" cy="1299135"/>
            </a:xfrm>
          </p:grpSpPr>
          <p:grpSp>
            <p:nvGrpSpPr>
              <p:cNvPr id="1458" name="Google Shape;1458;p42"/>
              <p:cNvGrpSpPr/>
              <p:nvPr/>
            </p:nvGrpSpPr>
            <p:grpSpPr>
              <a:xfrm>
                <a:off x="5859987" y="708191"/>
                <a:ext cx="2475465" cy="1299135"/>
                <a:chOff x="5859987" y="708191"/>
                <a:chExt cx="2475465" cy="1299135"/>
              </a:xfrm>
            </p:grpSpPr>
            <p:sp>
              <p:nvSpPr>
                <p:cNvPr id="1459" name="Google Shape;1459;p42"/>
                <p:cNvSpPr/>
                <p:nvPr/>
              </p:nvSpPr>
              <p:spPr>
                <a:xfrm>
                  <a:off x="7351415" y="1448942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42"/>
                <p:cNvSpPr/>
                <p:nvPr/>
              </p:nvSpPr>
              <p:spPr>
                <a:xfrm>
                  <a:off x="5859987" y="190797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461" name="Google Shape;1461;p42"/>
                <p:cNvGrpSpPr/>
                <p:nvPr/>
              </p:nvGrpSpPr>
              <p:grpSpPr>
                <a:xfrm>
                  <a:off x="8221303" y="1365235"/>
                  <a:ext cx="114150" cy="114196"/>
                  <a:chOff x="-736313" y="4136737"/>
                  <a:chExt cx="38359" cy="38359"/>
                </a:xfrm>
              </p:grpSpPr>
              <p:sp>
                <p:nvSpPr>
                  <p:cNvPr id="1462" name="Google Shape;1462;p42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3" name="Google Shape;1463;p42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464" name="Google Shape;1464;p42"/>
                <p:cNvSpPr/>
                <p:nvPr/>
              </p:nvSpPr>
              <p:spPr>
                <a:xfrm>
                  <a:off x="7381497" y="708191"/>
                  <a:ext cx="105061" cy="99348"/>
                </a:xfrm>
                <a:custGeom>
                  <a:rect b="b" l="l" r="r" t="t"/>
                  <a:pathLst>
                    <a:path extrusionOk="0" h="626" w="662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65" name="Google Shape;1465;p42"/>
              <p:cNvSpPr/>
              <p:nvPr/>
            </p:nvSpPr>
            <p:spPr>
              <a:xfrm>
                <a:off x="6521290" y="117877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42"/>
              <p:cNvSpPr/>
              <p:nvPr/>
            </p:nvSpPr>
            <p:spPr>
              <a:xfrm>
                <a:off x="7635190" y="19523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3"/>
          <p:cNvSpPr txBox="1"/>
          <p:nvPr>
            <p:ph type="title"/>
          </p:nvPr>
        </p:nvSpPr>
        <p:spPr>
          <a:xfrm>
            <a:off x="720000" y="521225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cena: como um ataque começa</a:t>
            </a:r>
            <a:endParaRPr/>
          </a:p>
        </p:txBody>
      </p:sp>
      <p:sp>
        <p:nvSpPr>
          <p:cNvPr id="1472" name="Google Shape;1472;p43"/>
          <p:cNvSpPr txBox="1"/>
          <p:nvPr>
            <p:ph idx="1" type="subTitle"/>
          </p:nvPr>
        </p:nvSpPr>
        <p:spPr>
          <a:xfrm>
            <a:off x="4144219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21 segundos — o tempo mediano até alguém clicar num link malicioso — as credenciais da empresa estão na mão de um atacante. E ninguém percebeu nada de errado.</a:t>
            </a:r>
            <a:endParaRPr/>
          </a:p>
        </p:txBody>
      </p:sp>
      <p:sp>
        <p:nvSpPr>
          <p:cNvPr id="1473" name="Google Shape;1473;p43"/>
          <p:cNvSpPr txBox="1"/>
          <p:nvPr>
            <p:ph idx="2" type="subTitle"/>
          </p:nvPr>
        </p:nvSpPr>
        <p:spPr>
          <a:xfrm>
            <a:off x="726825" y="1675150"/>
            <a:ext cx="30102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09h37, uma terça comum. Um colega recebe um e-mail “do RH”: “atualize seus dados até hoje”. O link parece legítimo. Ele clica e digita usuário e senha numa página idêntica à interna.</a:t>
            </a:r>
            <a:endParaRPr/>
          </a:p>
        </p:txBody>
      </p:sp>
      <p:sp>
        <p:nvSpPr>
          <p:cNvPr id="1474" name="Google Shape;1474;p43"/>
          <p:cNvSpPr/>
          <p:nvPr/>
        </p:nvSpPr>
        <p:spPr>
          <a:xfrm>
            <a:off x="7466210" y="3402035"/>
            <a:ext cx="105061" cy="100776"/>
          </a:xfrm>
          <a:custGeom>
            <a:rect b="b" l="l" r="r" t="t"/>
            <a:pathLst>
              <a:path extrusionOk="0" h="635" w="662">
                <a:moveTo>
                  <a:pt x="662" y="1"/>
                </a:moveTo>
                <a:lnTo>
                  <a:pt x="1" y="110"/>
                </a:lnTo>
                <a:lnTo>
                  <a:pt x="425" y="634"/>
                </a:lnTo>
                <a:lnTo>
                  <a:pt x="662" y="1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5" name="Google Shape;1475;p43"/>
          <p:cNvGrpSpPr/>
          <p:nvPr/>
        </p:nvGrpSpPr>
        <p:grpSpPr>
          <a:xfrm>
            <a:off x="7465982" y="2633329"/>
            <a:ext cx="1215611" cy="2327215"/>
            <a:chOff x="7465982" y="2633329"/>
            <a:chExt cx="1215611" cy="2327215"/>
          </a:xfrm>
        </p:grpSpPr>
        <p:grpSp>
          <p:nvGrpSpPr>
            <p:cNvPr id="1476" name="Google Shape;1476;p43"/>
            <p:cNvGrpSpPr/>
            <p:nvPr/>
          </p:nvGrpSpPr>
          <p:grpSpPr>
            <a:xfrm>
              <a:off x="7811976" y="3402036"/>
              <a:ext cx="869617" cy="1442077"/>
              <a:chOff x="12574044" y="6091008"/>
              <a:chExt cx="1030597" cy="1709027"/>
            </a:xfrm>
          </p:grpSpPr>
          <p:sp>
            <p:nvSpPr>
              <p:cNvPr id="1477" name="Google Shape;1477;p43"/>
              <p:cNvSpPr/>
              <p:nvPr/>
            </p:nvSpPr>
            <p:spPr>
              <a:xfrm>
                <a:off x="12954810" y="6716486"/>
                <a:ext cx="172882" cy="440115"/>
              </a:xfrm>
              <a:custGeom>
                <a:rect b="b" l="l" r="r" t="t"/>
                <a:pathLst>
                  <a:path extrusionOk="0" h="1446" w="568">
                    <a:moveTo>
                      <a:pt x="0" y="0"/>
                    </a:moveTo>
                    <a:lnTo>
                      <a:pt x="0" y="123"/>
                    </a:lnTo>
                    <a:lnTo>
                      <a:pt x="0" y="354"/>
                    </a:lnTo>
                    <a:cubicBezTo>
                      <a:pt x="100" y="597"/>
                      <a:pt x="157" y="813"/>
                      <a:pt x="194" y="992"/>
                    </a:cubicBezTo>
                    <a:cubicBezTo>
                      <a:pt x="201" y="1029"/>
                      <a:pt x="209" y="1058"/>
                      <a:pt x="216" y="1094"/>
                    </a:cubicBezTo>
                    <a:lnTo>
                      <a:pt x="568" y="1446"/>
                    </a:lnTo>
                    <a:lnTo>
                      <a:pt x="568" y="5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43"/>
              <p:cNvSpPr/>
              <p:nvPr/>
            </p:nvSpPr>
            <p:spPr>
              <a:xfrm>
                <a:off x="12954810" y="6469643"/>
                <a:ext cx="172882" cy="420332"/>
              </a:xfrm>
              <a:custGeom>
                <a:rect b="b" l="l" r="r" t="t"/>
                <a:pathLst>
                  <a:path extrusionOk="0" h="1381" w="568">
                    <a:moveTo>
                      <a:pt x="64" y="1"/>
                    </a:moveTo>
                    <a:cubicBezTo>
                      <a:pt x="28" y="259"/>
                      <a:pt x="7" y="539"/>
                      <a:pt x="0" y="811"/>
                    </a:cubicBezTo>
                    <a:lnTo>
                      <a:pt x="568" y="1381"/>
                    </a:lnTo>
                    <a:lnTo>
                      <a:pt x="568" y="503"/>
                    </a:ln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43"/>
              <p:cNvSpPr/>
              <p:nvPr/>
            </p:nvSpPr>
            <p:spPr>
              <a:xfrm>
                <a:off x="12974290" y="6248671"/>
                <a:ext cx="153402" cy="374068"/>
              </a:xfrm>
              <a:custGeom>
                <a:rect b="b" l="l" r="r" t="t"/>
                <a:pathLst>
                  <a:path extrusionOk="0" h="1229" w="504">
                    <a:moveTo>
                      <a:pt x="152" y="0"/>
                    </a:moveTo>
                    <a:cubicBezTo>
                      <a:pt x="87" y="200"/>
                      <a:pt x="36" y="452"/>
                      <a:pt x="0" y="727"/>
                    </a:cubicBezTo>
                    <a:lnTo>
                      <a:pt x="504" y="1229"/>
                    </a:lnTo>
                    <a:lnTo>
                      <a:pt x="504" y="352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43"/>
              <p:cNvSpPr/>
              <p:nvPr/>
            </p:nvSpPr>
            <p:spPr>
              <a:xfrm>
                <a:off x="13020554" y="6091008"/>
                <a:ext cx="107138" cy="265104"/>
              </a:xfrm>
              <a:custGeom>
                <a:rect b="b" l="l" r="r" t="t"/>
                <a:pathLst>
                  <a:path extrusionOk="0" h="871" w="352">
                    <a:moveTo>
                      <a:pt x="352" y="1"/>
                    </a:moveTo>
                    <a:cubicBezTo>
                      <a:pt x="216" y="1"/>
                      <a:pt x="93" y="201"/>
                      <a:pt x="0" y="518"/>
                    </a:cubicBezTo>
                    <a:lnTo>
                      <a:pt x="352" y="870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43"/>
              <p:cNvSpPr/>
              <p:nvPr/>
            </p:nvSpPr>
            <p:spPr>
              <a:xfrm>
                <a:off x="13127387" y="6091008"/>
                <a:ext cx="107443" cy="265104"/>
              </a:xfrm>
              <a:custGeom>
                <a:rect b="b" l="l" r="r" t="t"/>
                <a:pathLst>
                  <a:path extrusionOk="0" h="871" w="353">
                    <a:moveTo>
                      <a:pt x="1" y="1"/>
                    </a:moveTo>
                    <a:lnTo>
                      <a:pt x="1" y="870"/>
                    </a:lnTo>
                    <a:lnTo>
                      <a:pt x="353" y="518"/>
                    </a:lnTo>
                    <a:cubicBezTo>
                      <a:pt x="253" y="201"/>
                      <a:pt x="130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43"/>
              <p:cNvSpPr/>
              <p:nvPr/>
            </p:nvSpPr>
            <p:spPr>
              <a:xfrm>
                <a:off x="13127387" y="6248671"/>
                <a:ext cx="153707" cy="374068"/>
              </a:xfrm>
              <a:custGeom>
                <a:rect b="b" l="l" r="r" t="t"/>
                <a:pathLst>
                  <a:path extrusionOk="0" h="1229" w="505">
                    <a:moveTo>
                      <a:pt x="353" y="0"/>
                    </a:moveTo>
                    <a:lnTo>
                      <a:pt x="1" y="352"/>
                    </a:lnTo>
                    <a:lnTo>
                      <a:pt x="1" y="1229"/>
                    </a:lnTo>
                    <a:lnTo>
                      <a:pt x="505" y="727"/>
                    </a:lnTo>
                    <a:cubicBezTo>
                      <a:pt x="468" y="452"/>
                      <a:pt x="418" y="200"/>
                      <a:pt x="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43"/>
              <p:cNvSpPr/>
              <p:nvPr/>
            </p:nvSpPr>
            <p:spPr>
              <a:xfrm>
                <a:off x="13127387" y="6469643"/>
                <a:ext cx="173187" cy="420332"/>
              </a:xfrm>
              <a:custGeom>
                <a:rect b="b" l="l" r="r" t="t"/>
                <a:pathLst>
                  <a:path extrusionOk="0" h="1381" w="569">
                    <a:moveTo>
                      <a:pt x="505" y="1"/>
                    </a:moveTo>
                    <a:lnTo>
                      <a:pt x="1" y="503"/>
                    </a:lnTo>
                    <a:lnTo>
                      <a:pt x="1" y="1381"/>
                    </a:lnTo>
                    <a:lnTo>
                      <a:pt x="569" y="811"/>
                    </a:lnTo>
                    <a:cubicBezTo>
                      <a:pt x="562" y="539"/>
                      <a:pt x="539" y="259"/>
                      <a:pt x="5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3"/>
              <p:cNvSpPr/>
              <p:nvPr/>
            </p:nvSpPr>
            <p:spPr>
              <a:xfrm>
                <a:off x="13127387" y="6716486"/>
                <a:ext cx="173187" cy="440115"/>
              </a:xfrm>
              <a:custGeom>
                <a:rect b="b" l="l" r="r" t="t"/>
                <a:pathLst>
                  <a:path extrusionOk="0" h="1446" w="569">
                    <a:moveTo>
                      <a:pt x="569" y="0"/>
                    </a:moveTo>
                    <a:lnTo>
                      <a:pt x="1" y="570"/>
                    </a:lnTo>
                    <a:lnTo>
                      <a:pt x="1" y="1446"/>
                    </a:lnTo>
                    <a:lnTo>
                      <a:pt x="260" y="1187"/>
                    </a:lnTo>
                    <a:cubicBezTo>
                      <a:pt x="260" y="1165"/>
                      <a:pt x="267" y="1137"/>
                      <a:pt x="274" y="1115"/>
                    </a:cubicBezTo>
                    <a:cubicBezTo>
                      <a:pt x="303" y="949"/>
                      <a:pt x="360" y="763"/>
                      <a:pt x="439" y="554"/>
                    </a:cubicBezTo>
                    <a:cubicBezTo>
                      <a:pt x="453" y="527"/>
                      <a:pt x="462" y="497"/>
                      <a:pt x="475" y="468"/>
                    </a:cubicBezTo>
                    <a:cubicBezTo>
                      <a:pt x="505" y="404"/>
                      <a:pt x="532" y="332"/>
                      <a:pt x="569" y="268"/>
                    </a:cubicBezTo>
                    <a:lnTo>
                      <a:pt x="569" y="123"/>
                    </a:ln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43"/>
              <p:cNvSpPr/>
              <p:nvPr/>
            </p:nvSpPr>
            <p:spPr>
              <a:xfrm>
                <a:off x="13127387" y="7077771"/>
                <a:ext cx="79136" cy="90093"/>
              </a:xfrm>
              <a:custGeom>
                <a:rect b="b" l="l" r="r" t="t"/>
                <a:pathLst>
                  <a:path extrusionOk="0" h="296" w="260">
                    <a:moveTo>
                      <a:pt x="260" y="0"/>
                    </a:moveTo>
                    <a:lnTo>
                      <a:pt x="1" y="259"/>
                    </a:lnTo>
                    <a:lnTo>
                      <a:pt x="1" y="295"/>
                    </a:lnTo>
                    <a:lnTo>
                      <a:pt x="246" y="295"/>
                    </a:lnTo>
                    <a:cubicBezTo>
                      <a:pt x="237" y="216"/>
                      <a:pt x="237" y="116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43"/>
              <p:cNvSpPr/>
              <p:nvPr/>
            </p:nvSpPr>
            <p:spPr>
              <a:xfrm>
                <a:off x="13199522" y="7055552"/>
                <a:ext cx="59657" cy="112312"/>
              </a:xfrm>
              <a:custGeom>
                <a:rect b="b" l="l" r="r" t="t"/>
                <a:pathLst>
                  <a:path extrusionOk="0" h="369" w="196">
                    <a:moveTo>
                      <a:pt x="37" y="1"/>
                    </a:moveTo>
                    <a:cubicBezTo>
                      <a:pt x="30" y="23"/>
                      <a:pt x="23" y="51"/>
                      <a:pt x="23" y="73"/>
                    </a:cubicBezTo>
                    <a:cubicBezTo>
                      <a:pt x="0" y="189"/>
                      <a:pt x="0" y="289"/>
                      <a:pt x="9" y="368"/>
                    </a:cubicBezTo>
                    <a:lnTo>
                      <a:pt x="195" y="368"/>
                    </a:lnTo>
                    <a:lnTo>
                      <a:pt x="138" y="246"/>
                    </a:lnTo>
                    <a:lnTo>
                      <a:pt x="52" y="44"/>
                    </a:lnTo>
                    <a:lnTo>
                      <a:pt x="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3"/>
              <p:cNvSpPr/>
              <p:nvPr/>
            </p:nvSpPr>
            <p:spPr>
              <a:xfrm>
                <a:off x="12860760" y="6791056"/>
                <a:ext cx="153098" cy="376807"/>
              </a:xfrm>
              <a:custGeom>
                <a:rect b="b" l="l" r="r" t="t"/>
                <a:pathLst>
                  <a:path extrusionOk="0" h="1238" w="503">
                    <a:moveTo>
                      <a:pt x="266" y="0"/>
                    </a:moveTo>
                    <a:lnTo>
                      <a:pt x="1" y="611"/>
                    </a:lnTo>
                    <a:lnTo>
                      <a:pt x="251" y="1237"/>
                    </a:lnTo>
                    <a:lnTo>
                      <a:pt x="294" y="1237"/>
                    </a:lnTo>
                    <a:lnTo>
                      <a:pt x="432" y="928"/>
                    </a:lnTo>
                    <a:lnTo>
                      <a:pt x="482" y="806"/>
                    </a:lnTo>
                    <a:lnTo>
                      <a:pt x="503" y="747"/>
                    </a:lnTo>
                    <a:cubicBezTo>
                      <a:pt x="466" y="568"/>
                      <a:pt x="409" y="352"/>
                      <a:pt x="309" y="109"/>
                    </a:cubicBezTo>
                    <a:cubicBezTo>
                      <a:pt x="309" y="109"/>
                      <a:pt x="309" y="100"/>
                      <a:pt x="303" y="93"/>
                    </a:cubicBezTo>
                    <a:cubicBezTo>
                      <a:pt x="294" y="57"/>
                      <a:pt x="280" y="30"/>
                      <a:pt x="2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43"/>
              <p:cNvSpPr/>
              <p:nvPr/>
            </p:nvSpPr>
            <p:spPr>
              <a:xfrm>
                <a:off x="13020554" y="7049465"/>
                <a:ext cx="107138" cy="118399"/>
              </a:xfrm>
              <a:custGeom>
                <a:rect b="b" l="l" r="r" t="t"/>
                <a:pathLst>
                  <a:path extrusionOk="0" h="389" w="352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129"/>
                      <a:pt x="21" y="243"/>
                      <a:pt x="7" y="338"/>
                    </a:cubicBezTo>
                    <a:cubicBezTo>
                      <a:pt x="14" y="352"/>
                      <a:pt x="28" y="373"/>
                      <a:pt x="36" y="388"/>
                    </a:cubicBezTo>
                    <a:lnTo>
                      <a:pt x="352" y="388"/>
                    </a:lnTo>
                    <a:lnTo>
                      <a:pt x="352" y="3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43"/>
              <p:cNvSpPr/>
              <p:nvPr/>
            </p:nvSpPr>
            <p:spPr>
              <a:xfrm>
                <a:off x="12650745" y="7167560"/>
                <a:ext cx="953896" cy="632476"/>
              </a:xfrm>
              <a:custGeom>
                <a:rect b="b" l="l" r="r" t="t"/>
                <a:pathLst>
                  <a:path extrusionOk="0" h="2078" w="3134">
                    <a:moveTo>
                      <a:pt x="509" y="0"/>
                    </a:moveTo>
                    <a:lnTo>
                      <a:pt x="1" y="2077"/>
                    </a:lnTo>
                    <a:lnTo>
                      <a:pt x="3133" y="2077"/>
                    </a:lnTo>
                    <a:lnTo>
                      <a:pt x="261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3"/>
              <p:cNvSpPr/>
              <p:nvPr/>
            </p:nvSpPr>
            <p:spPr>
              <a:xfrm>
                <a:off x="12777363" y="6605087"/>
                <a:ext cx="164664" cy="371937"/>
              </a:xfrm>
              <a:custGeom>
                <a:rect b="b" l="l" r="r" t="t"/>
                <a:pathLst>
                  <a:path extrusionOk="0" h="1222" w="541">
                    <a:moveTo>
                      <a:pt x="238" y="1"/>
                    </a:moveTo>
                    <a:lnTo>
                      <a:pt x="0" y="547"/>
                    </a:lnTo>
                    <a:lnTo>
                      <a:pt x="275" y="1222"/>
                    </a:lnTo>
                    <a:lnTo>
                      <a:pt x="540" y="611"/>
                    </a:lnTo>
                    <a:cubicBezTo>
                      <a:pt x="454" y="396"/>
                      <a:pt x="345" y="187"/>
                      <a:pt x="2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43"/>
              <p:cNvSpPr/>
              <p:nvPr/>
            </p:nvSpPr>
            <p:spPr>
              <a:xfrm>
                <a:off x="12696401" y="6447728"/>
                <a:ext cx="153707" cy="324151"/>
              </a:xfrm>
              <a:custGeom>
                <a:rect b="b" l="l" r="r" t="t"/>
                <a:pathLst>
                  <a:path extrusionOk="0" h="1065" w="505">
                    <a:moveTo>
                      <a:pt x="166" y="0"/>
                    </a:moveTo>
                    <a:lnTo>
                      <a:pt x="1" y="381"/>
                    </a:lnTo>
                    <a:lnTo>
                      <a:pt x="266" y="1064"/>
                    </a:lnTo>
                    <a:lnTo>
                      <a:pt x="504" y="518"/>
                    </a:lnTo>
                    <a:cubicBezTo>
                      <a:pt x="396" y="316"/>
                      <a:pt x="273" y="136"/>
                      <a:pt x="1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43"/>
              <p:cNvSpPr/>
              <p:nvPr/>
            </p:nvSpPr>
            <p:spPr>
              <a:xfrm>
                <a:off x="12613612" y="6355200"/>
                <a:ext cx="133618" cy="208796"/>
              </a:xfrm>
              <a:custGeom>
                <a:rect b="b" l="l" r="r" t="t"/>
                <a:pathLst>
                  <a:path extrusionOk="0" h="686" w="439">
                    <a:moveTo>
                      <a:pt x="46" y="1"/>
                    </a:moveTo>
                    <a:cubicBezTo>
                      <a:pt x="30" y="1"/>
                      <a:pt x="14" y="3"/>
                      <a:pt x="0" y="9"/>
                    </a:cubicBezTo>
                    <a:lnTo>
                      <a:pt x="273" y="685"/>
                    </a:lnTo>
                    <a:lnTo>
                      <a:pt x="438" y="304"/>
                    </a:lnTo>
                    <a:cubicBezTo>
                      <a:pt x="289" y="117"/>
                      <a:pt x="150" y="1"/>
                      <a:pt x="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43"/>
              <p:cNvSpPr/>
              <p:nvPr/>
            </p:nvSpPr>
            <p:spPr>
              <a:xfrm>
                <a:off x="12574044" y="6357940"/>
                <a:ext cx="122661" cy="206057"/>
              </a:xfrm>
              <a:custGeom>
                <a:rect b="b" l="l" r="r" t="t"/>
                <a:pathLst>
                  <a:path extrusionOk="0" h="677" w="403">
                    <a:moveTo>
                      <a:pt x="130" y="0"/>
                    </a:moveTo>
                    <a:cubicBezTo>
                      <a:pt x="28" y="43"/>
                      <a:pt x="1" y="238"/>
                      <a:pt x="21" y="511"/>
                    </a:cubicBezTo>
                    <a:lnTo>
                      <a:pt x="403" y="676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43"/>
              <p:cNvSpPr/>
              <p:nvPr/>
            </p:nvSpPr>
            <p:spPr>
              <a:xfrm>
                <a:off x="12580436" y="6513168"/>
                <a:ext cx="197232" cy="258712"/>
              </a:xfrm>
              <a:custGeom>
                <a:rect b="b" l="l" r="r" t="t"/>
                <a:pathLst>
                  <a:path extrusionOk="0" h="850" w="648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80"/>
                      <a:pt x="50" y="389"/>
                      <a:pt x="102" y="611"/>
                    </a:cubicBezTo>
                    <a:lnTo>
                      <a:pt x="647" y="849"/>
                    </a:lnTo>
                    <a:lnTo>
                      <a:pt x="647" y="849"/>
                    </a:lnTo>
                    <a:lnTo>
                      <a:pt x="382" y="1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43"/>
              <p:cNvSpPr/>
              <p:nvPr/>
            </p:nvSpPr>
            <p:spPr>
              <a:xfrm>
                <a:off x="12611482" y="6699137"/>
                <a:ext cx="249583" cy="277888"/>
              </a:xfrm>
              <a:custGeom>
                <a:rect b="b" l="l" r="r" t="t"/>
                <a:pathLst>
                  <a:path extrusionOk="0" h="913" w="820">
                    <a:moveTo>
                      <a:pt x="0" y="0"/>
                    </a:moveTo>
                    <a:lnTo>
                      <a:pt x="0" y="0"/>
                    </a:lnTo>
                    <a:cubicBezTo>
                      <a:pt x="57" y="209"/>
                      <a:pt x="121" y="432"/>
                      <a:pt x="200" y="647"/>
                    </a:cubicBezTo>
                    <a:lnTo>
                      <a:pt x="820" y="913"/>
                    </a:lnTo>
                    <a:lnTo>
                      <a:pt x="820" y="913"/>
                    </a:lnTo>
                    <a:lnTo>
                      <a:pt x="545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43"/>
              <p:cNvSpPr/>
              <p:nvPr/>
            </p:nvSpPr>
            <p:spPr>
              <a:xfrm>
                <a:off x="12672356" y="6896063"/>
                <a:ext cx="264802" cy="271800"/>
              </a:xfrm>
              <a:custGeom>
                <a:rect b="b" l="l" r="r" t="t"/>
                <a:pathLst>
                  <a:path extrusionOk="0" h="893" w="870">
                    <a:moveTo>
                      <a:pt x="0" y="0"/>
                    </a:moveTo>
                    <a:lnTo>
                      <a:pt x="0" y="0"/>
                    </a:lnTo>
                    <a:cubicBezTo>
                      <a:pt x="16" y="37"/>
                      <a:pt x="30" y="66"/>
                      <a:pt x="43" y="100"/>
                    </a:cubicBezTo>
                    <a:cubicBezTo>
                      <a:pt x="137" y="345"/>
                      <a:pt x="245" y="554"/>
                      <a:pt x="345" y="713"/>
                    </a:cubicBezTo>
                    <a:lnTo>
                      <a:pt x="756" y="892"/>
                    </a:lnTo>
                    <a:lnTo>
                      <a:pt x="870" y="892"/>
                    </a:lnTo>
                    <a:lnTo>
                      <a:pt x="620" y="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43"/>
              <p:cNvSpPr/>
              <p:nvPr/>
            </p:nvSpPr>
            <p:spPr>
              <a:xfrm>
                <a:off x="12777363" y="7112774"/>
                <a:ext cx="125096" cy="55091"/>
              </a:xfrm>
              <a:custGeom>
                <a:rect b="b" l="l" r="r" t="t"/>
                <a:pathLst>
                  <a:path extrusionOk="0" h="181" w="411">
                    <a:moveTo>
                      <a:pt x="0" y="1"/>
                    </a:moveTo>
                    <a:cubicBezTo>
                      <a:pt x="43" y="72"/>
                      <a:pt x="87" y="130"/>
                      <a:pt x="130" y="180"/>
                    </a:cubicBezTo>
                    <a:lnTo>
                      <a:pt x="411" y="18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43"/>
              <p:cNvSpPr/>
              <p:nvPr/>
            </p:nvSpPr>
            <p:spPr>
              <a:xfrm>
                <a:off x="12949940" y="7018419"/>
                <a:ext cx="77006" cy="149444"/>
              </a:xfrm>
              <a:custGeom>
                <a:rect b="b" l="l" r="r" t="t"/>
                <a:pathLst>
                  <a:path extrusionOk="0" h="491" w="253">
                    <a:moveTo>
                      <a:pt x="210" y="0"/>
                    </a:moveTo>
                    <a:lnTo>
                      <a:pt x="189" y="59"/>
                    </a:lnTo>
                    <a:lnTo>
                      <a:pt x="139" y="181"/>
                    </a:lnTo>
                    <a:lnTo>
                      <a:pt x="1" y="490"/>
                    </a:lnTo>
                    <a:lnTo>
                      <a:pt x="232" y="490"/>
                    </a:lnTo>
                    <a:cubicBezTo>
                      <a:pt x="232" y="475"/>
                      <a:pt x="239" y="454"/>
                      <a:pt x="239" y="440"/>
                    </a:cubicBezTo>
                    <a:cubicBezTo>
                      <a:pt x="253" y="345"/>
                      <a:pt x="246" y="231"/>
                      <a:pt x="232" y="102"/>
                    </a:cubicBezTo>
                    <a:cubicBezTo>
                      <a:pt x="225" y="66"/>
                      <a:pt x="217" y="37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43"/>
              <p:cNvSpPr/>
              <p:nvPr/>
            </p:nvSpPr>
            <p:spPr>
              <a:xfrm>
                <a:off x="13282920" y="6950545"/>
                <a:ext cx="216711" cy="217318"/>
              </a:xfrm>
              <a:custGeom>
                <a:rect b="b" l="l" r="r" t="t"/>
                <a:pathLst>
                  <a:path extrusionOk="0" h="714" w="712">
                    <a:moveTo>
                      <a:pt x="711" y="1"/>
                    </a:moveTo>
                    <a:lnTo>
                      <a:pt x="187" y="232"/>
                    </a:lnTo>
                    <a:lnTo>
                      <a:pt x="1" y="713"/>
                    </a:lnTo>
                    <a:lnTo>
                      <a:pt x="180" y="713"/>
                    </a:lnTo>
                    <a:lnTo>
                      <a:pt x="425" y="611"/>
                    </a:lnTo>
                    <a:lnTo>
                      <a:pt x="425" y="605"/>
                    </a:lnTo>
                    <a:cubicBezTo>
                      <a:pt x="511" y="468"/>
                      <a:pt x="598" y="296"/>
                      <a:pt x="684" y="87"/>
                    </a:cubicBezTo>
                    <a:cubicBezTo>
                      <a:pt x="698" y="59"/>
                      <a:pt x="704" y="30"/>
                      <a:pt x="7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43"/>
              <p:cNvSpPr/>
              <p:nvPr/>
            </p:nvSpPr>
            <p:spPr>
              <a:xfrm>
                <a:off x="13337706" y="7136514"/>
                <a:ext cx="74571" cy="31350"/>
              </a:xfrm>
              <a:custGeom>
                <a:rect b="b" l="l" r="r" t="t"/>
                <a:pathLst>
                  <a:path extrusionOk="0" h="103" w="245">
                    <a:moveTo>
                      <a:pt x="245" y="0"/>
                    </a:moveTo>
                    <a:lnTo>
                      <a:pt x="0" y="102"/>
                    </a:lnTo>
                    <a:lnTo>
                      <a:pt x="173" y="102"/>
                    </a:lnTo>
                    <a:cubicBezTo>
                      <a:pt x="193" y="66"/>
                      <a:pt x="223" y="3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43"/>
              <p:cNvSpPr/>
              <p:nvPr/>
            </p:nvSpPr>
            <p:spPr>
              <a:xfrm>
                <a:off x="13271962" y="6701267"/>
                <a:ext cx="140315" cy="319890"/>
              </a:xfrm>
              <a:custGeom>
                <a:rect b="b" l="l" r="r" t="t"/>
                <a:pathLst>
                  <a:path extrusionOk="0" h="1051" w="461">
                    <a:moveTo>
                      <a:pt x="259" y="0"/>
                    </a:moveTo>
                    <a:cubicBezTo>
                      <a:pt x="202" y="102"/>
                      <a:pt x="144" y="209"/>
                      <a:pt x="94" y="318"/>
                    </a:cubicBezTo>
                    <a:cubicBezTo>
                      <a:pt x="57" y="382"/>
                      <a:pt x="30" y="454"/>
                      <a:pt x="0" y="518"/>
                    </a:cubicBezTo>
                    <a:lnTo>
                      <a:pt x="73" y="683"/>
                    </a:lnTo>
                    <a:lnTo>
                      <a:pt x="223" y="1051"/>
                    </a:lnTo>
                    <a:lnTo>
                      <a:pt x="461" y="468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43"/>
              <p:cNvSpPr/>
              <p:nvPr/>
            </p:nvSpPr>
            <p:spPr>
              <a:xfrm>
                <a:off x="13350794" y="6567954"/>
                <a:ext cx="131488" cy="275757"/>
              </a:xfrm>
              <a:custGeom>
                <a:rect b="b" l="l" r="r" t="t"/>
                <a:pathLst>
                  <a:path extrusionOk="0" h="906" w="432">
                    <a:moveTo>
                      <a:pt x="288" y="0"/>
                    </a:moveTo>
                    <a:cubicBezTo>
                      <a:pt x="193" y="116"/>
                      <a:pt x="93" y="266"/>
                      <a:pt x="0" y="438"/>
                    </a:cubicBezTo>
                    <a:lnTo>
                      <a:pt x="202" y="906"/>
                    </a:lnTo>
                    <a:lnTo>
                      <a:pt x="431" y="324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43"/>
              <p:cNvSpPr/>
              <p:nvPr/>
            </p:nvSpPr>
            <p:spPr>
              <a:xfrm>
                <a:off x="13412276" y="6624566"/>
                <a:ext cx="168317" cy="219145"/>
              </a:xfrm>
              <a:custGeom>
                <a:rect b="b" l="l" r="r" t="t"/>
                <a:pathLst>
                  <a:path extrusionOk="0" h="720" w="553">
                    <a:moveTo>
                      <a:pt x="552" y="0"/>
                    </a:moveTo>
                    <a:lnTo>
                      <a:pt x="229" y="138"/>
                    </a:lnTo>
                    <a:lnTo>
                      <a:pt x="0" y="720"/>
                    </a:lnTo>
                    <a:lnTo>
                      <a:pt x="459" y="518"/>
                    </a:lnTo>
                    <a:cubicBezTo>
                      <a:pt x="509" y="332"/>
                      <a:pt x="538" y="152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43"/>
              <p:cNvSpPr/>
              <p:nvPr/>
            </p:nvSpPr>
            <p:spPr>
              <a:xfrm>
                <a:off x="13438452" y="6489122"/>
                <a:ext cx="113530" cy="177751"/>
              </a:xfrm>
              <a:custGeom>
                <a:rect b="b" l="l" r="r" t="t"/>
                <a:pathLst>
                  <a:path extrusionOk="0" h="584" w="373">
                    <a:moveTo>
                      <a:pt x="335" y="0"/>
                    </a:moveTo>
                    <a:cubicBezTo>
                      <a:pt x="246" y="0"/>
                      <a:pt x="131" y="103"/>
                      <a:pt x="0" y="259"/>
                    </a:cubicBezTo>
                    <a:lnTo>
                      <a:pt x="143" y="583"/>
                    </a:lnTo>
                    <a:lnTo>
                      <a:pt x="373" y="7"/>
                    </a:lnTo>
                    <a:cubicBezTo>
                      <a:pt x="361" y="3"/>
                      <a:pt x="348" y="0"/>
                      <a:pt x="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43"/>
              <p:cNvSpPr/>
              <p:nvPr/>
            </p:nvSpPr>
            <p:spPr>
              <a:xfrm>
                <a:off x="13481977" y="6491253"/>
                <a:ext cx="105312" cy="175620"/>
              </a:xfrm>
              <a:custGeom>
                <a:rect b="b" l="l" r="r" t="t"/>
                <a:pathLst>
                  <a:path extrusionOk="0" h="577" w="346">
                    <a:moveTo>
                      <a:pt x="230" y="0"/>
                    </a:moveTo>
                    <a:lnTo>
                      <a:pt x="0" y="576"/>
                    </a:lnTo>
                    <a:lnTo>
                      <a:pt x="323" y="438"/>
                    </a:lnTo>
                    <a:cubicBezTo>
                      <a:pt x="345" y="202"/>
                      <a:pt x="316" y="37"/>
                      <a:pt x="2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43"/>
              <p:cNvSpPr/>
              <p:nvPr/>
            </p:nvSpPr>
            <p:spPr>
              <a:xfrm>
                <a:off x="13210480" y="6858626"/>
                <a:ext cx="129357" cy="309237"/>
              </a:xfrm>
              <a:custGeom>
                <a:rect b="b" l="l" r="r" t="t"/>
                <a:pathLst>
                  <a:path extrusionOk="0" h="1016" w="425">
                    <a:moveTo>
                      <a:pt x="202" y="1"/>
                    </a:moveTo>
                    <a:cubicBezTo>
                      <a:pt x="189" y="30"/>
                      <a:pt x="180" y="60"/>
                      <a:pt x="166" y="87"/>
                    </a:cubicBezTo>
                    <a:cubicBezTo>
                      <a:pt x="87" y="296"/>
                      <a:pt x="30" y="482"/>
                      <a:pt x="1" y="648"/>
                    </a:cubicBezTo>
                    <a:lnTo>
                      <a:pt x="16" y="691"/>
                    </a:lnTo>
                    <a:lnTo>
                      <a:pt x="102" y="893"/>
                    </a:lnTo>
                    <a:lnTo>
                      <a:pt x="159" y="1015"/>
                    </a:lnTo>
                    <a:lnTo>
                      <a:pt x="239" y="1015"/>
                    </a:lnTo>
                    <a:lnTo>
                      <a:pt x="425" y="534"/>
                    </a:lnTo>
                    <a:lnTo>
                      <a:pt x="275" y="166"/>
                    </a:lnTo>
                    <a:lnTo>
                      <a:pt x="20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43"/>
              <p:cNvSpPr/>
              <p:nvPr/>
            </p:nvSpPr>
            <p:spPr>
              <a:xfrm>
                <a:off x="13339532" y="6781925"/>
                <a:ext cx="212450" cy="239233"/>
              </a:xfrm>
              <a:custGeom>
                <a:rect b="b" l="l" r="r" t="t"/>
                <a:pathLst>
                  <a:path extrusionOk="0" h="786" w="698">
                    <a:moveTo>
                      <a:pt x="698" y="1"/>
                    </a:moveTo>
                    <a:lnTo>
                      <a:pt x="239" y="203"/>
                    </a:lnTo>
                    <a:lnTo>
                      <a:pt x="1" y="786"/>
                    </a:lnTo>
                    <a:lnTo>
                      <a:pt x="525" y="555"/>
                    </a:lnTo>
                    <a:lnTo>
                      <a:pt x="532" y="555"/>
                    </a:lnTo>
                    <a:cubicBezTo>
                      <a:pt x="598" y="375"/>
                      <a:pt x="655" y="182"/>
                      <a:pt x="6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43"/>
            <p:cNvGrpSpPr/>
            <p:nvPr/>
          </p:nvGrpSpPr>
          <p:grpSpPr>
            <a:xfrm>
              <a:off x="7465982" y="4231825"/>
              <a:ext cx="589927" cy="728719"/>
              <a:chOff x="9390650" y="6712225"/>
              <a:chExt cx="1002595" cy="1238475"/>
            </a:xfrm>
          </p:grpSpPr>
          <p:sp>
            <p:nvSpPr>
              <p:cNvPr id="1509" name="Google Shape;1509;p43"/>
              <p:cNvSpPr/>
              <p:nvPr/>
            </p:nvSpPr>
            <p:spPr>
              <a:xfrm>
                <a:off x="9526703" y="7747078"/>
                <a:ext cx="730488" cy="203622"/>
              </a:xfrm>
              <a:custGeom>
                <a:rect b="b" l="l" r="r" t="t"/>
                <a:pathLst>
                  <a:path extrusionOk="0" h="669" w="2400">
                    <a:moveTo>
                      <a:pt x="0" y="1"/>
                    </a:moveTo>
                    <a:lnTo>
                      <a:pt x="50" y="668"/>
                    </a:lnTo>
                    <a:lnTo>
                      <a:pt x="2343" y="668"/>
                    </a:lnTo>
                    <a:lnTo>
                      <a:pt x="240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43"/>
              <p:cNvSpPr/>
              <p:nvPr/>
            </p:nvSpPr>
            <p:spPr>
              <a:xfrm>
                <a:off x="9469482" y="7064683"/>
                <a:ext cx="842496" cy="144575"/>
              </a:xfrm>
              <a:custGeom>
                <a:rect b="b" l="l" r="r" t="t"/>
                <a:pathLst>
                  <a:path extrusionOk="0" h="475" w="2768">
                    <a:moveTo>
                      <a:pt x="0" y="0"/>
                    </a:moveTo>
                    <a:lnTo>
                      <a:pt x="36" y="475"/>
                    </a:lnTo>
                    <a:lnTo>
                      <a:pt x="2733" y="475"/>
                    </a:lnTo>
                    <a:lnTo>
                      <a:pt x="276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43"/>
              <p:cNvSpPr/>
              <p:nvPr/>
            </p:nvSpPr>
            <p:spPr>
              <a:xfrm>
                <a:off x="9497788" y="6712225"/>
                <a:ext cx="785883" cy="107442"/>
              </a:xfrm>
              <a:custGeom>
                <a:rect b="b" l="l" r="r" t="t"/>
                <a:pathLst>
                  <a:path extrusionOk="0" h="353" w="2582">
                    <a:moveTo>
                      <a:pt x="130" y="1"/>
                    </a:moveTo>
                    <a:lnTo>
                      <a:pt x="0" y="352"/>
                    </a:lnTo>
                    <a:lnTo>
                      <a:pt x="2581" y="352"/>
                    </a:lnTo>
                    <a:lnTo>
                      <a:pt x="245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43"/>
              <p:cNvSpPr/>
              <p:nvPr/>
            </p:nvSpPr>
            <p:spPr>
              <a:xfrm>
                <a:off x="9474048" y="6880845"/>
                <a:ext cx="833669" cy="304"/>
              </a:xfrm>
              <a:custGeom>
                <a:rect b="b" l="l" r="r" t="t"/>
                <a:pathLst>
                  <a:path extrusionOk="0" h="1" w="2739">
                    <a:moveTo>
                      <a:pt x="2738" y="0"/>
                    </a:moveTo>
                    <a:lnTo>
                      <a:pt x="2738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43"/>
              <p:cNvSpPr/>
              <p:nvPr/>
            </p:nvSpPr>
            <p:spPr>
              <a:xfrm>
                <a:off x="9390650" y="6880845"/>
                <a:ext cx="1002595" cy="184142"/>
              </a:xfrm>
              <a:custGeom>
                <a:rect b="b" l="l" r="r" t="t"/>
                <a:pathLst>
                  <a:path extrusionOk="0" h="605" w="3294">
                    <a:moveTo>
                      <a:pt x="0" y="0"/>
                    </a:moveTo>
                    <a:lnTo>
                      <a:pt x="0" y="604"/>
                    </a:lnTo>
                    <a:lnTo>
                      <a:pt x="3294" y="604"/>
                    </a:lnTo>
                    <a:lnTo>
                      <a:pt x="329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43"/>
              <p:cNvSpPr/>
              <p:nvPr/>
            </p:nvSpPr>
            <p:spPr>
              <a:xfrm>
                <a:off x="9416826" y="6819362"/>
                <a:ext cx="947504" cy="61787"/>
              </a:xfrm>
              <a:custGeom>
                <a:rect b="b" l="l" r="r" t="t"/>
                <a:pathLst>
                  <a:path extrusionOk="0" h="203" w="3113">
                    <a:moveTo>
                      <a:pt x="102" y="0"/>
                    </a:moveTo>
                    <a:lnTo>
                      <a:pt x="1" y="202"/>
                    </a:lnTo>
                    <a:lnTo>
                      <a:pt x="3113" y="202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43"/>
              <p:cNvSpPr/>
              <p:nvPr/>
            </p:nvSpPr>
            <p:spPr>
              <a:xfrm>
                <a:off x="9456090" y="7208954"/>
                <a:ext cx="868976" cy="538426"/>
              </a:xfrm>
              <a:custGeom>
                <a:rect b="b" l="l" r="r" t="t"/>
                <a:pathLst>
                  <a:path extrusionOk="0" h="1769" w="2855">
                    <a:moveTo>
                      <a:pt x="1" y="1"/>
                    </a:moveTo>
                    <a:lnTo>
                      <a:pt x="160" y="1769"/>
                    </a:lnTo>
                    <a:lnTo>
                      <a:pt x="2697" y="1769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43"/>
              <p:cNvSpPr/>
              <p:nvPr/>
            </p:nvSpPr>
            <p:spPr>
              <a:xfrm>
                <a:off x="9439045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43"/>
              <p:cNvSpPr/>
              <p:nvPr/>
            </p:nvSpPr>
            <p:spPr>
              <a:xfrm>
                <a:off x="9528834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43"/>
              <p:cNvSpPr/>
              <p:nvPr/>
            </p:nvSpPr>
            <p:spPr>
              <a:xfrm>
                <a:off x="9620449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43"/>
              <p:cNvSpPr/>
              <p:nvPr/>
            </p:nvSpPr>
            <p:spPr>
              <a:xfrm>
                <a:off x="9710238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1" y="1"/>
                    </a:moveTo>
                    <a:lnTo>
                      <a:pt x="1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43"/>
              <p:cNvSpPr/>
              <p:nvPr/>
            </p:nvSpPr>
            <p:spPr>
              <a:xfrm>
                <a:off x="9799722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43"/>
              <p:cNvSpPr/>
              <p:nvPr/>
            </p:nvSpPr>
            <p:spPr>
              <a:xfrm>
                <a:off x="9889511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43"/>
              <p:cNvSpPr/>
              <p:nvPr/>
            </p:nvSpPr>
            <p:spPr>
              <a:xfrm>
                <a:off x="9979300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43"/>
              <p:cNvSpPr/>
              <p:nvPr/>
            </p:nvSpPr>
            <p:spPr>
              <a:xfrm>
                <a:off x="10071219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43"/>
              <p:cNvSpPr/>
              <p:nvPr/>
            </p:nvSpPr>
            <p:spPr>
              <a:xfrm>
                <a:off x="10161008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43"/>
              <p:cNvSpPr/>
              <p:nvPr/>
            </p:nvSpPr>
            <p:spPr>
              <a:xfrm>
                <a:off x="10250797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43"/>
              <p:cNvSpPr/>
              <p:nvPr/>
            </p:nvSpPr>
            <p:spPr>
              <a:xfrm>
                <a:off x="10340586" y="6920108"/>
                <a:ext cx="304" cy="103181"/>
              </a:xfrm>
              <a:custGeom>
                <a:rect b="b" l="l" r="r" t="t"/>
                <a:pathLst>
                  <a:path extrusionOk="0" fill="none" h="339" w="1">
                    <a:moveTo>
                      <a:pt x="0" y="1"/>
                    </a:moveTo>
                    <a:lnTo>
                      <a:pt x="0" y="33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27" name="Google Shape;1527;p43"/>
            <p:cNvSpPr/>
            <p:nvPr/>
          </p:nvSpPr>
          <p:spPr>
            <a:xfrm>
              <a:off x="8164165" y="26333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3"/>
            <p:cNvSpPr/>
            <p:nvPr/>
          </p:nvSpPr>
          <p:spPr>
            <a:xfrm>
              <a:off x="7865040" y="3116809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47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não é problema “só da TI”</a:t>
            </a:r>
            <a:endParaRPr/>
          </a:p>
        </p:txBody>
      </p:sp>
      <p:sp>
        <p:nvSpPr>
          <p:cNvPr id="1776" name="Google Shape;1776;p47"/>
          <p:cNvSpPr txBox="1"/>
          <p:nvPr>
            <p:ph idx="1" type="subTitle"/>
          </p:nvPr>
        </p:nvSpPr>
        <p:spPr>
          <a:xfrm>
            <a:off x="719988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único e-mail convincente basta. Financeiro, RH, diretoria — todos recebem.</a:t>
            </a:r>
            <a:endParaRPr/>
          </a:p>
        </p:txBody>
      </p:sp>
      <p:sp>
        <p:nvSpPr>
          <p:cNvPr id="1777" name="Google Shape;1777;p47"/>
          <p:cNvSpPr txBox="1"/>
          <p:nvPr>
            <p:ph idx="2" type="subTitle"/>
          </p:nvPr>
        </p:nvSpPr>
        <p:spPr>
          <a:xfrm>
            <a:off x="3309720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Roubada uma credencial, o atacante entra na empresa como se fosse você.</a:t>
            </a:r>
            <a:endParaRPr/>
          </a:p>
        </p:txBody>
      </p:sp>
      <p:sp>
        <p:nvSpPr>
          <p:cNvPr id="1778" name="Google Shape;1778;p47"/>
          <p:cNvSpPr txBox="1"/>
          <p:nvPr>
            <p:ph idx="3" type="subTitle"/>
          </p:nvPr>
        </p:nvSpPr>
        <p:spPr>
          <a:xfrm>
            <a:off x="5899452" y="2767583"/>
            <a:ext cx="2211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82% dos e-mails de phishing já usam IA e soam perfeitos, sem os erros que antes denunciavam o golpe.</a:t>
            </a:r>
            <a:endParaRPr/>
          </a:p>
        </p:txBody>
      </p:sp>
      <p:sp>
        <p:nvSpPr>
          <p:cNvPr id="1779" name="Google Shape;1779;p47"/>
          <p:cNvSpPr txBox="1"/>
          <p:nvPr>
            <p:ph idx="4" type="subTitle"/>
          </p:nvPr>
        </p:nvSpPr>
        <p:spPr>
          <a:xfrm>
            <a:off x="719988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Qualquer caixa</a:t>
            </a:r>
            <a:endParaRPr/>
          </a:p>
        </p:txBody>
      </p:sp>
      <p:sp>
        <p:nvSpPr>
          <p:cNvPr id="1780" name="Google Shape;1780;p47"/>
          <p:cNvSpPr txBox="1"/>
          <p:nvPr>
            <p:ph idx="5" type="subTitle"/>
          </p:nvPr>
        </p:nvSpPr>
        <p:spPr>
          <a:xfrm>
            <a:off x="3309720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senha</a:t>
            </a:r>
            <a:endParaRPr/>
          </a:p>
        </p:txBody>
      </p:sp>
      <p:sp>
        <p:nvSpPr>
          <p:cNvPr id="1781" name="Google Shape;1781;p47"/>
          <p:cNvSpPr txBox="1"/>
          <p:nvPr>
            <p:ph idx="6" type="subTitle"/>
          </p:nvPr>
        </p:nvSpPr>
        <p:spPr>
          <a:xfrm>
            <a:off x="5899452" y="2365250"/>
            <a:ext cx="22119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Agora com IA</a:t>
            </a:r>
            <a:endParaRPr/>
          </a:p>
        </p:txBody>
      </p:sp>
      <p:grpSp>
        <p:nvGrpSpPr>
          <p:cNvPr id="1782" name="Google Shape;1782;p47"/>
          <p:cNvGrpSpPr/>
          <p:nvPr/>
        </p:nvGrpSpPr>
        <p:grpSpPr>
          <a:xfrm>
            <a:off x="824536" y="1924353"/>
            <a:ext cx="353856" cy="402578"/>
            <a:chOff x="1310311" y="1409726"/>
            <a:chExt cx="353856" cy="402578"/>
          </a:xfrm>
        </p:grpSpPr>
        <p:sp>
          <p:nvSpPr>
            <p:cNvPr id="1783" name="Google Shape;1783;p47"/>
            <p:cNvSpPr/>
            <p:nvPr/>
          </p:nvSpPr>
          <p:spPr>
            <a:xfrm>
              <a:off x="1310311" y="1409726"/>
              <a:ext cx="353856" cy="402578"/>
            </a:xfrm>
            <a:custGeom>
              <a:rect b="b" l="l" r="r" t="t"/>
              <a:pathLst>
                <a:path extrusionOk="0" h="17492" w="15375">
                  <a:moveTo>
                    <a:pt x="1534" y="6180"/>
                  </a:moveTo>
                  <a:cubicBezTo>
                    <a:pt x="1816" y="6180"/>
                    <a:pt x="2045" y="6410"/>
                    <a:pt x="2045" y="6691"/>
                  </a:cubicBezTo>
                  <a:cubicBezTo>
                    <a:pt x="2045" y="6973"/>
                    <a:pt x="1816" y="7203"/>
                    <a:pt x="1534" y="7203"/>
                  </a:cubicBezTo>
                  <a:cubicBezTo>
                    <a:pt x="1253" y="7203"/>
                    <a:pt x="1023" y="6973"/>
                    <a:pt x="1023" y="6691"/>
                  </a:cubicBezTo>
                  <a:cubicBezTo>
                    <a:pt x="1023" y="6410"/>
                    <a:pt x="1253" y="6180"/>
                    <a:pt x="1534" y="6180"/>
                  </a:cubicBezTo>
                  <a:close/>
                  <a:moveTo>
                    <a:pt x="13837" y="6180"/>
                  </a:moveTo>
                  <a:cubicBezTo>
                    <a:pt x="14118" y="6180"/>
                    <a:pt x="14352" y="6410"/>
                    <a:pt x="14352" y="6691"/>
                  </a:cubicBezTo>
                  <a:cubicBezTo>
                    <a:pt x="14352" y="6973"/>
                    <a:pt x="14118" y="7203"/>
                    <a:pt x="13837" y="7203"/>
                  </a:cubicBezTo>
                  <a:cubicBezTo>
                    <a:pt x="13559" y="7203"/>
                    <a:pt x="13326" y="6973"/>
                    <a:pt x="13326" y="6691"/>
                  </a:cubicBezTo>
                  <a:cubicBezTo>
                    <a:pt x="13326" y="6410"/>
                    <a:pt x="13559" y="6180"/>
                    <a:pt x="13837" y="6180"/>
                  </a:cubicBezTo>
                  <a:close/>
                  <a:moveTo>
                    <a:pt x="7693" y="1027"/>
                  </a:moveTo>
                  <a:cubicBezTo>
                    <a:pt x="9497" y="1027"/>
                    <a:pt x="10999" y="2363"/>
                    <a:pt x="11245" y="4099"/>
                  </a:cubicBezTo>
                  <a:lnTo>
                    <a:pt x="9743" y="4099"/>
                  </a:lnTo>
                  <a:cubicBezTo>
                    <a:pt x="9461" y="4099"/>
                    <a:pt x="9231" y="4329"/>
                    <a:pt x="9231" y="4610"/>
                  </a:cubicBezTo>
                  <a:cubicBezTo>
                    <a:pt x="9231" y="4892"/>
                    <a:pt x="9461" y="5122"/>
                    <a:pt x="9743" y="5122"/>
                  </a:cubicBezTo>
                  <a:lnTo>
                    <a:pt x="11280" y="5122"/>
                  </a:lnTo>
                  <a:lnTo>
                    <a:pt x="11280" y="6180"/>
                  </a:lnTo>
                  <a:lnTo>
                    <a:pt x="9743" y="6180"/>
                  </a:lnTo>
                  <a:cubicBezTo>
                    <a:pt x="9461" y="6180"/>
                    <a:pt x="9231" y="6410"/>
                    <a:pt x="9231" y="6691"/>
                  </a:cubicBezTo>
                  <a:cubicBezTo>
                    <a:pt x="9231" y="6973"/>
                    <a:pt x="9461" y="7203"/>
                    <a:pt x="9743" y="7203"/>
                  </a:cubicBezTo>
                  <a:lnTo>
                    <a:pt x="11280" y="7203"/>
                  </a:lnTo>
                  <a:lnTo>
                    <a:pt x="11280" y="8225"/>
                  </a:lnTo>
                  <a:lnTo>
                    <a:pt x="9743" y="8225"/>
                  </a:lnTo>
                  <a:cubicBezTo>
                    <a:pt x="9461" y="8225"/>
                    <a:pt x="9231" y="8459"/>
                    <a:pt x="9231" y="8736"/>
                  </a:cubicBezTo>
                  <a:cubicBezTo>
                    <a:pt x="9231" y="9034"/>
                    <a:pt x="9461" y="9252"/>
                    <a:pt x="9743" y="9252"/>
                  </a:cubicBezTo>
                  <a:lnTo>
                    <a:pt x="11245" y="9252"/>
                  </a:lnTo>
                  <a:cubicBezTo>
                    <a:pt x="10999" y="10984"/>
                    <a:pt x="9497" y="12339"/>
                    <a:pt x="7693" y="12339"/>
                  </a:cubicBezTo>
                  <a:cubicBezTo>
                    <a:pt x="5878" y="12339"/>
                    <a:pt x="4392" y="11000"/>
                    <a:pt x="4146" y="9252"/>
                  </a:cubicBezTo>
                  <a:lnTo>
                    <a:pt x="5648" y="9252"/>
                  </a:lnTo>
                  <a:cubicBezTo>
                    <a:pt x="5930" y="9252"/>
                    <a:pt x="6160" y="9034"/>
                    <a:pt x="6160" y="8736"/>
                  </a:cubicBezTo>
                  <a:cubicBezTo>
                    <a:pt x="6160" y="8459"/>
                    <a:pt x="5930" y="8225"/>
                    <a:pt x="5648" y="8225"/>
                  </a:cubicBezTo>
                  <a:lnTo>
                    <a:pt x="4095" y="8225"/>
                  </a:lnTo>
                  <a:lnTo>
                    <a:pt x="4095" y="7203"/>
                  </a:lnTo>
                  <a:lnTo>
                    <a:pt x="5648" y="7203"/>
                  </a:lnTo>
                  <a:cubicBezTo>
                    <a:pt x="5930" y="7203"/>
                    <a:pt x="6160" y="6973"/>
                    <a:pt x="6160" y="6691"/>
                  </a:cubicBezTo>
                  <a:cubicBezTo>
                    <a:pt x="6160" y="6410"/>
                    <a:pt x="5930" y="6180"/>
                    <a:pt x="5648" y="6180"/>
                  </a:cubicBezTo>
                  <a:lnTo>
                    <a:pt x="4095" y="6180"/>
                  </a:lnTo>
                  <a:lnTo>
                    <a:pt x="4095" y="5122"/>
                  </a:lnTo>
                  <a:lnTo>
                    <a:pt x="5648" y="5122"/>
                  </a:lnTo>
                  <a:cubicBezTo>
                    <a:pt x="5930" y="5122"/>
                    <a:pt x="6160" y="4892"/>
                    <a:pt x="6160" y="4610"/>
                  </a:cubicBezTo>
                  <a:cubicBezTo>
                    <a:pt x="6160" y="4329"/>
                    <a:pt x="5930" y="4099"/>
                    <a:pt x="5648" y="4099"/>
                  </a:cubicBezTo>
                  <a:lnTo>
                    <a:pt x="4146" y="4099"/>
                  </a:lnTo>
                  <a:cubicBezTo>
                    <a:pt x="4392" y="2363"/>
                    <a:pt x="5878" y="1027"/>
                    <a:pt x="7693" y="1027"/>
                  </a:cubicBezTo>
                  <a:close/>
                  <a:moveTo>
                    <a:pt x="12386" y="7203"/>
                  </a:moveTo>
                  <a:cubicBezTo>
                    <a:pt x="12549" y="7646"/>
                    <a:pt x="12898" y="7995"/>
                    <a:pt x="13326" y="8142"/>
                  </a:cubicBezTo>
                  <a:lnTo>
                    <a:pt x="13326" y="8736"/>
                  </a:lnTo>
                  <a:cubicBezTo>
                    <a:pt x="13326" y="11860"/>
                    <a:pt x="10801" y="14384"/>
                    <a:pt x="7693" y="14384"/>
                  </a:cubicBezTo>
                  <a:cubicBezTo>
                    <a:pt x="4574" y="14384"/>
                    <a:pt x="2045" y="11860"/>
                    <a:pt x="2045" y="8736"/>
                  </a:cubicBezTo>
                  <a:lnTo>
                    <a:pt x="2045" y="8142"/>
                  </a:lnTo>
                  <a:cubicBezTo>
                    <a:pt x="2493" y="7995"/>
                    <a:pt x="2838" y="7646"/>
                    <a:pt x="2989" y="7203"/>
                  </a:cubicBezTo>
                  <a:lnTo>
                    <a:pt x="3072" y="7203"/>
                  </a:lnTo>
                  <a:lnTo>
                    <a:pt x="3072" y="8736"/>
                  </a:lnTo>
                  <a:cubicBezTo>
                    <a:pt x="3072" y="11281"/>
                    <a:pt x="5153" y="13362"/>
                    <a:pt x="7693" y="13362"/>
                  </a:cubicBezTo>
                  <a:cubicBezTo>
                    <a:pt x="10238" y="13362"/>
                    <a:pt x="12303" y="11281"/>
                    <a:pt x="12303" y="8736"/>
                  </a:cubicBezTo>
                  <a:lnTo>
                    <a:pt x="12303" y="7203"/>
                  </a:lnTo>
                  <a:close/>
                  <a:moveTo>
                    <a:pt x="8720" y="15411"/>
                  </a:moveTo>
                  <a:cubicBezTo>
                    <a:pt x="9378" y="15411"/>
                    <a:pt x="9957" y="15855"/>
                    <a:pt x="10171" y="16465"/>
                  </a:cubicBezTo>
                  <a:lnTo>
                    <a:pt x="5216" y="16465"/>
                  </a:lnTo>
                  <a:cubicBezTo>
                    <a:pt x="5434" y="15855"/>
                    <a:pt x="6009" y="15411"/>
                    <a:pt x="6671" y="15411"/>
                  </a:cubicBezTo>
                  <a:close/>
                  <a:moveTo>
                    <a:pt x="7693" y="1"/>
                  </a:moveTo>
                  <a:cubicBezTo>
                    <a:pt x="5153" y="1"/>
                    <a:pt x="3072" y="2066"/>
                    <a:pt x="3072" y="4610"/>
                  </a:cubicBezTo>
                  <a:lnTo>
                    <a:pt x="3072" y="6180"/>
                  </a:lnTo>
                  <a:lnTo>
                    <a:pt x="2989" y="6180"/>
                  </a:lnTo>
                  <a:cubicBezTo>
                    <a:pt x="2775" y="5585"/>
                    <a:pt x="2212" y="5153"/>
                    <a:pt x="1534" y="5153"/>
                  </a:cubicBezTo>
                  <a:cubicBezTo>
                    <a:pt x="694" y="5153"/>
                    <a:pt x="0" y="5847"/>
                    <a:pt x="0" y="6691"/>
                  </a:cubicBezTo>
                  <a:cubicBezTo>
                    <a:pt x="0" y="7369"/>
                    <a:pt x="428" y="7928"/>
                    <a:pt x="1023" y="8142"/>
                  </a:cubicBezTo>
                  <a:lnTo>
                    <a:pt x="1023" y="8736"/>
                  </a:lnTo>
                  <a:cubicBezTo>
                    <a:pt x="1023" y="11511"/>
                    <a:pt x="2723" y="13889"/>
                    <a:pt x="5137" y="14900"/>
                  </a:cubicBezTo>
                  <a:cubicBezTo>
                    <a:pt x="4507" y="15395"/>
                    <a:pt x="4095" y="16136"/>
                    <a:pt x="4095" y="16981"/>
                  </a:cubicBezTo>
                  <a:cubicBezTo>
                    <a:pt x="4095" y="17258"/>
                    <a:pt x="4324" y="17492"/>
                    <a:pt x="4622" y="17492"/>
                  </a:cubicBezTo>
                  <a:lnTo>
                    <a:pt x="10765" y="17492"/>
                  </a:lnTo>
                  <a:cubicBezTo>
                    <a:pt x="11047" y="17492"/>
                    <a:pt x="11280" y="17258"/>
                    <a:pt x="11280" y="16981"/>
                  </a:cubicBezTo>
                  <a:cubicBezTo>
                    <a:pt x="11280" y="16136"/>
                    <a:pt x="10884" y="15395"/>
                    <a:pt x="10238" y="14900"/>
                  </a:cubicBezTo>
                  <a:cubicBezTo>
                    <a:pt x="12648" y="13889"/>
                    <a:pt x="14352" y="11511"/>
                    <a:pt x="14352" y="8736"/>
                  </a:cubicBezTo>
                  <a:lnTo>
                    <a:pt x="14352" y="8142"/>
                  </a:lnTo>
                  <a:cubicBezTo>
                    <a:pt x="14947" y="7928"/>
                    <a:pt x="15375" y="7369"/>
                    <a:pt x="15375" y="6691"/>
                  </a:cubicBezTo>
                  <a:cubicBezTo>
                    <a:pt x="15375" y="5847"/>
                    <a:pt x="14697" y="5153"/>
                    <a:pt x="13837" y="5153"/>
                  </a:cubicBezTo>
                  <a:cubicBezTo>
                    <a:pt x="13179" y="5153"/>
                    <a:pt x="12600" y="5585"/>
                    <a:pt x="12386" y="6180"/>
                  </a:cubicBezTo>
                  <a:lnTo>
                    <a:pt x="12303" y="6180"/>
                  </a:lnTo>
                  <a:lnTo>
                    <a:pt x="12303" y="4610"/>
                  </a:lnTo>
                  <a:cubicBezTo>
                    <a:pt x="12303" y="2066"/>
                    <a:pt x="10238" y="1"/>
                    <a:pt x="7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7"/>
            <p:cNvSpPr/>
            <p:nvPr/>
          </p:nvSpPr>
          <p:spPr>
            <a:xfrm>
              <a:off x="1475604" y="1456884"/>
              <a:ext cx="23636" cy="213211"/>
            </a:xfrm>
            <a:custGeom>
              <a:rect b="b" l="l" r="r" t="t"/>
              <a:pathLst>
                <a:path extrusionOk="0" h="9264" w="1027">
                  <a:moveTo>
                    <a:pt x="511" y="1"/>
                  </a:moveTo>
                  <a:cubicBezTo>
                    <a:pt x="234" y="1"/>
                    <a:pt x="0" y="231"/>
                    <a:pt x="0" y="512"/>
                  </a:cubicBezTo>
                  <a:lnTo>
                    <a:pt x="0" y="8752"/>
                  </a:lnTo>
                  <a:cubicBezTo>
                    <a:pt x="0" y="9034"/>
                    <a:pt x="234" y="9264"/>
                    <a:pt x="511" y="9264"/>
                  </a:cubicBezTo>
                  <a:cubicBezTo>
                    <a:pt x="793" y="9264"/>
                    <a:pt x="1027" y="9034"/>
                    <a:pt x="1027" y="8752"/>
                  </a:cubicBezTo>
                  <a:lnTo>
                    <a:pt x="1027" y="512"/>
                  </a:lnTo>
                  <a:cubicBezTo>
                    <a:pt x="1027" y="231"/>
                    <a:pt x="79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5" name="Google Shape;1785;p47"/>
          <p:cNvGrpSpPr/>
          <p:nvPr/>
        </p:nvGrpSpPr>
        <p:grpSpPr>
          <a:xfrm>
            <a:off x="5988918" y="1924077"/>
            <a:ext cx="405133" cy="402855"/>
            <a:chOff x="1969368" y="3987889"/>
            <a:chExt cx="405133" cy="402855"/>
          </a:xfrm>
        </p:grpSpPr>
        <p:sp>
          <p:nvSpPr>
            <p:cNvPr id="1786" name="Google Shape;1786;p47"/>
            <p:cNvSpPr/>
            <p:nvPr/>
          </p:nvSpPr>
          <p:spPr>
            <a:xfrm>
              <a:off x="1969368" y="3987889"/>
              <a:ext cx="405133" cy="402855"/>
            </a:xfrm>
            <a:custGeom>
              <a:rect b="b" l="l" r="r" t="t"/>
              <a:pathLst>
                <a:path extrusionOk="0" h="17504" w="17603">
                  <a:moveTo>
                    <a:pt x="6176" y="1023"/>
                  </a:moveTo>
                  <a:cubicBezTo>
                    <a:pt x="6457" y="1023"/>
                    <a:pt x="6687" y="1253"/>
                    <a:pt x="6687" y="1534"/>
                  </a:cubicBezTo>
                  <a:cubicBezTo>
                    <a:pt x="6687" y="1832"/>
                    <a:pt x="6921" y="2046"/>
                    <a:pt x="7198" y="2046"/>
                  </a:cubicBezTo>
                  <a:lnTo>
                    <a:pt x="7714" y="2046"/>
                  </a:lnTo>
                  <a:cubicBezTo>
                    <a:pt x="7991" y="2046"/>
                    <a:pt x="8225" y="2280"/>
                    <a:pt x="8225" y="2561"/>
                  </a:cubicBezTo>
                  <a:cubicBezTo>
                    <a:pt x="8225" y="2858"/>
                    <a:pt x="7991" y="3072"/>
                    <a:pt x="7714" y="3072"/>
                  </a:cubicBezTo>
                  <a:lnTo>
                    <a:pt x="4642" y="3072"/>
                  </a:lnTo>
                  <a:cubicBezTo>
                    <a:pt x="4361" y="3072"/>
                    <a:pt x="4127" y="2858"/>
                    <a:pt x="4127" y="2561"/>
                  </a:cubicBezTo>
                  <a:cubicBezTo>
                    <a:pt x="4127" y="2280"/>
                    <a:pt x="4361" y="2046"/>
                    <a:pt x="4642" y="2046"/>
                  </a:cubicBezTo>
                  <a:lnTo>
                    <a:pt x="5153" y="2046"/>
                  </a:lnTo>
                  <a:cubicBezTo>
                    <a:pt x="5435" y="2046"/>
                    <a:pt x="5665" y="1832"/>
                    <a:pt x="5665" y="1534"/>
                  </a:cubicBezTo>
                  <a:cubicBezTo>
                    <a:pt x="5665" y="1253"/>
                    <a:pt x="5894" y="1023"/>
                    <a:pt x="6176" y="1023"/>
                  </a:cubicBezTo>
                  <a:close/>
                  <a:moveTo>
                    <a:pt x="15920" y="3122"/>
                  </a:moveTo>
                  <a:cubicBezTo>
                    <a:pt x="16052" y="3122"/>
                    <a:pt x="16184" y="3171"/>
                    <a:pt x="16283" y="3270"/>
                  </a:cubicBezTo>
                  <a:cubicBezTo>
                    <a:pt x="16481" y="3469"/>
                    <a:pt x="16481" y="3782"/>
                    <a:pt x="16283" y="3996"/>
                  </a:cubicBezTo>
                  <a:lnTo>
                    <a:pt x="15918" y="4360"/>
                  </a:lnTo>
                  <a:lnTo>
                    <a:pt x="15193" y="3631"/>
                  </a:lnTo>
                  <a:lnTo>
                    <a:pt x="15558" y="3270"/>
                  </a:lnTo>
                  <a:cubicBezTo>
                    <a:pt x="15657" y="3171"/>
                    <a:pt x="15788" y="3122"/>
                    <a:pt x="15920" y="3122"/>
                  </a:cubicBezTo>
                  <a:close/>
                  <a:moveTo>
                    <a:pt x="14468" y="4360"/>
                  </a:moveTo>
                  <a:lnTo>
                    <a:pt x="15193" y="5070"/>
                  </a:lnTo>
                  <a:lnTo>
                    <a:pt x="10801" y="9461"/>
                  </a:lnTo>
                  <a:cubicBezTo>
                    <a:pt x="10718" y="9315"/>
                    <a:pt x="10603" y="9180"/>
                    <a:pt x="10488" y="9065"/>
                  </a:cubicBezTo>
                  <a:cubicBezTo>
                    <a:pt x="10353" y="8934"/>
                    <a:pt x="10223" y="8835"/>
                    <a:pt x="10092" y="8736"/>
                  </a:cubicBezTo>
                  <a:lnTo>
                    <a:pt x="12189" y="6639"/>
                  </a:lnTo>
                  <a:lnTo>
                    <a:pt x="14468" y="4360"/>
                  </a:lnTo>
                  <a:close/>
                  <a:moveTo>
                    <a:pt x="9363" y="9497"/>
                  </a:moveTo>
                  <a:cubicBezTo>
                    <a:pt x="9513" y="9576"/>
                    <a:pt x="9644" y="9675"/>
                    <a:pt x="9759" y="9794"/>
                  </a:cubicBezTo>
                  <a:cubicBezTo>
                    <a:pt x="9874" y="9909"/>
                    <a:pt x="9973" y="10040"/>
                    <a:pt x="10040" y="10191"/>
                  </a:cubicBezTo>
                  <a:cubicBezTo>
                    <a:pt x="9462" y="10686"/>
                    <a:pt x="8820" y="11098"/>
                    <a:pt x="8126" y="11427"/>
                  </a:cubicBezTo>
                  <a:cubicBezTo>
                    <a:pt x="8455" y="10734"/>
                    <a:pt x="8867" y="10092"/>
                    <a:pt x="9363" y="9497"/>
                  </a:cubicBezTo>
                  <a:close/>
                  <a:moveTo>
                    <a:pt x="10801" y="3072"/>
                  </a:moveTo>
                  <a:cubicBezTo>
                    <a:pt x="11083" y="3072"/>
                    <a:pt x="11313" y="3302"/>
                    <a:pt x="11313" y="3599"/>
                  </a:cubicBezTo>
                  <a:lnTo>
                    <a:pt x="11313" y="6061"/>
                  </a:lnTo>
                  <a:lnTo>
                    <a:pt x="9101" y="8272"/>
                  </a:lnTo>
                  <a:cubicBezTo>
                    <a:pt x="9018" y="8356"/>
                    <a:pt x="8934" y="8455"/>
                    <a:pt x="8835" y="8538"/>
                  </a:cubicBezTo>
                  <a:lnTo>
                    <a:pt x="8835" y="8554"/>
                  </a:lnTo>
                  <a:cubicBezTo>
                    <a:pt x="7912" y="9545"/>
                    <a:pt x="7198" y="10750"/>
                    <a:pt x="6786" y="12022"/>
                  </a:cubicBezTo>
                  <a:cubicBezTo>
                    <a:pt x="6770" y="12073"/>
                    <a:pt x="6572" y="12418"/>
                    <a:pt x="6854" y="12684"/>
                  </a:cubicBezTo>
                  <a:cubicBezTo>
                    <a:pt x="6969" y="12806"/>
                    <a:pt x="7095" y="12841"/>
                    <a:pt x="7206" y="12841"/>
                  </a:cubicBezTo>
                  <a:cubicBezTo>
                    <a:pt x="7366" y="12841"/>
                    <a:pt x="7494" y="12767"/>
                    <a:pt x="7516" y="12767"/>
                  </a:cubicBezTo>
                  <a:cubicBezTo>
                    <a:pt x="8804" y="12335"/>
                    <a:pt x="9993" y="11625"/>
                    <a:pt x="10999" y="10718"/>
                  </a:cubicBezTo>
                  <a:lnTo>
                    <a:pt x="10999" y="10702"/>
                  </a:lnTo>
                  <a:cubicBezTo>
                    <a:pt x="11099" y="10619"/>
                    <a:pt x="11198" y="10535"/>
                    <a:pt x="11281" y="10436"/>
                  </a:cubicBezTo>
                  <a:lnTo>
                    <a:pt x="11313" y="10421"/>
                  </a:lnTo>
                  <a:lnTo>
                    <a:pt x="11313" y="15969"/>
                  </a:lnTo>
                  <a:cubicBezTo>
                    <a:pt x="11313" y="16251"/>
                    <a:pt x="11083" y="16481"/>
                    <a:pt x="10801" y="16481"/>
                  </a:cubicBezTo>
                  <a:lnTo>
                    <a:pt x="1535" y="16481"/>
                  </a:lnTo>
                  <a:cubicBezTo>
                    <a:pt x="1253" y="16481"/>
                    <a:pt x="1023" y="16251"/>
                    <a:pt x="1023" y="15969"/>
                  </a:cubicBezTo>
                  <a:lnTo>
                    <a:pt x="1023" y="3599"/>
                  </a:lnTo>
                  <a:cubicBezTo>
                    <a:pt x="1023" y="3302"/>
                    <a:pt x="1253" y="3072"/>
                    <a:pt x="1535" y="3072"/>
                  </a:cubicBezTo>
                  <a:lnTo>
                    <a:pt x="3187" y="3072"/>
                  </a:lnTo>
                  <a:cubicBezTo>
                    <a:pt x="3401" y="3683"/>
                    <a:pt x="3980" y="4111"/>
                    <a:pt x="4642" y="4111"/>
                  </a:cubicBezTo>
                  <a:lnTo>
                    <a:pt x="7714" y="4111"/>
                  </a:lnTo>
                  <a:cubicBezTo>
                    <a:pt x="8388" y="4111"/>
                    <a:pt x="8950" y="3683"/>
                    <a:pt x="9164" y="3072"/>
                  </a:cubicBezTo>
                  <a:close/>
                  <a:moveTo>
                    <a:pt x="6176" y="0"/>
                  </a:moveTo>
                  <a:cubicBezTo>
                    <a:pt x="5514" y="0"/>
                    <a:pt x="4939" y="429"/>
                    <a:pt x="4721" y="1023"/>
                  </a:cubicBezTo>
                  <a:lnTo>
                    <a:pt x="4642" y="1023"/>
                  </a:lnTo>
                  <a:cubicBezTo>
                    <a:pt x="3980" y="1023"/>
                    <a:pt x="3401" y="1451"/>
                    <a:pt x="3187" y="2046"/>
                  </a:cubicBezTo>
                  <a:lnTo>
                    <a:pt x="1535" y="2046"/>
                  </a:lnTo>
                  <a:cubicBezTo>
                    <a:pt x="678" y="2046"/>
                    <a:pt x="1" y="2739"/>
                    <a:pt x="1" y="3599"/>
                  </a:cubicBezTo>
                  <a:lnTo>
                    <a:pt x="1" y="15969"/>
                  </a:lnTo>
                  <a:cubicBezTo>
                    <a:pt x="1" y="16810"/>
                    <a:pt x="678" y="17503"/>
                    <a:pt x="1535" y="17503"/>
                  </a:cubicBezTo>
                  <a:lnTo>
                    <a:pt x="10801" y="17503"/>
                  </a:lnTo>
                  <a:cubicBezTo>
                    <a:pt x="11642" y="17503"/>
                    <a:pt x="12335" y="16810"/>
                    <a:pt x="12335" y="15969"/>
                  </a:cubicBezTo>
                  <a:lnTo>
                    <a:pt x="12335" y="9398"/>
                  </a:lnTo>
                  <a:cubicBezTo>
                    <a:pt x="12684" y="9033"/>
                    <a:pt x="16794" y="4939"/>
                    <a:pt x="17008" y="4705"/>
                  </a:cubicBezTo>
                  <a:cubicBezTo>
                    <a:pt x="17603" y="4111"/>
                    <a:pt x="17603" y="3136"/>
                    <a:pt x="17008" y="2541"/>
                  </a:cubicBezTo>
                  <a:cubicBezTo>
                    <a:pt x="16711" y="2236"/>
                    <a:pt x="16315" y="2083"/>
                    <a:pt x="15918" y="2083"/>
                  </a:cubicBezTo>
                  <a:cubicBezTo>
                    <a:pt x="15522" y="2083"/>
                    <a:pt x="15125" y="2236"/>
                    <a:pt x="14828" y="2541"/>
                  </a:cubicBezTo>
                  <a:cubicBezTo>
                    <a:pt x="14567" y="2807"/>
                    <a:pt x="12585" y="4788"/>
                    <a:pt x="12335" y="5038"/>
                  </a:cubicBezTo>
                  <a:lnTo>
                    <a:pt x="12335" y="3599"/>
                  </a:lnTo>
                  <a:cubicBezTo>
                    <a:pt x="12335" y="2739"/>
                    <a:pt x="11642" y="2046"/>
                    <a:pt x="10801" y="2046"/>
                  </a:cubicBezTo>
                  <a:lnTo>
                    <a:pt x="9164" y="2046"/>
                  </a:lnTo>
                  <a:cubicBezTo>
                    <a:pt x="8950" y="1451"/>
                    <a:pt x="8388" y="1023"/>
                    <a:pt x="7714" y="1023"/>
                  </a:cubicBezTo>
                  <a:lnTo>
                    <a:pt x="7630" y="1023"/>
                  </a:lnTo>
                  <a:cubicBezTo>
                    <a:pt x="7416" y="429"/>
                    <a:pt x="6854" y="0"/>
                    <a:pt x="61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7"/>
            <p:cNvSpPr/>
            <p:nvPr/>
          </p:nvSpPr>
          <p:spPr>
            <a:xfrm>
              <a:off x="2276872" y="4248235"/>
              <a:ext cx="94983" cy="142509"/>
            </a:xfrm>
            <a:custGeom>
              <a:rect b="b" l="l" r="r" t="t"/>
              <a:pathLst>
                <a:path extrusionOk="0" h="6192" w="4127">
                  <a:moveTo>
                    <a:pt x="2593" y="1023"/>
                  </a:moveTo>
                  <a:cubicBezTo>
                    <a:pt x="2874" y="1023"/>
                    <a:pt x="3104" y="1257"/>
                    <a:pt x="3104" y="1534"/>
                  </a:cubicBezTo>
                  <a:lnTo>
                    <a:pt x="3104" y="2049"/>
                  </a:lnTo>
                  <a:lnTo>
                    <a:pt x="1023" y="2049"/>
                  </a:lnTo>
                  <a:lnTo>
                    <a:pt x="1023" y="1534"/>
                  </a:lnTo>
                  <a:cubicBezTo>
                    <a:pt x="1023" y="1257"/>
                    <a:pt x="1253" y="1023"/>
                    <a:pt x="1535" y="1023"/>
                  </a:cubicBezTo>
                  <a:close/>
                  <a:moveTo>
                    <a:pt x="3104" y="3072"/>
                  </a:moveTo>
                  <a:lnTo>
                    <a:pt x="3104" y="5169"/>
                  </a:lnTo>
                  <a:lnTo>
                    <a:pt x="1023" y="5169"/>
                  </a:lnTo>
                  <a:lnTo>
                    <a:pt x="1023" y="3072"/>
                  </a:lnTo>
                  <a:close/>
                  <a:moveTo>
                    <a:pt x="1535" y="0"/>
                  </a:moveTo>
                  <a:cubicBezTo>
                    <a:pt x="694" y="0"/>
                    <a:pt x="1" y="694"/>
                    <a:pt x="1" y="1534"/>
                  </a:cubicBezTo>
                  <a:lnTo>
                    <a:pt x="1" y="5680"/>
                  </a:lnTo>
                  <a:cubicBezTo>
                    <a:pt x="1" y="5961"/>
                    <a:pt x="231" y="6191"/>
                    <a:pt x="512" y="6191"/>
                  </a:cubicBezTo>
                  <a:lnTo>
                    <a:pt x="3615" y="6191"/>
                  </a:lnTo>
                  <a:cubicBezTo>
                    <a:pt x="3897" y="6191"/>
                    <a:pt x="4127" y="5961"/>
                    <a:pt x="4127" y="5680"/>
                  </a:cubicBezTo>
                  <a:lnTo>
                    <a:pt x="4127" y="1534"/>
                  </a:lnTo>
                  <a:cubicBezTo>
                    <a:pt x="4127" y="694"/>
                    <a:pt x="3433" y="0"/>
                    <a:pt x="2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7"/>
            <p:cNvSpPr/>
            <p:nvPr/>
          </p:nvSpPr>
          <p:spPr>
            <a:xfrm>
              <a:off x="2016089" y="4106785"/>
              <a:ext cx="96617" cy="70771"/>
            </a:xfrm>
            <a:custGeom>
              <a:rect b="b" l="l" r="r" t="t"/>
              <a:pathLst>
                <a:path extrusionOk="0" h="3075" w="4198">
                  <a:moveTo>
                    <a:pt x="3635" y="1"/>
                  </a:moveTo>
                  <a:cubicBezTo>
                    <a:pt x="3502" y="1"/>
                    <a:pt x="3369" y="50"/>
                    <a:pt x="3270" y="150"/>
                  </a:cubicBezTo>
                  <a:lnTo>
                    <a:pt x="1585" y="1834"/>
                  </a:lnTo>
                  <a:lnTo>
                    <a:pt x="927" y="1176"/>
                  </a:lnTo>
                  <a:cubicBezTo>
                    <a:pt x="828" y="1077"/>
                    <a:pt x="696" y="1027"/>
                    <a:pt x="563" y="1027"/>
                  </a:cubicBezTo>
                  <a:cubicBezTo>
                    <a:pt x="430" y="1027"/>
                    <a:pt x="297" y="1077"/>
                    <a:pt x="198" y="1176"/>
                  </a:cubicBezTo>
                  <a:cubicBezTo>
                    <a:pt x="0" y="1374"/>
                    <a:pt x="0" y="1703"/>
                    <a:pt x="198" y="1901"/>
                  </a:cubicBezTo>
                  <a:lnTo>
                    <a:pt x="1225" y="2924"/>
                  </a:lnTo>
                  <a:cubicBezTo>
                    <a:pt x="1324" y="3023"/>
                    <a:pt x="1455" y="3075"/>
                    <a:pt x="1585" y="3075"/>
                  </a:cubicBezTo>
                  <a:cubicBezTo>
                    <a:pt x="1720" y="3075"/>
                    <a:pt x="1851" y="3023"/>
                    <a:pt x="1950" y="2924"/>
                  </a:cubicBezTo>
                  <a:lnTo>
                    <a:pt x="3999" y="879"/>
                  </a:lnTo>
                  <a:cubicBezTo>
                    <a:pt x="4197" y="681"/>
                    <a:pt x="4197" y="348"/>
                    <a:pt x="3999" y="150"/>
                  </a:cubicBezTo>
                  <a:cubicBezTo>
                    <a:pt x="3900" y="50"/>
                    <a:pt x="3767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7"/>
            <p:cNvSpPr/>
            <p:nvPr/>
          </p:nvSpPr>
          <p:spPr>
            <a:xfrm>
              <a:off x="2016089" y="4177487"/>
              <a:ext cx="96617" cy="70771"/>
            </a:xfrm>
            <a:custGeom>
              <a:rect b="b" l="l" r="r" t="t"/>
              <a:pathLst>
                <a:path extrusionOk="0" h="3075" w="4198">
                  <a:moveTo>
                    <a:pt x="3635" y="1"/>
                  </a:moveTo>
                  <a:cubicBezTo>
                    <a:pt x="3502" y="1"/>
                    <a:pt x="3369" y="50"/>
                    <a:pt x="3270" y="149"/>
                  </a:cubicBezTo>
                  <a:lnTo>
                    <a:pt x="1585" y="1834"/>
                  </a:lnTo>
                  <a:lnTo>
                    <a:pt x="927" y="1176"/>
                  </a:lnTo>
                  <a:cubicBezTo>
                    <a:pt x="828" y="1077"/>
                    <a:pt x="696" y="1027"/>
                    <a:pt x="563" y="1027"/>
                  </a:cubicBezTo>
                  <a:cubicBezTo>
                    <a:pt x="430" y="1027"/>
                    <a:pt x="297" y="1077"/>
                    <a:pt x="198" y="1176"/>
                  </a:cubicBezTo>
                  <a:cubicBezTo>
                    <a:pt x="0" y="1374"/>
                    <a:pt x="0" y="1703"/>
                    <a:pt x="198" y="1901"/>
                  </a:cubicBezTo>
                  <a:lnTo>
                    <a:pt x="1225" y="2924"/>
                  </a:lnTo>
                  <a:cubicBezTo>
                    <a:pt x="1324" y="3023"/>
                    <a:pt x="1455" y="3074"/>
                    <a:pt x="1585" y="3074"/>
                  </a:cubicBezTo>
                  <a:cubicBezTo>
                    <a:pt x="1720" y="3074"/>
                    <a:pt x="1851" y="3023"/>
                    <a:pt x="1950" y="2924"/>
                  </a:cubicBezTo>
                  <a:lnTo>
                    <a:pt x="3999" y="879"/>
                  </a:lnTo>
                  <a:cubicBezTo>
                    <a:pt x="4197" y="680"/>
                    <a:pt x="4197" y="347"/>
                    <a:pt x="3999" y="149"/>
                  </a:cubicBezTo>
                  <a:cubicBezTo>
                    <a:pt x="3900" y="50"/>
                    <a:pt x="3767" y="1"/>
                    <a:pt x="3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47"/>
            <p:cNvSpPr/>
            <p:nvPr/>
          </p:nvSpPr>
          <p:spPr>
            <a:xfrm>
              <a:off x="2016089" y="4271802"/>
              <a:ext cx="72981" cy="71001"/>
            </a:xfrm>
            <a:custGeom>
              <a:rect b="b" l="l" r="r" t="t"/>
              <a:pathLst>
                <a:path extrusionOk="0" h="3085" w="3171">
                  <a:moveTo>
                    <a:pt x="563" y="1"/>
                  </a:moveTo>
                  <a:cubicBezTo>
                    <a:pt x="430" y="1"/>
                    <a:pt x="297" y="50"/>
                    <a:pt x="198" y="150"/>
                  </a:cubicBezTo>
                  <a:cubicBezTo>
                    <a:pt x="0" y="364"/>
                    <a:pt x="0" y="677"/>
                    <a:pt x="198" y="875"/>
                  </a:cubicBezTo>
                  <a:lnTo>
                    <a:pt x="860" y="1537"/>
                  </a:lnTo>
                  <a:lnTo>
                    <a:pt x="198" y="2215"/>
                  </a:lnTo>
                  <a:cubicBezTo>
                    <a:pt x="0" y="2413"/>
                    <a:pt x="0" y="2726"/>
                    <a:pt x="198" y="2924"/>
                  </a:cubicBezTo>
                  <a:cubicBezTo>
                    <a:pt x="297" y="3031"/>
                    <a:pt x="430" y="3085"/>
                    <a:pt x="563" y="3085"/>
                  </a:cubicBezTo>
                  <a:cubicBezTo>
                    <a:pt x="696" y="3085"/>
                    <a:pt x="828" y="3031"/>
                    <a:pt x="927" y="2924"/>
                  </a:cubicBezTo>
                  <a:lnTo>
                    <a:pt x="1585" y="2262"/>
                  </a:lnTo>
                  <a:lnTo>
                    <a:pt x="2247" y="2924"/>
                  </a:lnTo>
                  <a:cubicBezTo>
                    <a:pt x="2346" y="3031"/>
                    <a:pt x="2478" y="3085"/>
                    <a:pt x="2610" y="3085"/>
                  </a:cubicBezTo>
                  <a:cubicBezTo>
                    <a:pt x="2742" y="3085"/>
                    <a:pt x="2874" y="3031"/>
                    <a:pt x="2973" y="2924"/>
                  </a:cubicBezTo>
                  <a:cubicBezTo>
                    <a:pt x="3171" y="2726"/>
                    <a:pt x="3171" y="2413"/>
                    <a:pt x="2973" y="2215"/>
                  </a:cubicBezTo>
                  <a:lnTo>
                    <a:pt x="2315" y="1537"/>
                  </a:lnTo>
                  <a:lnTo>
                    <a:pt x="2973" y="875"/>
                  </a:lnTo>
                  <a:cubicBezTo>
                    <a:pt x="3171" y="677"/>
                    <a:pt x="3171" y="364"/>
                    <a:pt x="2973" y="150"/>
                  </a:cubicBezTo>
                  <a:cubicBezTo>
                    <a:pt x="2874" y="50"/>
                    <a:pt x="2742" y="1"/>
                    <a:pt x="2610" y="1"/>
                  </a:cubicBezTo>
                  <a:cubicBezTo>
                    <a:pt x="2478" y="1"/>
                    <a:pt x="2346" y="50"/>
                    <a:pt x="2247" y="150"/>
                  </a:cubicBezTo>
                  <a:lnTo>
                    <a:pt x="1585" y="827"/>
                  </a:lnTo>
                  <a:lnTo>
                    <a:pt x="927" y="150"/>
                  </a:lnTo>
                  <a:cubicBezTo>
                    <a:pt x="828" y="50"/>
                    <a:pt x="696" y="1"/>
                    <a:pt x="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7"/>
            <p:cNvSpPr/>
            <p:nvPr/>
          </p:nvSpPr>
          <p:spPr>
            <a:xfrm>
              <a:off x="2111486" y="4130375"/>
              <a:ext cx="70725" cy="23659"/>
            </a:xfrm>
            <a:custGeom>
              <a:rect b="b" l="l" r="r" t="t"/>
              <a:pathLst>
                <a:path extrusionOk="0" h="1028" w="3073">
                  <a:moveTo>
                    <a:pt x="512" y="0"/>
                  </a:moveTo>
                  <a:cubicBezTo>
                    <a:pt x="231" y="0"/>
                    <a:pt x="1" y="234"/>
                    <a:pt x="1" y="512"/>
                  </a:cubicBezTo>
                  <a:cubicBezTo>
                    <a:pt x="1" y="793"/>
                    <a:pt x="231" y="1027"/>
                    <a:pt x="512" y="1027"/>
                  </a:cubicBezTo>
                  <a:lnTo>
                    <a:pt x="2561" y="1027"/>
                  </a:lnTo>
                  <a:cubicBezTo>
                    <a:pt x="2859" y="1027"/>
                    <a:pt x="3073" y="793"/>
                    <a:pt x="3073" y="512"/>
                  </a:cubicBezTo>
                  <a:cubicBezTo>
                    <a:pt x="3073" y="234"/>
                    <a:pt x="2859" y="0"/>
                    <a:pt x="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7"/>
            <p:cNvSpPr/>
            <p:nvPr/>
          </p:nvSpPr>
          <p:spPr>
            <a:xfrm>
              <a:off x="2111486" y="4318937"/>
              <a:ext cx="70725" cy="23913"/>
            </a:xfrm>
            <a:custGeom>
              <a:rect b="b" l="l" r="r" t="t"/>
              <a:pathLst>
                <a:path extrusionOk="0" h="1039" w="3073">
                  <a:moveTo>
                    <a:pt x="512" y="0"/>
                  </a:moveTo>
                  <a:cubicBezTo>
                    <a:pt x="231" y="0"/>
                    <a:pt x="1" y="230"/>
                    <a:pt x="1" y="527"/>
                  </a:cubicBezTo>
                  <a:cubicBezTo>
                    <a:pt x="1" y="809"/>
                    <a:pt x="231" y="1038"/>
                    <a:pt x="512" y="1038"/>
                  </a:cubicBezTo>
                  <a:lnTo>
                    <a:pt x="2561" y="1038"/>
                  </a:lnTo>
                  <a:cubicBezTo>
                    <a:pt x="2859" y="1038"/>
                    <a:pt x="3073" y="809"/>
                    <a:pt x="3073" y="527"/>
                  </a:cubicBezTo>
                  <a:cubicBezTo>
                    <a:pt x="3073" y="230"/>
                    <a:pt x="2859" y="0"/>
                    <a:pt x="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3" name="Google Shape;1793;p47"/>
          <p:cNvGrpSpPr/>
          <p:nvPr/>
        </p:nvGrpSpPr>
        <p:grpSpPr>
          <a:xfrm>
            <a:off x="3395458" y="1924353"/>
            <a:ext cx="402486" cy="402578"/>
            <a:chOff x="3353283" y="1409726"/>
            <a:chExt cx="402486" cy="402578"/>
          </a:xfrm>
        </p:grpSpPr>
        <p:sp>
          <p:nvSpPr>
            <p:cNvPr id="1794" name="Google Shape;1794;p47"/>
            <p:cNvSpPr/>
            <p:nvPr/>
          </p:nvSpPr>
          <p:spPr>
            <a:xfrm>
              <a:off x="3542559" y="1456884"/>
              <a:ext cx="23567" cy="23567"/>
            </a:xfrm>
            <a:custGeom>
              <a:rect b="b" l="l" r="r" t="t"/>
              <a:pathLst>
                <a:path extrusionOk="0" h="1024" w="1024">
                  <a:moveTo>
                    <a:pt x="512" y="1"/>
                  </a:moveTo>
                  <a:cubicBezTo>
                    <a:pt x="230" y="1"/>
                    <a:pt x="1" y="231"/>
                    <a:pt x="1" y="512"/>
                  </a:cubicBezTo>
                  <a:cubicBezTo>
                    <a:pt x="1" y="794"/>
                    <a:pt x="230" y="1024"/>
                    <a:pt x="512" y="1024"/>
                  </a:cubicBezTo>
                  <a:cubicBezTo>
                    <a:pt x="809" y="1024"/>
                    <a:pt x="1023" y="794"/>
                    <a:pt x="1023" y="512"/>
                  </a:cubicBezTo>
                  <a:cubicBezTo>
                    <a:pt x="1023" y="231"/>
                    <a:pt x="809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47"/>
            <p:cNvSpPr/>
            <p:nvPr/>
          </p:nvSpPr>
          <p:spPr>
            <a:xfrm>
              <a:off x="3353283" y="1409726"/>
              <a:ext cx="402486" cy="402578"/>
            </a:xfrm>
            <a:custGeom>
              <a:rect b="b" l="l" r="r" t="t"/>
              <a:pathLst>
                <a:path extrusionOk="0" h="17492" w="17488">
                  <a:moveTo>
                    <a:pt x="8736" y="1027"/>
                  </a:moveTo>
                  <a:cubicBezTo>
                    <a:pt x="9592" y="1027"/>
                    <a:pt x="10286" y="1701"/>
                    <a:pt x="10286" y="2561"/>
                  </a:cubicBezTo>
                  <a:cubicBezTo>
                    <a:pt x="10286" y="3406"/>
                    <a:pt x="9592" y="4099"/>
                    <a:pt x="8736" y="4099"/>
                  </a:cubicBezTo>
                  <a:cubicBezTo>
                    <a:pt x="7892" y="4099"/>
                    <a:pt x="7198" y="3406"/>
                    <a:pt x="7198" y="2561"/>
                  </a:cubicBezTo>
                  <a:cubicBezTo>
                    <a:pt x="7198" y="1701"/>
                    <a:pt x="7892" y="1027"/>
                    <a:pt x="8736" y="1027"/>
                  </a:cubicBezTo>
                  <a:close/>
                  <a:moveTo>
                    <a:pt x="4638" y="7203"/>
                  </a:moveTo>
                  <a:cubicBezTo>
                    <a:pt x="5200" y="7203"/>
                    <a:pt x="5664" y="7666"/>
                    <a:pt x="5664" y="8225"/>
                  </a:cubicBezTo>
                  <a:cubicBezTo>
                    <a:pt x="5664" y="8804"/>
                    <a:pt x="5200" y="9252"/>
                    <a:pt x="4638" y="9252"/>
                  </a:cubicBezTo>
                  <a:cubicBezTo>
                    <a:pt x="4079" y="9252"/>
                    <a:pt x="3615" y="8804"/>
                    <a:pt x="3615" y="8225"/>
                  </a:cubicBezTo>
                  <a:cubicBezTo>
                    <a:pt x="3615" y="7666"/>
                    <a:pt x="4079" y="7203"/>
                    <a:pt x="4638" y="7203"/>
                  </a:cubicBezTo>
                  <a:close/>
                  <a:moveTo>
                    <a:pt x="12846" y="7203"/>
                  </a:moveTo>
                  <a:cubicBezTo>
                    <a:pt x="13409" y="7203"/>
                    <a:pt x="13873" y="7666"/>
                    <a:pt x="13873" y="8225"/>
                  </a:cubicBezTo>
                  <a:cubicBezTo>
                    <a:pt x="13873" y="8804"/>
                    <a:pt x="13409" y="9252"/>
                    <a:pt x="12846" y="9252"/>
                  </a:cubicBezTo>
                  <a:cubicBezTo>
                    <a:pt x="12287" y="9252"/>
                    <a:pt x="11823" y="8804"/>
                    <a:pt x="11823" y="8225"/>
                  </a:cubicBezTo>
                  <a:cubicBezTo>
                    <a:pt x="11823" y="7666"/>
                    <a:pt x="12287" y="7203"/>
                    <a:pt x="12846" y="7203"/>
                  </a:cubicBezTo>
                  <a:close/>
                  <a:moveTo>
                    <a:pt x="4638" y="10290"/>
                  </a:moveTo>
                  <a:cubicBezTo>
                    <a:pt x="5482" y="10290"/>
                    <a:pt x="6175" y="10968"/>
                    <a:pt x="6175" y="11828"/>
                  </a:cubicBezTo>
                  <a:lnTo>
                    <a:pt x="6175" y="12339"/>
                  </a:lnTo>
                  <a:lnTo>
                    <a:pt x="3104" y="12339"/>
                  </a:lnTo>
                  <a:lnTo>
                    <a:pt x="3104" y="11828"/>
                  </a:lnTo>
                  <a:cubicBezTo>
                    <a:pt x="3104" y="10968"/>
                    <a:pt x="3797" y="10290"/>
                    <a:pt x="4638" y="10290"/>
                  </a:cubicBezTo>
                  <a:close/>
                  <a:moveTo>
                    <a:pt x="6223" y="3073"/>
                  </a:moveTo>
                  <a:cubicBezTo>
                    <a:pt x="6441" y="4079"/>
                    <a:pt x="7234" y="4872"/>
                    <a:pt x="8225" y="5070"/>
                  </a:cubicBezTo>
                  <a:lnTo>
                    <a:pt x="8225" y="12339"/>
                  </a:lnTo>
                  <a:lnTo>
                    <a:pt x="7198" y="12339"/>
                  </a:lnTo>
                  <a:lnTo>
                    <a:pt x="7198" y="11828"/>
                  </a:lnTo>
                  <a:cubicBezTo>
                    <a:pt x="7198" y="10936"/>
                    <a:pt x="6754" y="10159"/>
                    <a:pt x="6076" y="9696"/>
                  </a:cubicBezTo>
                  <a:cubicBezTo>
                    <a:pt x="6457" y="9315"/>
                    <a:pt x="6687" y="8804"/>
                    <a:pt x="6687" y="8225"/>
                  </a:cubicBezTo>
                  <a:cubicBezTo>
                    <a:pt x="6687" y="7103"/>
                    <a:pt x="5779" y="6180"/>
                    <a:pt x="4638" y="6180"/>
                  </a:cubicBezTo>
                  <a:cubicBezTo>
                    <a:pt x="3516" y="6180"/>
                    <a:pt x="2592" y="7103"/>
                    <a:pt x="2592" y="8225"/>
                  </a:cubicBezTo>
                  <a:cubicBezTo>
                    <a:pt x="2592" y="8804"/>
                    <a:pt x="2822" y="9315"/>
                    <a:pt x="3203" y="9696"/>
                  </a:cubicBezTo>
                  <a:cubicBezTo>
                    <a:pt x="2525" y="10159"/>
                    <a:pt x="2081" y="10936"/>
                    <a:pt x="2081" y="11828"/>
                  </a:cubicBezTo>
                  <a:lnTo>
                    <a:pt x="2081" y="12339"/>
                  </a:lnTo>
                  <a:lnTo>
                    <a:pt x="1023" y="12339"/>
                  </a:lnTo>
                  <a:lnTo>
                    <a:pt x="1023" y="3584"/>
                  </a:lnTo>
                  <a:cubicBezTo>
                    <a:pt x="1023" y="3306"/>
                    <a:pt x="1253" y="3073"/>
                    <a:pt x="1534" y="3073"/>
                  </a:cubicBezTo>
                  <a:close/>
                  <a:moveTo>
                    <a:pt x="12846" y="10290"/>
                  </a:moveTo>
                  <a:cubicBezTo>
                    <a:pt x="13690" y="10290"/>
                    <a:pt x="14384" y="10968"/>
                    <a:pt x="14384" y="11828"/>
                  </a:cubicBezTo>
                  <a:lnTo>
                    <a:pt x="14384" y="12339"/>
                  </a:lnTo>
                  <a:lnTo>
                    <a:pt x="11312" y="12339"/>
                  </a:lnTo>
                  <a:lnTo>
                    <a:pt x="11312" y="11828"/>
                  </a:lnTo>
                  <a:cubicBezTo>
                    <a:pt x="11312" y="10968"/>
                    <a:pt x="11990" y="10290"/>
                    <a:pt x="12846" y="10290"/>
                  </a:cubicBezTo>
                  <a:close/>
                  <a:moveTo>
                    <a:pt x="15953" y="3073"/>
                  </a:moveTo>
                  <a:cubicBezTo>
                    <a:pt x="16231" y="3073"/>
                    <a:pt x="16465" y="3306"/>
                    <a:pt x="16465" y="3584"/>
                  </a:cubicBezTo>
                  <a:lnTo>
                    <a:pt x="16465" y="12339"/>
                  </a:lnTo>
                  <a:lnTo>
                    <a:pt x="15406" y="12339"/>
                  </a:lnTo>
                  <a:lnTo>
                    <a:pt x="15406" y="11828"/>
                  </a:lnTo>
                  <a:cubicBezTo>
                    <a:pt x="15406" y="10936"/>
                    <a:pt x="14963" y="10159"/>
                    <a:pt x="14285" y="9696"/>
                  </a:cubicBezTo>
                  <a:cubicBezTo>
                    <a:pt x="14665" y="9315"/>
                    <a:pt x="14895" y="8804"/>
                    <a:pt x="14895" y="8225"/>
                  </a:cubicBezTo>
                  <a:cubicBezTo>
                    <a:pt x="14895" y="7103"/>
                    <a:pt x="13972" y="6180"/>
                    <a:pt x="12846" y="6180"/>
                  </a:cubicBezTo>
                  <a:cubicBezTo>
                    <a:pt x="11709" y="6180"/>
                    <a:pt x="10801" y="7103"/>
                    <a:pt x="10801" y="8225"/>
                  </a:cubicBezTo>
                  <a:cubicBezTo>
                    <a:pt x="10801" y="8804"/>
                    <a:pt x="11031" y="9315"/>
                    <a:pt x="11411" y="9696"/>
                  </a:cubicBezTo>
                  <a:cubicBezTo>
                    <a:pt x="10733" y="10159"/>
                    <a:pt x="10286" y="10936"/>
                    <a:pt x="10286" y="11828"/>
                  </a:cubicBezTo>
                  <a:lnTo>
                    <a:pt x="10286" y="12339"/>
                  </a:lnTo>
                  <a:lnTo>
                    <a:pt x="9247" y="12339"/>
                  </a:lnTo>
                  <a:lnTo>
                    <a:pt x="9247" y="5070"/>
                  </a:lnTo>
                  <a:cubicBezTo>
                    <a:pt x="10254" y="4872"/>
                    <a:pt x="11047" y="4079"/>
                    <a:pt x="11261" y="3073"/>
                  </a:cubicBezTo>
                  <a:close/>
                  <a:moveTo>
                    <a:pt x="16465" y="13362"/>
                  </a:moveTo>
                  <a:lnTo>
                    <a:pt x="16465" y="13909"/>
                  </a:lnTo>
                  <a:cubicBezTo>
                    <a:pt x="16465" y="14186"/>
                    <a:pt x="16231" y="14420"/>
                    <a:pt x="15953" y="14420"/>
                  </a:cubicBezTo>
                  <a:lnTo>
                    <a:pt x="1534" y="14420"/>
                  </a:lnTo>
                  <a:cubicBezTo>
                    <a:pt x="1253" y="14420"/>
                    <a:pt x="1023" y="14186"/>
                    <a:pt x="1023" y="13909"/>
                  </a:cubicBezTo>
                  <a:lnTo>
                    <a:pt x="1023" y="13362"/>
                  </a:lnTo>
                  <a:close/>
                  <a:moveTo>
                    <a:pt x="9957" y="15443"/>
                  </a:moveTo>
                  <a:lnTo>
                    <a:pt x="10468" y="16465"/>
                  </a:lnTo>
                  <a:lnTo>
                    <a:pt x="7000" y="16465"/>
                  </a:lnTo>
                  <a:lnTo>
                    <a:pt x="7531" y="15443"/>
                  </a:lnTo>
                  <a:close/>
                  <a:moveTo>
                    <a:pt x="8736" y="1"/>
                  </a:moveTo>
                  <a:cubicBezTo>
                    <a:pt x="7495" y="1"/>
                    <a:pt x="6473" y="877"/>
                    <a:pt x="6223" y="2050"/>
                  </a:cubicBezTo>
                  <a:lnTo>
                    <a:pt x="1534" y="2050"/>
                  </a:lnTo>
                  <a:cubicBezTo>
                    <a:pt x="674" y="2050"/>
                    <a:pt x="0" y="2744"/>
                    <a:pt x="0" y="3584"/>
                  </a:cubicBezTo>
                  <a:lnTo>
                    <a:pt x="0" y="13909"/>
                  </a:lnTo>
                  <a:cubicBezTo>
                    <a:pt x="0" y="14749"/>
                    <a:pt x="674" y="15443"/>
                    <a:pt x="1534" y="15443"/>
                  </a:cubicBezTo>
                  <a:lnTo>
                    <a:pt x="6374" y="15443"/>
                  </a:lnTo>
                  <a:lnTo>
                    <a:pt x="5862" y="16465"/>
                  </a:lnTo>
                  <a:lnTo>
                    <a:pt x="5153" y="16465"/>
                  </a:lnTo>
                  <a:cubicBezTo>
                    <a:pt x="4871" y="16465"/>
                    <a:pt x="4638" y="16699"/>
                    <a:pt x="4638" y="16981"/>
                  </a:cubicBezTo>
                  <a:cubicBezTo>
                    <a:pt x="4638" y="17258"/>
                    <a:pt x="4871" y="17492"/>
                    <a:pt x="5153" y="17492"/>
                  </a:cubicBezTo>
                  <a:lnTo>
                    <a:pt x="12335" y="17492"/>
                  </a:lnTo>
                  <a:cubicBezTo>
                    <a:pt x="12616" y="17492"/>
                    <a:pt x="12846" y="17258"/>
                    <a:pt x="12846" y="16981"/>
                  </a:cubicBezTo>
                  <a:cubicBezTo>
                    <a:pt x="12846" y="16699"/>
                    <a:pt x="12616" y="16465"/>
                    <a:pt x="12335" y="16465"/>
                  </a:cubicBezTo>
                  <a:lnTo>
                    <a:pt x="11625" y="16465"/>
                  </a:lnTo>
                  <a:lnTo>
                    <a:pt x="11114" y="15443"/>
                  </a:lnTo>
                  <a:lnTo>
                    <a:pt x="15953" y="15443"/>
                  </a:lnTo>
                  <a:cubicBezTo>
                    <a:pt x="16794" y="15443"/>
                    <a:pt x="17487" y="14749"/>
                    <a:pt x="17487" y="13909"/>
                  </a:cubicBezTo>
                  <a:lnTo>
                    <a:pt x="17487" y="3584"/>
                  </a:lnTo>
                  <a:cubicBezTo>
                    <a:pt x="17487" y="2744"/>
                    <a:pt x="16794" y="2050"/>
                    <a:pt x="15953" y="2050"/>
                  </a:cubicBezTo>
                  <a:lnTo>
                    <a:pt x="11261" y="2050"/>
                  </a:lnTo>
                  <a:cubicBezTo>
                    <a:pt x="11015" y="877"/>
                    <a:pt x="9972" y="1"/>
                    <a:pt x="87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58"/>
          <p:cNvSpPr txBox="1"/>
          <p:nvPr>
            <p:ph idx="1" type="subTitle"/>
          </p:nvPr>
        </p:nvSpPr>
        <p:spPr>
          <a:xfrm>
            <a:off x="713225" y="1341650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 brechas de dados envolvem phishing (Verizon DBIR 2025)</a:t>
            </a:r>
            <a:endParaRPr/>
          </a:p>
        </p:txBody>
      </p:sp>
      <p:sp>
        <p:nvSpPr>
          <p:cNvPr id="3195" name="Google Shape;3195;p58"/>
          <p:cNvSpPr txBox="1"/>
          <p:nvPr>
            <p:ph type="title"/>
          </p:nvPr>
        </p:nvSpPr>
        <p:spPr>
          <a:xfrm>
            <a:off x="713225" y="652725"/>
            <a:ext cx="40947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36%</a:t>
            </a:r>
            <a:endParaRPr/>
          </a:p>
        </p:txBody>
      </p:sp>
      <p:sp>
        <p:nvSpPr>
          <p:cNvPr id="3196" name="Google Shape;3196;p58"/>
          <p:cNvSpPr txBox="1"/>
          <p:nvPr>
            <p:ph idx="2" type="title"/>
          </p:nvPr>
        </p:nvSpPr>
        <p:spPr>
          <a:xfrm>
            <a:off x="2524650" y="2004988"/>
            <a:ext cx="40947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US$ 20,8 bi</a:t>
            </a:r>
            <a:endParaRPr/>
          </a:p>
        </p:txBody>
      </p:sp>
      <p:sp>
        <p:nvSpPr>
          <p:cNvPr id="3197" name="Google Shape;3197;p58"/>
          <p:cNvSpPr txBox="1"/>
          <p:nvPr>
            <p:ph idx="3" type="subTitle"/>
          </p:nvPr>
        </p:nvSpPr>
        <p:spPr>
          <a:xfrm>
            <a:off x="2524650" y="2693912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perdas com crime cibernético em 2025, +26% no ano (FBI IC3)</a:t>
            </a:r>
            <a:endParaRPr/>
          </a:p>
        </p:txBody>
      </p:sp>
      <p:sp>
        <p:nvSpPr>
          <p:cNvPr id="3198" name="Google Shape;3198;p58"/>
          <p:cNvSpPr txBox="1"/>
          <p:nvPr>
            <p:ph idx="4" type="title"/>
          </p:nvPr>
        </p:nvSpPr>
        <p:spPr>
          <a:xfrm>
            <a:off x="4336075" y="3357251"/>
            <a:ext cx="40947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US$ 122 mil</a:t>
            </a:r>
            <a:endParaRPr/>
          </a:p>
        </p:txBody>
      </p:sp>
      <p:sp>
        <p:nvSpPr>
          <p:cNvPr id="3199" name="Google Shape;3199;p58"/>
          <p:cNvSpPr txBox="1"/>
          <p:nvPr>
            <p:ph idx="5" type="subTitle"/>
          </p:nvPr>
        </p:nvSpPr>
        <p:spPr>
          <a:xfrm>
            <a:off x="4336075" y="4046175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perda média por golpe de fraude por e-mail corporativo (BEC)</a:t>
            </a:r>
            <a:endParaRPr/>
          </a:p>
        </p:txBody>
      </p:sp>
      <p:grpSp>
        <p:nvGrpSpPr>
          <p:cNvPr id="3200" name="Google Shape;3200;p58"/>
          <p:cNvGrpSpPr/>
          <p:nvPr/>
        </p:nvGrpSpPr>
        <p:grpSpPr>
          <a:xfrm>
            <a:off x="940565" y="3138498"/>
            <a:ext cx="1584034" cy="1270517"/>
            <a:chOff x="940565" y="3138498"/>
            <a:chExt cx="1584034" cy="1270517"/>
          </a:xfrm>
        </p:grpSpPr>
        <p:grpSp>
          <p:nvGrpSpPr>
            <p:cNvPr id="3201" name="Google Shape;3201;p58"/>
            <p:cNvGrpSpPr/>
            <p:nvPr/>
          </p:nvGrpSpPr>
          <p:grpSpPr>
            <a:xfrm>
              <a:off x="940578" y="3359633"/>
              <a:ext cx="1584022" cy="1049382"/>
              <a:chOff x="940595" y="3687042"/>
              <a:chExt cx="1089723" cy="721920"/>
            </a:xfrm>
          </p:grpSpPr>
          <p:sp>
            <p:nvSpPr>
              <p:cNvPr id="3202" name="Google Shape;3202;p58"/>
              <p:cNvSpPr/>
              <p:nvPr/>
            </p:nvSpPr>
            <p:spPr>
              <a:xfrm flipH="1">
                <a:off x="1526538" y="4374085"/>
                <a:ext cx="45575" cy="34876"/>
              </a:xfrm>
              <a:custGeom>
                <a:rect b="b" l="l" r="r" t="t"/>
                <a:pathLst>
                  <a:path extrusionOk="0" h="326" w="426">
                    <a:moveTo>
                      <a:pt x="253" y="0"/>
                    </a:moveTo>
                    <a:cubicBezTo>
                      <a:pt x="160" y="93"/>
                      <a:pt x="81" y="180"/>
                      <a:pt x="53" y="216"/>
                    </a:cubicBezTo>
                    <a:cubicBezTo>
                      <a:pt x="0" y="267"/>
                      <a:pt x="19" y="325"/>
                      <a:pt x="86" y="325"/>
                    </a:cubicBezTo>
                    <a:cubicBezTo>
                      <a:pt x="93" y="325"/>
                      <a:pt x="101" y="324"/>
                      <a:pt x="110" y="323"/>
                    </a:cubicBezTo>
                    <a:cubicBezTo>
                      <a:pt x="146" y="323"/>
                      <a:pt x="269" y="295"/>
                      <a:pt x="405" y="266"/>
                    </a:cubicBezTo>
                    <a:cubicBezTo>
                      <a:pt x="426" y="80"/>
                      <a:pt x="260" y="0"/>
                      <a:pt x="2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58"/>
              <p:cNvSpPr/>
              <p:nvPr/>
            </p:nvSpPr>
            <p:spPr>
              <a:xfrm flipH="1">
                <a:off x="1528785" y="4402436"/>
                <a:ext cx="107" cy="856"/>
              </a:xfrm>
              <a:custGeom>
                <a:rect b="b" l="l" r="r" t="t"/>
                <a:pathLst>
                  <a:path extrusionOk="0" h="8" w="1">
                    <a:moveTo>
                      <a:pt x="1" y="8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58"/>
              <p:cNvSpPr/>
              <p:nvPr/>
            </p:nvSpPr>
            <p:spPr>
              <a:xfrm flipH="1">
                <a:off x="1528785" y="4402436"/>
                <a:ext cx="107" cy="856"/>
              </a:xfrm>
              <a:custGeom>
                <a:rect b="b" l="l" r="r" t="t"/>
                <a:pathLst>
                  <a:path extrusionOk="0" fill="none" h="8" w="1">
                    <a:moveTo>
                      <a:pt x="1" y="8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05" name="Google Shape;3205;p58"/>
              <p:cNvGrpSpPr/>
              <p:nvPr/>
            </p:nvGrpSpPr>
            <p:grpSpPr>
              <a:xfrm flipH="1">
                <a:off x="940595" y="3687042"/>
                <a:ext cx="1089723" cy="715501"/>
                <a:chOff x="5207795" y="6201642"/>
                <a:chExt cx="1089723" cy="715501"/>
              </a:xfrm>
            </p:grpSpPr>
            <p:sp>
              <p:nvSpPr>
                <p:cNvPr id="3206" name="Google Shape;3206;p58"/>
                <p:cNvSpPr/>
                <p:nvPr/>
              </p:nvSpPr>
              <p:spPr>
                <a:xfrm>
                  <a:off x="6232901" y="6543345"/>
                  <a:ext cx="64617" cy="73925"/>
                </a:xfrm>
                <a:custGeom>
                  <a:rect b="b" l="l" r="r" t="t"/>
                  <a:pathLst>
                    <a:path extrusionOk="0" h="691" w="604">
                      <a:moveTo>
                        <a:pt x="331" y="1"/>
                      </a:moveTo>
                      <a:cubicBezTo>
                        <a:pt x="318" y="1"/>
                        <a:pt x="288" y="1"/>
                        <a:pt x="259" y="7"/>
                      </a:cubicBezTo>
                      <a:cubicBezTo>
                        <a:pt x="238" y="14"/>
                        <a:pt x="216" y="14"/>
                        <a:pt x="195" y="37"/>
                      </a:cubicBezTo>
                      <a:lnTo>
                        <a:pt x="0" y="144"/>
                      </a:lnTo>
                      <a:lnTo>
                        <a:pt x="216" y="266"/>
                      </a:lnTo>
                      <a:lnTo>
                        <a:pt x="331" y="554"/>
                      </a:lnTo>
                      <a:lnTo>
                        <a:pt x="231" y="691"/>
                      </a:lnTo>
                      <a:cubicBezTo>
                        <a:pt x="318" y="641"/>
                        <a:pt x="411" y="591"/>
                        <a:pt x="490" y="541"/>
                      </a:cubicBezTo>
                      <a:cubicBezTo>
                        <a:pt x="497" y="532"/>
                        <a:pt x="504" y="532"/>
                        <a:pt x="511" y="525"/>
                      </a:cubicBezTo>
                      <a:cubicBezTo>
                        <a:pt x="525" y="518"/>
                        <a:pt x="533" y="511"/>
                        <a:pt x="540" y="504"/>
                      </a:cubicBezTo>
                      <a:cubicBezTo>
                        <a:pt x="554" y="489"/>
                        <a:pt x="568" y="468"/>
                        <a:pt x="576" y="454"/>
                      </a:cubicBezTo>
                      <a:lnTo>
                        <a:pt x="576" y="446"/>
                      </a:lnTo>
                      <a:lnTo>
                        <a:pt x="583" y="439"/>
                      </a:lnTo>
                      <a:lnTo>
                        <a:pt x="583" y="432"/>
                      </a:lnTo>
                      <a:lnTo>
                        <a:pt x="590" y="425"/>
                      </a:lnTo>
                      <a:lnTo>
                        <a:pt x="590" y="411"/>
                      </a:lnTo>
                      <a:lnTo>
                        <a:pt x="597" y="403"/>
                      </a:lnTo>
                      <a:lnTo>
                        <a:pt x="597" y="396"/>
                      </a:lnTo>
                      <a:lnTo>
                        <a:pt x="597" y="389"/>
                      </a:lnTo>
                      <a:cubicBezTo>
                        <a:pt x="597" y="382"/>
                        <a:pt x="604" y="375"/>
                        <a:pt x="604" y="368"/>
                      </a:cubicBezTo>
                      <a:lnTo>
                        <a:pt x="604" y="346"/>
                      </a:lnTo>
                      <a:lnTo>
                        <a:pt x="604" y="332"/>
                      </a:lnTo>
                      <a:lnTo>
                        <a:pt x="604" y="325"/>
                      </a:lnTo>
                      <a:cubicBezTo>
                        <a:pt x="604" y="296"/>
                        <a:pt x="604" y="273"/>
                        <a:pt x="590" y="230"/>
                      </a:cubicBezTo>
                      <a:cubicBezTo>
                        <a:pt x="590" y="223"/>
                        <a:pt x="583" y="209"/>
                        <a:pt x="583" y="202"/>
                      </a:cubicBezTo>
                      <a:cubicBezTo>
                        <a:pt x="568" y="180"/>
                        <a:pt x="568" y="180"/>
                        <a:pt x="561" y="159"/>
                      </a:cubicBezTo>
                      <a:cubicBezTo>
                        <a:pt x="554" y="152"/>
                        <a:pt x="540" y="123"/>
                        <a:pt x="511" y="94"/>
                      </a:cubicBezTo>
                      <a:cubicBezTo>
                        <a:pt x="490" y="73"/>
                        <a:pt x="468" y="58"/>
                        <a:pt x="454" y="44"/>
                      </a:cubicBezTo>
                      <a:cubicBezTo>
                        <a:pt x="418" y="23"/>
                        <a:pt x="368" y="7"/>
                        <a:pt x="33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7" name="Google Shape;3207;p58"/>
                <p:cNvSpPr/>
                <p:nvPr/>
              </p:nvSpPr>
              <p:spPr>
                <a:xfrm>
                  <a:off x="5758327" y="6587315"/>
                  <a:ext cx="483133" cy="303616"/>
                </a:xfrm>
                <a:custGeom>
                  <a:rect b="b" l="l" r="r" t="t"/>
                  <a:pathLst>
                    <a:path extrusionOk="0" h="2838" w="4516">
                      <a:moveTo>
                        <a:pt x="4409" y="0"/>
                      </a:moveTo>
                      <a:lnTo>
                        <a:pt x="4243" y="100"/>
                      </a:lnTo>
                      <a:lnTo>
                        <a:pt x="1" y="2552"/>
                      </a:lnTo>
                      <a:lnTo>
                        <a:pt x="110" y="2838"/>
                      </a:lnTo>
                      <a:lnTo>
                        <a:pt x="4436" y="330"/>
                      </a:lnTo>
                      <a:lnTo>
                        <a:pt x="4515" y="287"/>
                      </a:lnTo>
                      <a:lnTo>
                        <a:pt x="440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172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8" name="Google Shape;3208;p58"/>
                <p:cNvSpPr/>
                <p:nvPr/>
              </p:nvSpPr>
              <p:spPr>
                <a:xfrm>
                  <a:off x="6229906" y="6602613"/>
                  <a:ext cx="38514" cy="31667"/>
                </a:xfrm>
                <a:custGeom>
                  <a:rect b="b" l="l" r="r" t="t"/>
                  <a:pathLst>
                    <a:path extrusionOk="0" h="296" w="360">
                      <a:moveTo>
                        <a:pt x="359" y="0"/>
                      </a:moveTo>
                      <a:lnTo>
                        <a:pt x="107" y="144"/>
                      </a:lnTo>
                      <a:lnTo>
                        <a:pt x="64" y="202"/>
                      </a:lnTo>
                      <a:lnTo>
                        <a:pt x="1" y="295"/>
                      </a:lnTo>
                      <a:lnTo>
                        <a:pt x="1" y="295"/>
                      </a:lnTo>
                      <a:lnTo>
                        <a:pt x="244" y="159"/>
                      </a:lnTo>
                      <a:lnTo>
                        <a:pt x="259" y="137"/>
                      </a:lnTo>
                      <a:lnTo>
                        <a:pt x="35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9" name="Google Shape;3209;p58"/>
                <p:cNvSpPr/>
                <p:nvPr/>
              </p:nvSpPr>
              <p:spPr>
                <a:xfrm>
                  <a:off x="6229906" y="6571802"/>
                  <a:ext cx="38514" cy="46216"/>
                </a:xfrm>
                <a:custGeom>
                  <a:rect b="b" l="l" r="r" t="t"/>
                  <a:pathLst>
                    <a:path extrusionOk="0" h="432" w="360">
                      <a:moveTo>
                        <a:pt x="244" y="0"/>
                      </a:moveTo>
                      <a:lnTo>
                        <a:pt x="1" y="145"/>
                      </a:lnTo>
                      <a:lnTo>
                        <a:pt x="107" y="432"/>
                      </a:lnTo>
                      <a:lnTo>
                        <a:pt x="359" y="288"/>
                      </a:lnTo>
                      <a:lnTo>
                        <a:pt x="24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0" name="Google Shape;3210;p58"/>
                <p:cNvSpPr/>
                <p:nvPr/>
              </p:nvSpPr>
              <p:spPr>
                <a:xfrm>
                  <a:off x="6206797" y="6557894"/>
                  <a:ext cx="49212" cy="29527"/>
                </a:xfrm>
                <a:custGeom>
                  <a:rect b="b" l="l" r="r" t="t"/>
                  <a:pathLst>
                    <a:path extrusionOk="0" h="276" w="460">
                      <a:moveTo>
                        <a:pt x="237" y="1"/>
                      </a:moveTo>
                      <a:lnTo>
                        <a:pt x="1" y="146"/>
                      </a:lnTo>
                      <a:lnTo>
                        <a:pt x="35" y="166"/>
                      </a:lnTo>
                      <a:lnTo>
                        <a:pt x="217" y="275"/>
                      </a:lnTo>
                      <a:lnTo>
                        <a:pt x="460" y="130"/>
                      </a:lnTo>
                      <a:lnTo>
                        <a:pt x="244" y="8"/>
                      </a:lnTo>
                      <a:lnTo>
                        <a:pt x="2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1" name="Google Shape;3211;p58"/>
                <p:cNvSpPr/>
                <p:nvPr/>
              </p:nvSpPr>
              <p:spPr>
                <a:xfrm>
                  <a:off x="5693068" y="6846427"/>
                  <a:ext cx="77027" cy="70715"/>
                </a:xfrm>
                <a:custGeom>
                  <a:rect b="b" l="l" r="r" t="t"/>
                  <a:pathLst>
                    <a:path extrusionOk="0" h="661" w="720">
                      <a:moveTo>
                        <a:pt x="388" y="0"/>
                      </a:moveTo>
                      <a:cubicBezTo>
                        <a:pt x="388" y="0"/>
                        <a:pt x="180" y="216"/>
                        <a:pt x="0" y="395"/>
                      </a:cubicBezTo>
                      <a:lnTo>
                        <a:pt x="7" y="395"/>
                      </a:lnTo>
                      <a:cubicBezTo>
                        <a:pt x="7" y="395"/>
                        <a:pt x="173" y="475"/>
                        <a:pt x="152" y="661"/>
                      </a:cubicBezTo>
                      <a:cubicBezTo>
                        <a:pt x="361" y="625"/>
                        <a:pt x="611" y="568"/>
                        <a:pt x="611" y="568"/>
                      </a:cubicBezTo>
                      <a:lnTo>
                        <a:pt x="720" y="416"/>
                      </a:lnTo>
                      <a:lnTo>
                        <a:pt x="611" y="130"/>
                      </a:lnTo>
                      <a:lnTo>
                        <a:pt x="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2" name="Google Shape;3212;p58"/>
                <p:cNvSpPr/>
                <p:nvPr/>
              </p:nvSpPr>
              <p:spPr>
                <a:xfrm>
                  <a:off x="5734577" y="6573407"/>
                  <a:ext cx="495436" cy="286927"/>
                </a:xfrm>
                <a:custGeom>
                  <a:rect b="b" l="l" r="r" t="t"/>
                  <a:pathLst>
                    <a:path extrusionOk="0" h="2682" w="4631">
                      <a:moveTo>
                        <a:pt x="4415" y="1"/>
                      </a:moveTo>
                      <a:lnTo>
                        <a:pt x="0" y="2552"/>
                      </a:lnTo>
                      <a:lnTo>
                        <a:pt x="223" y="2682"/>
                      </a:lnTo>
                      <a:lnTo>
                        <a:pt x="4465" y="230"/>
                      </a:lnTo>
                      <a:lnTo>
                        <a:pt x="4631" y="130"/>
                      </a:lnTo>
                      <a:lnTo>
                        <a:pt x="4449" y="21"/>
                      </a:lnTo>
                      <a:lnTo>
                        <a:pt x="44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3" name="Google Shape;3213;p58"/>
                <p:cNvSpPr/>
                <p:nvPr/>
              </p:nvSpPr>
              <p:spPr>
                <a:xfrm>
                  <a:off x="5758327" y="6617912"/>
                  <a:ext cx="483133" cy="289281"/>
                </a:xfrm>
                <a:custGeom>
                  <a:rect b="b" l="l" r="r" t="t"/>
                  <a:pathLst>
                    <a:path extrusionOk="0" h="2704" w="4516">
                      <a:moveTo>
                        <a:pt x="4515" y="1"/>
                      </a:moveTo>
                      <a:lnTo>
                        <a:pt x="4436" y="44"/>
                      </a:lnTo>
                      <a:lnTo>
                        <a:pt x="110" y="2552"/>
                      </a:lnTo>
                      <a:lnTo>
                        <a:pt x="1" y="2704"/>
                      </a:lnTo>
                      <a:lnTo>
                        <a:pt x="1" y="2704"/>
                      </a:lnTo>
                      <a:lnTo>
                        <a:pt x="4409" y="152"/>
                      </a:lnTo>
                      <a:lnTo>
                        <a:pt x="4472" y="59"/>
                      </a:lnTo>
                      <a:lnTo>
                        <a:pt x="45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4" name="Google Shape;3214;p58"/>
                <p:cNvSpPr/>
                <p:nvPr/>
              </p:nvSpPr>
              <p:spPr>
                <a:xfrm>
                  <a:off x="5207795" y="6448879"/>
                  <a:ext cx="927538" cy="381286"/>
                </a:xfrm>
                <a:custGeom>
                  <a:rect b="b" l="l" r="r" t="t"/>
                  <a:pathLst>
                    <a:path extrusionOk="0" h="3564" w="8670">
                      <a:moveTo>
                        <a:pt x="8670" y="0"/>
                      </a:moveTo>
                      <a:lnTo>
                        <a:pt x="3732" y="2867"/>
                      </a:lnTo>
                      <a:cubicBezTo>
                        <a:pt x="3649" y="2918"/>
                        <a:pt x="3542" y="2943"/>
                        <a:pt x="3434" y="2943"/>
                      </a:cubicBezTo>
                      <a:cubicBezTo>
                        <a:pt x="3326" y="2943"/>
                        <a:pt x="3218" y="2918"/>
                        <a:pt x="3135" y="2867"/>
                      </a:cubicBezTo>
                      <a:lnTo>
                        <a:pt x="130" y="1135"/>
                      </a:lnTo>
                      <a:cubicBezTo>
                        <a:pt x="116" y="1129"/>
                        <a:pt x="110" y="1122"/>
                        <a:pt x="101" y="1113"/>
                      </a:cubicBezTo>
                      <a:cubicBezTo>
                        <a:pt x="80" y="1099"/>
                        <a:pt x="66" y="1092"/>
                        <a:pt x="51" y="1079"/>
                      </a:cubicBezTo>
                      <a:cubicBezTo>
                        <a:pt x="23" y="1042"/>
                        <a:pt x="1" y="999"/>
                        <a:pt x="1" y="963"/>
                      </a:cubicBezTo>
                      <a:lnTo>
                        <a:pt x="1" y="1581"/>
                      </a:lnTo>
                      <a:cubicBezTo>
                        <a:pt x="1" y="1646"/>
                        <a:pt x="44" y="1710"/>
                        <a:pt x="123" y="1760"/>
                      </a:cubicBezTo>
                      <a:lnTo>
                        <a:pt x="3135" y="3494"/>
                      </a:lnTo>
                      <a:cubicBezTo>
                        <a:pt x="3218" y="3540"/>
                        <a:pt x="3326" y="3564"/>
                        <a:pt x="3434" y="3564"/>
                      </a:cubicBezTo>
                      <a:cubicBezTo>
                        <a:pt x="3542" y="3564"/>
                        <a:pt x="3649" y="3540"/>
                        <a:pt x="3732" y="3494"/>
                      </a:cubicBezTo>
                      <a:lnTo>
                        <a:pt x="8670" y="625"/>
                      </a:lnTo>
                      <a:lnTo>
                        <a:pt x="867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5" name="Google Shape;3215;p58"/>
                <p:cNvSpPr/>
                <p:nvPr/>
              </p:nvSpPr>
              <p:spPr>
                <a:xfrm>
                  <a:off x="6135226" y="6441069"/>
                  <a:ext cx="13266" cy="74674"/>
                </a:xfrm>
                <a:custGeom>
                  <a:rect b="b" l="l" r="r" t="t"/>
                  <a:pathLst>
                    <a:path extrusionOk="0" h="698" w="124">
                      <a:moveTo>
                        <a:pt x="123" y="1"/>
                      </a:moveTo>
                      <a:lnTo>
                        <a:pt x="1" y="73"/>
                      </a:lnTo>
                      <a:lnTo>
                        <a:pt x="1" y="698"/>
                      </a:lnTo>
                      <a:lnTo>
                        <a:pt x="116" y="625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6" name="Google Shape;3216;p58"/>
                <p:cNvSpPr/>
                <p:nvPr/>
              </p:nvSpPr>
              <p:spPr>
                <a:xfrm>
                  <a:off x="5207795" y="6218866"/>
                  <a:ext cx="940697" cy="544862"/>
                </a:xfrm>
                <a:custGeom>
                  <a:rect b="b" l="l" r="r" t="t"/>
                  <a:pathLst>
                    <a:path extrusionOk="0" h="5093" w="8793">
                      <a:moveTo>
                        <a:pt x="4839" y="740"/>
                      </a:moveTo>
                      <a:cubicBezTo>
                        <a:pt x="4891" y="740"/>
                        <a:pt x="4943" y="752"/>
                        <a:pt x="4983" y="777"/>
                      </a:cubicBezTo>
                      <a:lnTo>
                        <a:pt x="7253" y="2085"/>
                      </a:lnTo>
                      <a:cubicBezTo>
                        <a:pt x="7333" y="2135"/>
                        <a:pt x="7333" y="2207"/>
                        <a:pt x="7253" y="2250"/>
                      </a:cubicBezTo>
                      <a:lnTo>
                        <a:pt x="6154" y="2890"/>
                      </a:lnTo>
                      <a:cubicBezTo>
                        <a:pt x="6115" y="2915"/>
                        <a:pt x="6062" y="2928"/>
                        <a:pt x="6010" y="2928"/>
                      </a:cubicBezTo>
                      <a:cubicBezTo>
                        <a:pt x="5958" y="2928"/>
                        <a:pt x="5906" y="2915"/>
                        <a:pt x="5866" y="2890"/>
                      </a:cubicBezTo>
                      <a:lnTo>
                        <a:pt x="3594" y="1581"/>
                      </a:lnTo>
                      <a:cubicBezTo>
                        <a:pt x="3517" y="1531"/>
                        <a:pt x="3517" y="1460"/>
                        <a:pt x="3594" y="1409"/>
                      </a:cubicBezTo>
                      <a:lnTo>
                        <a:pt x="4695" y="777"/>
                      </a:lnTo>
                      <a:cubicBezTo>
                        <a:pt x="4735" y="752"/>
                        <a:pt x="4787" y="740"/>
                        <a:pt x="4839" y="740"/>
                      </a:cubicBezTo>
                      <a:close/>
                      <a:moveTo>
                        <a:pt x="5183" y="1"/>
                      </a:moveTo>
                      <a:lnTo>
                        <a:pt x="123" y="2940"/>
                      </a:lnTo>
                      <a:cubicBezTo>
                        <a:pt x="44" y="2984"/>
                        <a:pt x="1" y="3047"/>
                        <a:pt x="1" y="3113"/>
                      </a:cubicBezTo>
                      <a:cubicBezTo>
                        <a:pt x="1" y="3149"/>
                        <a:pt x="23" y="3192"/>
                        <a:pt x="51" y="3229"/>
                      </a:cubicBezTo>
                      <a:cubicBezTo>
                        <a:pt x="66" y="3242"/>
                        <a:pt x="80" y="3249"/>
                        <a:pt x="101" y="3263"/>
                      </a:cubicBezTo>
                      <a:cubicBezTo>
                        <a:pt x="110" y="3272"/>
                        <a:pt x="116" y="3279"/>
                        <a:pt x="130" y="3285"/>
                      </a:cubicBezTo>
                      <a:lnTo>
                        <a:pt x="3135" y="5017"/>
                      </a:lnTo>
                      <a:cubicBezTo>
                        <a:pt x="3218" y="5068"/>
                        <a:pt x="3326" y="5093"/>
                        <a:pt x="3434" y="5093"/>
                      </a:cubicBezTo>
                      <a:cubicBezTo>
                        <a:pt x="3542" y="5093"/>
                        <a:pt x="3649" y="5068"/>
                        <a:pt x="3732" y="5017"/>
                      </a:cubicBezTo>
                      <a:lnTo>
                        <a:pt x="8670" y="2150"/>
                      </a:lnTo>
                      <a:lnTo>
                        <a:pt x="8792" y="2078"/>
                      </a:lnTo>
                      <a:lnTo>
                        <a:pt x="8749" y="2055"/>
                      </a:lnTo>
                      <a:lnTo>
                        <a:pt x="8613" y="1978"/>
                      </a:lnTo>
                      <a:lnTo>
                        <a:pt x="8295" y="1797"/>
                      </a:lnTo>
                      <a:lnTo>
                        <a:pt x="8238" y="1762"/>
                      </a:lnTo>
                      <a:cubicBezTo>
                        <a:pt x="8188" y="1797"/>
                        <a:pt x="8145" y="1848"/>
                        <a:pt x="8102" y="1898"/>
                      </a:cubicBezTo>
                      <a:lnTo>
                        <a:pt x="7873" y="2035"/>
                      </a:lnTo>
                      <a:lnTo>
                        <a:pt x="7555" y="1848"/>
                      </a:lnTo>
                      <a:cubicBezTo>
                        <a:pt x="7605" y="1719"/>
                        <a:pt x="7685" y="1597"/>
                        <a:pt x="7778" y="1495"/>
                      </a:cubicBezTo>
                      <a:lnTo>
                        <a:pt x="7671" y="1438"/>
                      </a:lnTo>
                      <a:lnTo>
                        <a:pt x="7614" y="1402"/>
                      </a:lnTo>
                      <a:cubicBezTo>
                        <a:pt x="7571" y="1438"/>
                        <a:pt x="7519" y="1488"/>
                        <a:pt x="7484" y="1538"/>
                      </a:cubicBezTo>
                      <a:lnTo>
                        <a:pt x="7246" y="1676"/>
                      </a:lnTo>
                      <a:lnTo>
                        <a:pt x="6931" y="1488"/>
                      </a:lnTo>
                      <a:cubicBezTo>
                        <a:pt x="6981" y="1359"/>
                        <a:pt x="7067" y="1236"/>
                        <a:pt x="7160" y="1136"/>
                      </a:cubicBezTo>
                      <a:lnTo>
                        <a:pt x="7053" y="1079"/>
                      </a:lnTo>
                      <a:lnTo>
                        <a:pt x="6994" y="1043"/>
                      </a:lnTo>
                      <a:cubicBezTo>
                        <a:pt x="6944" y="1079"/>
                        <a:pt x="6894" y="1129"/>
                        <a:pt x="6858" y="1179"/>
                      </a:cubicBezTo>
                      <a:lnTo>
                        <a:pt x="6622" y="1315"/>
                      </a:lnTo>
                      <a:lnTo>
                        <a:pt x="6304" y="1129"/>
                      </a:lnTo>
                      <a:cubicBezTo>
                        <a:pt x="6363" y="1000"/>
                        <a:pt x="6441" y="877"/>
                        <a:pt x="6536" y="777"/>
                      </a:cubicBezTo>
                      <a:lnTo>
                        <a:pt x="6427" y="719"/>
                      </a:lnTo>
                      <a:lnTo>
                        <a:pt x="6370" y="684"/>
                      </a:lnTo>
                      <a:cubicBezTo>
                        <a:pt x="6320" y="719"/>
                        <a:pt x="6277" y="770"/>
                        <a:pt x="6234" y="820"/>
                      </a:cubicBezTo>
                      <a:lnTo>
                        <a:pt x="6003" y="957"/>
                      </a:lnTo>
                      <a:lnTo>
                        <a:pt x="5680" y="770"/>
                      </a:lnTo>
                      <a:cubicBezTo>
                        <a:pt x="5737" y="641"/>
                        <a:pt x="5816" y="518"/>
                        <a:pt x="5909" y="417"/>
                      </a:cubicBezTo>
                      <a:lnTo>
                        <a:pt x="5802" y="360"/>
                      </a:lnTo>
                      <a:lnTo>
                        <a:pt x="5802" y="353"/>
                      </a:lnTo>
                      <a:lnTo>
                        <a:pt x="5744" y="323"/>
                      </a:lnTo>
                      <a:cubicBezTo>
                        <a:pt x="5694" y="360"/>
                        <a:pt x="5651" y="410"/>
                        <a:pt x="5614" y="460"/>
                      </a:cubicBezTo>
                      <a:lnTo>
                        <a:pt x="5378" y="598"/>
                      </a:lnTo>
                      <a:lnTo>
                        <a:pt x="5061" y="410"/>
                      </a:lnTo>
                      <a:cubicBezTo>
                        <a:pt x="5112" y="280"/>
                        <a:pt x="5199" y="158"/>
                        <a:pt x="5292" y="58"/>
                      </a:cubicBezTo>
                      <a:lnTo>
                        <a:pt x="518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7" name="Google Shape;3217;p58"/>
                <p:cNvSpPr/>
                <p:nvPr/>
              </p:nvSpPr>
              <p:spPr>
                <a:xfrm>
                  <a:off x="5828507" y="6256524"/>
                  <a:ext cx="12303" cy="6954"/>
                </a:xfrm>
                <a:custGeom>
                  <a:rect b="b" l="l" r="r" t="t"/>
                  <a:pathLst>
                    <a:path extrusionOk="0" h="65" w="115">
                      <a:moveTo>
                        <a:pt x="0" y="1"/>
                      </a:moveTo>
                      <a:lnTo>
                        <a:pt x="0" y="8"/>
                      </a:lnTo>
                      <a:lnTo>
                        <a:pt x="107" y="65"/>
                      </a:lnTo>
                      <a:lnTo>
                        <a:pt x="114" y="6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8" name="Google Shape;3218;p58"/>
                <p:cNvSpPr/>
                <p:nvPr/>
              </p:nvSpPr>
              <p:spPr>
                <a:xfrm>
                  <a:off x="5815349" y="6240049"/>
                  <a:ext cx="115541" cy="81200"/>
                </a:xfrm>
                <a:custGeom>
                  <a:rect b="b" l="l" r="r" t="t"/>
                  <a:pathLst>
                    <a:path extrusionOk="0" h="759" w="1080">
                      <a:moveTo>
                        <a:pt x="1068" y="205"/>
                      </a:moveTo>
                      <a:cubicBezTo>
                        <a:pt x="1072" y="207"/>
                        <a:pt x="1075" y="209"/>
                        <a:pt x="1079" y="212"/>
                      </a:cubicBezTo>
                      <a:cubicBezTo>
                        <a:pt x="1074" y="206"/>
                        <a:pt x="1073" y="205"/>
                        <a:pt x="1068" y="205"/>
                      </a:cubicBezTo>
                      <a:close/>
                      <a:moveTo>
                        <a:pt x="639" y="1"/>
                      </a:moveTo>
                      <a:cubicBezTo>
                        <a:pt x="623" y="1"/>
                        <a:pt x="606" y="1"/>
                        <a:pt x="589" y="3"/>
                      </a:cubicBezTo>
                      <a:cubicBezTo>
                        <a:pt x="539" y="18"/>
                        <a:pt x="482" y="32"/>
                        <a:pt x="425" y="69"/>
                      </a:cubicBezTo>
                      <a:cubicBezTo>
                        <a:pt x="410" y="75"/>
                        <a:pt x="396" y="82"/>
                        <a:pt x="382" y="98"/>
                      </a:cubicBezTo>
                      <a:cubicBezTo>
                        <a:pt x="330" y="132"/>
                        <a:pt x="280" y="169"/>
                        <a:pt x="237" y="219"/>
                      </a:cubicBezTo>
                      <a:lnTo>
                        <a:pt x="230" y="219"/>
                      </a:lnTo>
                      <a:cubicBezTo>
                        <a:pt x="137" y="320"/>
                        <a:pt x="58" y="443"/>
                        <a:pt x="1" y="572"/>
                      </a:cubicBezTo>
                      <a:lnTo>
                        <a:pt x="324" y="759"/>
                      </a:lnTo>
                      <a:cubicBezTo>
                        <a:pt x="374" y="629"/>
                        <a:pt x="453" y="507"/>
                        <a:pt x="555" y="407"/>
                      </a:cubicBezTo>
                      <a:cubicBezTo>
                        <a:pt x="568" y="391"/>
                        <a:pt x="582" y="377"/>
                        <a:pt x="598" y="364"/>
                      </a:cubicBezTo>
                      <a:cubicBezTo>
                        <a:pt x="632" y="327"/>
                        <a:pt x="662" y="305"/>
                        <a:pt x="698" y="277"/>
                      </a:cubicBezTo>
                      <a:lnTo>
                        <a:pt x="705" y="277"/>
                      </a:lnTo>
                      <a:cubicBezTo>
                        <a:pt x="719" y="270"/>
                        <a:pt x="727" y="262"/>
                        <a:pt x="741" y="255"/>
                      </a:cubicBezTo>
                      <a:cubicBezTo>
                        <a:pt x="748" y="248"/>
                        <a:pt x="762" y="241"/>
                        <a:pt x="770" y="241"/>
                      </a:cubicBezTo>
                      <a:cubicBezTo>
                        <a:pt x="791" y="227"/>
                        <a:pt x="813" y="219"/>
                        <a:pt x="827" y="212"/>
                      </a:cubicBezTo>
                      <a:cubicBezTo>
                        <a:pt x="841" y="205"/>
                        <a:pt x="848" y="205"/>
                        <a:pt x="857" y="205"/>
                      </a:cubicBezTo>
                      <a:cubicBezTo>
                        <a:pt x="888" y="192"/>
                        <a:pt x="920" y="187"/>
                        <a:pt x="950" y="187"/>
                      </a:cubicBezTo>
                      <a:cubicBezTo>
                        <a:pt x="967" y="187"/>
                        <a:pt x="984" y="188"/>
                        <a:pt x="1000" y="191"/>
                      </a:cubicBezTo>
                      <a:lnTo>
                        <a:pt x="1036" y="191"/>
                      </a:lnTo>
                      <a:cubicBezTo>
                        <a:pt x="1043" y="198"/>
                        <a:pt x="1057" y="198"/>
                        <a:pt x="1064" y="205"/>
                      </a:cubicBezTo>
                      <a:cubicBezTo>
                        <a:pt x="1065" y="205"/>
                        <a:pt x="1067" y="205"/>
                        <a:pt x="1068" y="205"/>
                      </a:cubicBezTo>
                      <a:lnTo>
                        <a:pt x="1068" y="205"/>
                      </a:lnTo>
                      <a:cubicBezTo>
                        <a:pt x="970" y="144"/>
                        <a:pt x="874" y="87"/>
                        <a:pt x="777" y="32"/>
                      </a:cubicBezTo>
                      <a:cubicBezTo>
                        <a:pt x="739" y="10"/>
                        <a:pt x="691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9" name="Google Shape;3219;p58"/>
                <p:cNvSpPr/>
                <p:nvPr/>
              </p:nvSpPr>
              <p:spPr>
                <a:xfrm>
                  <a:off x="5895265" y="6295680"/>
                  <a:ext cx="11768" cy="6419"/>
                </a:xfrm>
                <a:custGeom>
                  <a:rect b="b" l="l" r="r" t="t"/>
                  <a:pathLst>
                    <a:path extrusionOk="0" h="60" w="110">
                      <a:moveTo>
                        <a:pt x="110" y="59"/>
                      </a:moveTo>
                      <a:lnTo>
                        <a:pt x="110" y="59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0" name="Google Shape;3220;p58"/>
                <p:cNvSpPr/>
                <p:nvPr/>
              </p:nvSpPr>
              <p:spPr>
                <a:xfrm>
                  <a:off x="5962343" y="6334300"/>
                  <a:ext cx="11554" cy="6098"/>
                </a:xfrm>
                <a:custGeom>
                  <a:rect b="b" l="l" r="r" t="t"/>
                  <a:pathLst>
                    <a:path extrusionOk="0" h="57" w="108">
                      <a:moveTo>
                        <a:pt x="107" y="57"/>
                      </a:moveTo>
                      <a:lnTo>
                        <a:pt x="107" y="5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1" name="Google Shape;3221;p58"/>
                <p:cNvSpPr/>
                <p:nvPr/>
              </p:nvSpPr>
              <p:spPr>
                <a:xfrm>
                  <a:off x="6028351" y="6372600"/>
                  <a:ext cx="11554" cy="6205"/>
                </a:xfrm>
                <a:custGeom>
                  <a:rect b="b" l="l" r="r" t="t"/>
                  <a:pathLst>
                    <a:path extrusionOk="0" h="58" w="108">
                      <a:moveTo>
                        <a:pt x="108" y="58"/>
                      </a:move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2" name="Google Shape;3222;p58"/>
                <p:cNvSpPr/>
                <p:nvPr/>
              </p:nvSpPr>
              <p:spPr>
                <a:xfrm>
                  <a:off x="5828507" y="6256524"/>
                  <a:ext cx="12303" cy="6954"/>
                </a:xfrm>
                <a:custGeom>
                  <a:rect b="b" l="l" r="r" t="t"/>
                  <a:pathLst>
                    <a:path extrusionOk="0" h="65" w="115">
                      <a:moveTo>
                        <a:pt x="0" y="1"/>
                      </a:moveTo>
                      <a:lnTo>
                        <a:pt x="0" y="8"/>
                      </a:lnTo>
                      <a:lnTo>
                        <a:pt x="107" y="65"/>
                      </a:lnTo>
                      <a:lnTo>
                        <a:pt x="114" y="6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3" name="Google Shape;3223;p58"/>
                <p:cNvSpPr/>
                <p:nvPr/>
              </p:nvSpPr>
              <p:spPr>
                <a:xfrm>
                  <a:off x="5749127" y="6201642"/>
                  <a:ext cx="117146" cy="81200"/>
                </a:xfrm>
                <a:custGeom>
                  <a:rect b="b" l="l" r="r" t="t"/>
                  <a:pathLst>
                    <a:path extrusionOk="0" h="759" w="1095">
                      <a:moveTo>
                        <a:pt x="644" y="1"/>
                      </a:moveTo>
                      <a:cubicBezTo>
                        <a:pt x="575" y="1"/>
                        <a:pt x="498" y="22"/>
                        <a:pt x="418" y="69"/>
                      </a:cubicBezTo>
                      <a:cubicBezTo>
                        <a:pt x="354" y="103"/>
                        <a:pt x="289" y="162"/>
                        <a:pt x="232" y="219"/>
                      </a:cubicBezTo>
                      <a:cubicBezTo>
                        <a:pt x="139" y="319"/>
                        <a:pt x="52" y="441"/>
                        <a:pt x="1" y="571"/>
                      </a:cubicBezTo>
                      <a:lnTo>
                        <a:pt x="318" y="759"/>
                      </a:lnTo>
                      <a:cubicBezTo>
                        <a:pt x="375" y="629"/>
                        <a:pt x="454" y="507"/>
                        <a:pt x="547" y="405"/>
                      </a:cubicBezTo>
                      <a:cubicBezTo>
                        <a:pt x="597" y="355"/>
                        <a:pt x="641" y="312"/>
                        <a:pt x="699" y="276"/>
                      </a:cubicBezTo>
                      <a:lnTo>
                        <a:pt x="706" y="276"/>
                      </a:lnTo>
                      <a:cubicBezTo>
                        <a:pt x="713" y="269"/>
                        <a:pt x="727" y="262"/>
                        <a:pt x="734" y="255"/>
                      </a:cubicBezTo>
                      <a:cubicBezTo>
                        <a:pt x="816" y="209"/>
                        <a:pt x="893" y="186"/>
                        <a:pt x="961" y="186"/>
                      </a:cubicBezTo>
                      <a:cubicBezTo>
                        <a:pt x="977" y="186"/>
                        <a:pt x="993" y="187"/>
                        <a:pt x="1008" y="189"/>
                      </a:cubicBezTo>
                      <a:lnTo>
                        <a:pt x="1022" y="189"/>
                      </a:lnTo>
                      <a:cubicBezTo>
                        <a:pt x="1029" y="189"/>
                        <a:pt x="1036" y="198"/>
                        <a:pt x="1044" y="198"/>
                      </a:cubicBezTo>
                      <a:lnTo>
                        <a:pt x="1051" y="198"/>
                      </a:lnTo>
                      <a:cubicBezTo>
                        <a:pt x="1058" y="205"/>
                        <a:pt x="1065" y="205"/>
                        <a:pt x="1065" y="205"/>
                      </a:cubicBezTo>
                      <a:cubicBezTo>
                        <a:pt x="1072" y="212"/>
                        <a:pt x="1079" y="212"/>
                        <a:pt x="1079" y="212"/>
                      </a:cubicBezTo>
                      <a:cubicBezTo>
                        <a:pt x="1087" y="212"/>
                        <a:pt x="1087" y="219"/>
                        <a:pt x="1094" y="219"/>
                      </a:cubicBezTo>
                      <a:cubicBezTo>
                        <a:pt x="986" y="155"/>
                        <a:pt x="879" y="96"/>
                        <a:pt x="777" y="32"/>
                      </a:cubicBezTo>
                      <a:cubicBezTo>
                        <a:pt x="738" y="12"/>
                        <a:pt x="693" y="1"/>
                        <a:pt x="6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4" name="Google Shape;3224;p58"/>
                <p:cNvSpPr/>
                <p:nvPr/>
              </p:nvSpPr>
              <p:spPr>
                <a:xfrm>
                  <a:off x="5822196" y="6244863"/>
                  <a:ext cx="34127" cy="18615"/>
                </a:xfrm>
                <a:custGeom>
                  <a:rect b="b" l="l" r="r" t="t"/>
                  <a:pathLst>
                    <a:path extrusionOk="0" h="174" w="319">
                      <a:moveTo>
                        <a:pt x="203" y="0"/>
                      </a:moveTo>
                      <a:cubicBezTo>
                        <a:pt x="162" y="0"/>
                        <a:pt x="115" y="13"/>
                        <a:pt x="66" y="37"/>
                      </a:cubicBezTo>
                      <a:cubicBezTo>
                        <a:pt x="59" y="44"/>
                        <a:pt x="59" y="44"/>
                        <a:pt x="51" y="44"/>
                      </a:cubicBezTo>
                      <a:cubicBezTo>
                        <a:pt x="37" y="60"/>
                        <a:pt x="23" y="67"/>
                        <a:pt x="1" y="80"/>
                      </a:cubicBezTo>
                      <a:lnTo>
                        <a:pt x="59" y="110"/>
                      </a:lnTo>
                      <a:lnTo>
                        <a:pt x="173" y="174"/>
                      </a:lnTo>
                      <a:cubicBezTo>
                        <a:pt x="216" y="124"/>
                        <a:pt x="266" y="87"/>
                        <a:pt x="318" y="53"/>
                      </a:cubicBezTo>
                      <a:lnTo>
                        <a:pt x="318" y="44"/>
                      </a:lnTo>
                      <a:lnTo>
                        <a:pt x="310" y="44"/>
                      </a:lnTo>
                      <a:cubicBezTo>
                        <a:pt x="310" y="37"/>
                        <a:pt x="310" y="37"/>
                        <a:pt x="303" y="37"/>
                      </a:cubicBezTo>
                      <a:cubicBezTo>
                        <a:pt x="303" y="30"/>
                        <a:pt x="296" y="30"/>
                        <a:pt x="289" y="24"/>
                      </a:cubicBezTo>
                      <a:cubicBezTo>
                        <a:pt x="264" y="8"/>
                        <a:pt x="235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5" name="Google Shape;3225;p58"/>
                <p:cNvSpPr/>
                <p:nvPr/>
              </p:nvSpPr>
              <p:spPr>
                <a:xfrm>
                  <a:off x="5783147" y="6221434"/>
                  <a:ext cx="95321" cy="61408"/>
                </a:xfrm>
                <a:custGeom>
                  <a:rect b="b" l="l" r="r" t="t"/>
                  <a:pathLst>
                    <a:path extrusionOk="0" h="574" w="891">
                      <a:moveTo>
                        <a:pt x="643" y="1"/>
                      </a:moveTo>
                      <a:cubicBezTo>
                        <a:pt x="575" y="1"/>
                        <a:pt x="498" y="24"/>
                        <a:pt x="416" y="70"/>
                      </a:cubicBezTo>
                      <a:cubicBezTo>
                        <a:pt x="409" y="77"/>
                        <a:pt x="395" y="84"/>
                        <a:pt x="388" y="91"/>
                      </a:cubicBezTo>
                      <a:lnTo>
                        <a:pt x="381" y="91"/>
                      </a:lnTo>
                      <a:cubicBezTo>
                        <a:pt x="323" y="127"/>
                        <a:pt x="279" y="170"/>
                        <a:pt x="229" y="220"/>
                      </a:cubicBezTo>
                      <a:cubicBezTo>
                        <a:pt x="136" y="322"/>
                        <a:pt x="57" y="444"/>
                        <a:pt x="0" y="574"/>
                      </a:cubicBezTo>
                      <a:lnTo>
                        <a:pt x="236" y="436"/>
                      </a:lnTo>
                      <a:cubicBezTo>
                        <a:pt x="273" y="386"/>
                        <a:pt x="316" y="336"/>
                        <a:pt x="366" y="299"/>
                      </a:cubicBezTo>
                      <a:cubicBezTo>
                        <a:pt x="388" y="286"/>
                        <a:pt x="402" y="279"/>
                        <a:pt x="416" y="263"/>
                      </a:cubicBezTo>
                      <a:cubicBezTo>
                        <a:pt x="424" y="263"/>
                        <a:pt x="424" y="263"/>
                        <a:pt x="431" y="256"/>
                      </a:cubicBezTo>
                      <a:cubicBezTo>
                        <a:pt x="480" y="232"/>
                        <a:pt x="527" y="219"/>
                        <a:pt x="568" y="219"/>
                      </a:cubicBezTo>
                      <a:cubicBezTo>
                        <a:pt x="600" y="219"/>
                        <a:pt x="629" y="227"/>
                        <a:pt x="654" y="243"/>
                      </a:cubicBezTo>
                      <a:cubicBezTo>
                        <a:pt x="661" y="249"/>
                        <a:pt x="668" y="249"/>
                        <a:pt x="668" y="256"/>
                      </a:cubicBezTo>
                      <a:cubicBezTo>
                        <a:pt x="675" y="256"/>
                        <a:pt x="675" y="256"/>
                        <a:pt x="675" y="263"/>
                      </a:cubicBezTo>
                      <a:lnTo>
                        <a:pt x="683" y="263"/>
                      </a:lnTo>
                      <a:lnTo>
                        <a:pt x="683" y="272"/>
                      </a:lnTo>
                      <a:cubicBezTo>
                        <a:pt x="697" y="256"/>
                        <a:pt x="711" y="249"/>
                        <a:pt x="726" y="243"/>
                      </a:cubicBezTo>
                      <a:cubicBezTo>
                        <a:pt x="783" y="206"/>
                        <a:pt x="840" y="192"/>
                        <a:pt x="890" y="177"/>
                      </a:cubicBezTo>
                      <a:cubicBezTo>
                        <a:pt x="863" y="106"/>
                        <a:pt x="819" y="56"/>
                        <a:pt x="761" y="27"/>
                      </a:cubicBezTo>
                      <a:cubicBezTo>
                        <a:pt x="761" y="27"/>
                        <a:pt x="754" y="27"/>
                        <a:pt x="747" y="20"/>
                      </a:cubicBezTo>
                      <a:cubicBezTo>
                        <a:pt x="747" y="20"/>
                        <a:pt x="740" y="20"/>
                        <a:pt x="733" y="13"/>
                      </a:cubicBezTo>
                      <a:lnTo>
                        <a:pt x="726" y="13"/>
                      </a:lnTo>
                      <a:cubicBezTo>
                        <a:pt x="718" y="13"/>
                        <a:pt x="711" y="4"/>
                        <a:pt x="704" y="4"/>
                      </a:cubicBezTo>
                      <a:lnTo>
                        <a:pt x="690" y="4"/>
                      </a:lnTo>
                      <a:cubicBezTo>
                        <a:pt x="675" y="2"/>
                        <a:pt x="659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6" name="Google Shape;3226;p58"/>
                <p:cNvSpPr/>
                <p:nvPr/>
              </p:nvSpPr>
              <p:spPr>
                <a:xfrm>
                  <a:off x="5895265" y="6295680"/>
                  <a:ext cx="11768" cy="6419"/>
                </a:xfrm>
                <a:custGeom>
                  <a:rect b="b" l="l" r="r" t="t"/>
                  <a:pathLst>
                    <a:path extrusionOk="0" h="60" w="110">
                      <a:moveTo>
                        <a:pt x="110" y="59"/>
                      </a:moveTo>
                      <a:lnTo>
                        <a:pt x="110" y="59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7" name="Google Shape;3227;p58"/>
                <p:cNvSpPr/>
                <p:nvPr/>
              </p:nvSpPr>
              <p:spPr>
                <a:xfrm>
                  <a:off x="5856216" y="6250426"/>
                  <a:ext cx="856" cy="107"/>
                </a:xfrm>
                <a:custGeom>
                  <a:rect b="b" l="l" r="r" t="t"/>
                  <a:pathLst>
                    <a:path extrusionOk="0" h="1" w="8">
                      <a:moveTo>
                        <a:pt x="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8" name="Google Shape;3228;p58"/>
                <p:cNvSpPr/>
                <p:nvPr/>
              </p:nvSpPr>
              <p:spPr>
                <a:xfrm>
                  <a:off x="5929071" y="6261873"/>
                  <a:ext cx="1819" cy="856"/>
                </a:xfrm>
                <a:custGeom>
                  <a:rect b="b" l="l" r="r" t="t"/>
                  <a:pathLst>
                    <a:path extrusionOk="0" h="8" w="17">
                      <a:moveTo>
                        <a:pt x="1" y="1"/>
                      </a:moveTo>
                      <a:cubicBezTo>
                        <a:pt x="9" y="1"/>
                        <a:pt x="16" y="8"/>
                        <a:pt x="16" y="8"/>
                      </a:cubicBezTo>
                      <a:cubicBezTo>
                        <a:pt x="9" y="1"/>
                        <a:pt x="9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9" name="Google Shape;3229;p58"/>
                <p:cNvSpPr/>
                <p:nvPr/>
              </p:nvSpPr>
              <p:spPr>
                <a:xfrm>
                  <a:off x="5849904" y="6259947"/>
                  <a:ext cx="95535" cy="61301"/>
                </a:xfrm>
                <a:custGeom>
                  <a:rect b="b" l="l" r="r" t="t"/>
                  <a:pathLst>
                    <a:path extrusionOk="0" h="573" w="893">
                      <a:moveTo>
                        <a:pt x="627" y="1"/>
                      </a:moveTo>
                      <a:cubicBezTo>
                        <a:pt x="597" y="1"/>
                        <a:pt x="565" y="6"/>
                        <a:pt x="534" y="19"/>
                      </a:cubicBezTo>
                      <a:cubicBezTo>
                        <a:pt x="525" y="19"/>
                        <a:pt x="518" y="19"/>
                        <a:pt x="504" y="26"/>
                      </a:cubicBezTo>
                      <a:cubicBezTo>
                        <a:pt x="490" y="33"/>
                        <a:pt x="468" y="41"/>
                        <a:pt x="447" y="55"/>
                      </a:cubicBezTo>
                      <a:cubicBezTo>
                        <a:pt x="439" y="55"/>
                        <a:pt x="425" y="62"/>
                        <a:pt x="418" y="69"/>
                      </a:cubicBezTo>
                      <a:cubicBezTo>
                        <a:pt x="404" y="76"/>
                        <a:pt x="396" y="84"/>
                        <a:pt x="382" y="91"/>
                      </a:cubicBezTo>
                      <a:lnTo>
                        <a:pt x="375" y="91"/>
                      </a:lnTo>
                      <a:cubicBezTo>
                        <a:pt x="339" y="119"/>
                        <a:pt x="309" y="141"/>
                        <a:pt x="275" y="178"/>
                      </a:cubicBezTo>
                      <a:cubicBezTo>
                        <a:pt x="259" y="191"/>
                        <a:pt x="245" y="205"/>
                        <a:pt x="232" y="221"/>
                      </a:cubicBezTo>
                      <a:cubicBezTo>
                        <a:pt x="130" y="321"/>
                        <a:pt x="51" y="443"/>
                        <a:pt x="1" y="573"/>
                      </a:cubicBezTo>
                      <a:lnTo>
                        <a:pt x="232" y="436"/>
                      </a:lnTo>
                      <a:cubicBezTo>
                        <a:pt x="275" y="386"/>
                        <a:pt x="318" y="335"/>
                        <a:pt x="368" y="300"/>
                      </a:cubicBezTo>
                      <a:cubicBezTo>
                        <a:pt x="382" y="284"/>
                        <a:pt x="404" y="278"/>
                        <a:pt x="418" y="264"/>
                      </a:cubicBezTo>
                      <a:cubicBezTo>
                        <a:pt x="425" y="264"/>
                        <a:pt x="425" y="264"/>
                        <a:pt x="432" y="257"/>
                      </a:cubicBezTo>
                      <a:cubicBezTo>
                        <a:pt x="477" y="232"/>
                        <a:pt x="523" y="219"/>
                        <a:pt x="564" y="219"/>
                      </a:cubicBezTo>
                      <a:cubicBezTo>
                        <a:pt x="595" y="219"/>
                        <a:pt x="623" y="226"/>
                        <a:pt x="647" y="241"/>
                      </a:cubicBezTo>
                      <a:lnTo>
                        <a:pt x="654" y="241"/>
                      </a:lnTo>
                      <a:cubicBezTo>
                        <a:pt x="654" y="248"/>
                        <a:pt x="663" y="248"/>
                        <a:pt x="670" y="257"/>
                      </a:cubicBezTo>
                      <a:cubicBezTo>
                        <a:pt x="670" y="257"/>
                        <a:pt x="677" y="257"/>
                        <a:pt x="677" y="264"/>
                      </a:cubicBezTo>
                      <a:cubicBezTo>
                        <a:pt x="677" y="264"/>
                        <a:pt x="684" y="264"/>
                        <a:pt x="684" y="271"/>
                      </a:cubicBezTo>
                      <a:cubicBezTo>
                        <a:pt x="697" y="257"/>
                        <a:pt x="713" y="248"/>
                        <a:pt x="720" y="241"/>
                      </a:cubicBezTo>
                      <a:cubicBezTo>
                        <a:pt x="784" y="205"/>
                        <a:pt x="835" y="191"/>
                        <a:pt x="892" y="178"/>
                      </a:cubicBezTo>
                      <a:cubicBezTo>
                        <a:pt x="863" y="112"/>
                        <a:pt x="827" y="62"/>
                        <a:pt x="770" y="33"/>
                      </a:cubicBezTo>
                      <a:cubicBezTo>
                        <a:pt x="770" y="33"/>
                        <a:pt x="763" y="26"/>
                        <a:pt x="756" y="26"/>
                      </a:cubicBezTo>
                      <a:cubicBezTo>
                        <a:pt x="756" y="26"/>
                        <a:pt x="749" y="19"/>
                        <a:pt x="741" y="19"/>
                      </a:cubicBezTo>
                      <a:cubicBezTo>
                        <a:pt x="734" y="12"/>
                        <a:pt x="720" y="12"/>
                        <a:pt x="713" y="5"/>
                      </a:cubicBezTo>
                      <a:lnTo>
                        <a:pt x="677" y="5"/>
                      </a:lnTo>
                      <a:cubicBezTo>
                        <a:pt x="661" y="2"/>
                        <a:pt x="644" y="1"/>
                        <a:pt x="6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0" name="Google Shape;3230;p58"/>
                <p:cNvSpPr/>
                <p:nvPr/>
              </p:nvSpPr>
              <p:spPr>
                <a:xfrm>
                  <a:off x="5929071" y="6261873"/>
                  <a:ext cx="1819" cy="856"/>
                </a:xfrm>
                <a:custGeom>
                  <a:rect b="b" l="l" r="r" t="t"/>
                  <a:pathLst>
                    <a:path extrusionOk="0" h="8" w="17">
                      <a:moveTo>
                        <a:pt x="1" y="1"/>
                      </a:moveTo>
                      <a:cubicBezTo>
                        <a:pt x="9" y="1"/>
                        <a:pt x="16" y="8"/>
                        <a:pt x="16" y="8"/>
                      </a:cubicBezTo>
                      <a:cubicBezTo>
                        <a:pt x="9" y="1"/>
                        <a:pt x="9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1" name="Google Shape;3231;p58"/>
                <p:cNvSpPr/>
                <p:nvPr/>
              </p:nvSpPr>
              <p:spPr>
                <a:xfrm>
                  <a:off x="5962343" y="6334300"/>
                  <a:ext cx="11554" cy="6098"/>
                </a:xfrm>
                <a:custGeom>
                  <a:rect b="b" l="l" r="r" t="t"/>
                  <a:pathLst>
                    <a:path extrusionOk="0" h="57" w="108">
                      <a:moveTo>
                        <a:pt x="107" y="57"/>
                      </a:moveTo>
                      <a:lnTo>
                        <a:pt x="107" y="5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2" name="Google Shape;3232;p58"/>
                <p:cNvSpPr/>
                <p:nvPr/>
              </p:nvSpPr>
              <p:spPr>
                <a:xfrm>
                  <a:off x="5889167" y="6283270"/>
                  <a:ext cx="33913" cy="18829"/>
                </a:xfrm>
                <a:custGeom>
                  <a:rect b="b" l="l" r="r" t="t"/>
                  <a:pathLst>
                    <a:path extrusionOk="0" h="176" w="317">
                      <a:moveTo>
                        <a:pt x="197" y="1"/>
                      </a:moveTo>
                      <a:cubicBezTo>
                        <a:pt x="156" y="1"/>
                        <a:pt x="110" y="14"/>
                        <a:pt x="65" y="39"/>
                      </a:cubicBezTo>
                      <a:cubicBezTo>
                        <a:pt x="58" y="46"/>
                        <a:pt x="58" y="46"/>
                        <a:pt x="51" y="46"/>
                      </a:cubicBezTo>
                      <a:cubicBezTo>
                        <a:pt x="37" y="60"/>
                        <a:pt x="15" y="66"/>
                        <a:pt x="1" y="82"/>
                      </a:cubicBezTo>
                      <a:lnTo>
                        <a:pt x="58" y="117"/>
                      </a:lnTo>
                      <a:lnTo>
                        <a:pt x="167" y="175"/>
                      </a:lnTo>
                      <a:cubicBezTo>
                        <a:pt x="217" y="125"/>
                        <a:pt x="267" y="82"/>
                        <a:pt x="317" y="53"/>
                      </a:cubicBezTo>
                      <a:cubicBezTo>
                        <a:pt x="317" y="46"/>
                        <a:pt x="310" y="46"/>
                        <a:pt x="310" y="46"/>
                      </a:cubicBezTo>
                      <a:cubicBezTo>
                        <a:pt x="310" y="39"/>
                        <a:pt x="303" y="39"/>
                        <a:pt x="303" y="39"/>
                      </a:cubicBezTo>
                      <a:cubicBezTo>
                        <a:pt x="296" y="30"/>
                        <a:pt x="287" y="30"/>
                        <a:pt x="287" y="23"/>
                      </a:cubicBezTo>
                      <a:lnTo>
                        <a:pt x="280" y="23"/>
                      </a:lnTo>
                      <a:cubicBezTo>
                        <a:pt x="256" y="8"/>
                        <a:pt x="22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3" name="Google Shape;3233;p58"/>
                <p:cNvSpPr/>
                <p:nvPr/>
              </p:nvSpPr>
              <p:spPr>
                <a:xfrm>
                  <a:off x="5882213" y="6278669"/>
                  <a:ext cx="117146" cy="80986"/>
                </a:xfrm>
                <a:custGeom>
                  <a:rect b="b" l="l" r="r" t="t"/>
                  <a:pathLst>
                    <a:path extrusionOk="0" h="757" w="1095">
                      <a:moveTo>
                        <a:pt x="1068" y="203"/>
                      </a:moveTo>
                      <a:cubicBezTo>
                        <a:pt x="1069" y="203"/>
                        <a:pt x="1071" y="204"/>
                        <a:pt x="1072" y="205"/>
                      </a:cubicBezTo>
                      <a:lnTo>
                        <a:pt x="1072" y="205"/>
                      </a:lnTo>
                      <a:cubicBezTo>
                        <a:pt x="1072" y="204"/>
                        <a:pt x="1072" y="203"/>
                        <a:pt x="1072" y="203"/>
                      </a:cubicBezTo>
                      <a:cubicBezTo>
                        <a:pt x="1071" y="203"/>
                        <a:pt x="1069" y="203"/>
                        <a:pt x="1068" y="203"/>
                      </a:cubicBezTo>
                      <a:close/>
                      <a:moveTo>
                        <a:pt x="1072" y="205"/>
                      </a:moveTo>
                      <a:cubicBezTo>
                        <a:pt x="1073" y="210"/>
                        <a:pt x="1077" y="211"/>
                        <a:pt x="1083" y="211"/>
                      </a:cubicBezTo>
                      <a:lnTo>
                        <a:pt x="1083" y="211"/>
                      </a:lnTo>
                      <a:cubicBezTo>
                        <a:pt x="1079" y="209"/>
                        <a:pt x="1075" y="207"/>
                        <a:pt x="1072" y="205"/>
                      </a:cubicBezTo>
                      <a:close/>
                      <a:moveTo>
                        <a:pt x="1083" y="211"/>
                      </a:moveTo>
                      <a:lnTo>
                        <a:pt x="1083" y="211"/>
                      </a:lnTo>
                      <a:cubicBezTo>
                        <a:pt x="1086" y="214"/>
                        <a:pt x="1090" y="216"/>
                        <a:pt x="1094" y="218"/>
                      </a:cubicBezTo>
                      <a:lnTo>
                        <a:pt x="1086" y="211"/>
                      </a:lnTo>
                      <a:cubicBezTo>
                        <a:pt x="1085" y="211"/>
                        <a:pt x="1084" y="211"/>
                        <a:pt x="1083" y="211"/>
                      </a:cubicBezTo>
                      <a:close/>
                      <a:moveTo>
                        <a:pt x="640" y="0"/>
                      </a:moveTo>
                      <a:cubicBezTo>
                        <a:pt x="624" y="0"/>
                        <a:pt x="608" y="1"/>
                        <a:pt x="590" y="3"/>
                      </a:cubicBezTo>
                      <a:cubicBezTo>
                        <a:pt x="533" y="16"/>
                        <a:pt x="482" y="30"/>
                        <a:pt x="418" y="66"/>
                      </a:cubicBezTo>
                      <a:cubicBezTo>
                        <a:pt x="411" y="73"/>
                        <a:pt x="395" y="82"/>
                        <a:pt x="382" y="96"/>
                      </a:cubicBezTo>
                      <a:cubicBezTo>
                        <a:pt x="332" y="125"/>
                        <a:pt x="282" y="168"/>
                        <a:pt x="232" y="218"/>
                      </a:cubicBezTo>
                      <a:cubicBezTo>
                        <a:pt x="137" y="318"/>
                        <a:pt x="59" y="441"/>
                        <a:pt x="0" y="570"/>
                      </a:cubicBezTo>
                      <a:lnTo>
                        <a:pt x="318" y="756"/>
                      </a:lnTo>
                      <a:cubicBezTo>
                        <a:pt x="375" y="627"/>
                        <a:pt x="454" y="505"/>
                        <a:pt x="547" y="404"/>
                      </a:cubicBezTo>
                      <a:cubicBezTo>
                        <a:pt x="561" y="391"/>
                        <a:pt x="577" y="375"/>
                        <a:pt x="597" y="361"/>
                      </a:cubicBezTo>
                      <a:cubicBezTo>
                        <a:pt x="627" y="325"/>
                        <a:pt x="663" y="304"/>
                        <a:pt x="697" y="275"/>
                      </a:cubicBezTo>
                      <a:lnTo>
                        <a:pt x="706" y="275"/>
                      </a:lnTo>
                      <a:cubicBezTo>
                        <a:pt x="720" y="268"/>
                        <a:pt x="727" y="261"/>
                        <a:pt x="740" y="254"/>
                      </a:cubicBezTo>
                      <a:cubicBezTo>
                        <a:pt x="817" y="207"/>
                        <a:pt x="887" y="185"/>
                        <a:pt x="949" y="185"/>
                      </a:cubicBezTo>
                      <a:cubicBezTo>
                        <a:pt x="964" y="185"/>
                        <a:pt x="978" y="186"/>
                        <a:pt x="992" y="189"/>
                      </a:cubicBezTo>
                      <a:lnTo>
                        <a:pt x="1029" y="189"/>
                      </a:lnTo>
                      <a:cubicBezTo>
                        <a:pt x="1029" y="189"/>
                        <a:pt x="1035" y="196"/>
                        <a:pt x="1042" y="196"/>
                      </a:cubicBezTo>
                      <a:lnTo>
                        <a:pt x="1051" y="196"/>
                      </a:lnTo>
                      <a:cubicBezTo>
                        <a:pt x="1057" y="201"/>
                        <a:pt x="1062" y="202"/>
                        <a:pt x="1068" y="203"/>
                      </a:cubicBezTo>
                      <a:lnTo>
                        <a:pt x="1068" y="203"/>
                      </a:lnTo>
                      <a:cubicBezTo>
                        <a:pt x="969" y="143"/>
                        <a:pt x="877" y="90"/>
                        <a:pt x="777" y="30"/>
                      </a:cubicBezTo>
                      <a:cubicBezTo>
                        <a:pt x="738" y="9"/>
                        <a:pt x="692" y="0"/>
                        <a:pt x="64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4" name="Google Shape;3234;p58"/>
                <p:cNvSpPr/>
                <p:nvPr/>
              </p:nvSpPr>
              <p:spPr>
                <a:xfrm>
                  <a:off x="5916126" y="6298354"/>
                  <a:ext cx="95321" cy="61301"/>
                </a:xfrm>
                <a:custGeom>
                  <a:rect b="b" l="l" r="r" t="t"/>
                  <a:pathLst>
                    <a:path extrusionOk="0" h="573" w="891">
                      <a:moveTo>
                        <a:pt x="632" y="1"/>
                      </a:moveTo>
                      <a:cubicBezTo>
                        <a:pt x="570" y="1"/>
                        <a:pt x="500" y="23"/>
                        <a:pt x="423" y="70"/>
                      </a:cubicBezTo>
                      <a:cubicBezTo>
                        <a:pt x="410" y="77"/>
                        <a:pt x="403" y="84"/>
                        <a:pt x="389" y="91"/>
                      </a:cubicBezTo>
                      <a:lnTo>
                        <a:pt x="380" y="91"/>
                      </a:lnTo>
                      <a:cubicBezTo>
                        <a:pt x="346" y="120"/>
                        <a:pt x="310" y="141"/>
                        <a:pt x="280" y="177"/>
                      </a:cubicBezTo>
                      <a:cubicBezTo>
                        <a:pt x="260" y="191"/>
                        <a:pt x="244" y="207"/>
                        <a:pt x="230" y="220"/>
                      </a:cubicBezTo>
                      <a:cubicBezTo>
                        <a:pt x="137" y="321"/>
                        <a:pt x="58" y="443"/>
                        <a:pt x="1" y="572"/>
                      </a:cubicBezTo>
                      <a:lnTo>
                        <a:pt x="237" y="436"/>
                      </a:lnTo>
                      <a:cubicBezTo>
                        <a:pt x="273" y="386"/>
                        <a:pt x="323" y="336"/>
                        <a:pt x="373" y="300"/>
                      </a:cubicBezTo>
                      <a:cubicBezTo>
                        <a:pt x="389" y="286"/>
                        <a:pt x="403" y="277"/>
                        <a:pt x="423" y="264"/>
                      </a:cubicBezTo>
                      <a:cubicBezTo>
                        <a:pt x="423" y="264"/>
                        <a:pt x="432" y="264"/>
                        <a:pt x="432" y="257"/>
                      </a:cubicBezTo>
                      <a:cubicBezTo>
                        <a:pt x="481" y="232"/>
                        <a:pt x="527" y="220"/>
                        <a:pt x="568" y="220"/>
                      </a:cubicBezTo>
                      <a:cubicBezTo>
                        <a:pt x="600" y="220"/>
                        <a:pt x="629" y="227"/>
                        <a:pt x="655" y="243"/>
                      </a:cubicBezTo>
                      <a:cubicBezTo>
                        <a:pt x="662" y="250"/>
                        <a:pt x="668" y="250"/>
                        <a:pt x="675" y="257"/>
                      </a:cubicBezTo>
                      <a:cubicBezTo>
                        <a:pt x="675" y="257"/>
                        <a:pt x="682" y="264"/>
                        <a:pt x="691" y="270"/>
                      </a:cubicBezTo>
                      <a:cubicBezTo>
                        <a:pt x="698" y="257"/>
                        <a:pt x="712" y="250"/>
                        <a:pt x="725" y="243"/>
                      </a:cubicBezTo>
                      <a:cubicBezTo>
                        <a:pt x="784" y="207"/>
                        <a:pt x="841" y="184"/>
                        <a:pt x="891" y="177"/>
                      </a:cubicBezTo>
                      <a:cubicBezTo>
                        <a:pt x="870" y="105"/>
                        <a:pt x="820" y="55"/>
                        <a:pt x="769" y="27"/>
                      </a:cubicBezTo>
                      <a:cubicBezTo>
                        <a:pt x="762" y="27"/>
                        <a:pt x="755" y="27"/>
                        <a:pt x="755" y="19"/>
                      </a:cubicBezTo>
                      <a:cubicBezTo>
                        <a:pt x="748" y="19"/>
                        <a:pt x="741" y="19"/>
                        <a:pt x="734" y="12"/>
                      </a:cubicBezTo>
                      <a:lnTo>
                        <a:pt x="725" y="12"/>
                      </a:lnTo>
                      <a:cubicBezTo>
                        <a:pt x="718" y="12"/>
                        <a:pt x="712" y="5"/>
                        <a:pt x="712" y="5"/>
                      </a:cubicBezTo>
                      <a:lnTo>
                        <a:pt x="675" y="5"/>
                      </a:lnTo>
                      <a:cubicBezTo>
                        <a:pt x="661" y="2"/>
                        <a:pt x="647" y="1"/>
                        <a:pt x="6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5" name="Google Shape;3235;p58"/>
                <p:cNvSpPr/>
                <p:nvPr/>
              </p:nvSpPr>
              <p:spPr>
                <a:xfrm>
                  <a:off x="6028351" y="6372600"/>
                  <a:ext cx="11554" cy="6205"/>
                </a:xfrm>
                <a:custGeom>
                  <a:rect b="b" l="l" r="r" t="t"/>
                  <a:pathLst>
                    <a:path extrusionOk="0" h="58" w="108">
                      <a:moveTo>
                        <a:pt x="108" y="58"/>
                      </a:move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6" name="Google Shape;3236;p58"/>
                <p:cNvSpPr/>
                <p:nvPr/>
              </p:nvSpPr>
              <p:spPr>
                <a:xfrm>
                  <a:off x="5956031" y="6321783"/>
                  <a:ext cx="34020" cy="18615"/>
                </a:xfrm>
                <a:custGeom>
                  <a:rect b="b" l="l" r="r" t="t"/>
                  <a:pathLst>
                    <a:path extrusionOk="0" h="174" w="318">
                      <a:moveTo>
                        <a:pt x="195" y="1"/>
                      </a:moveTo>
                      <a:cubicBezTo>
                        <a:pt x="154" y="1"/>
                        <a:pt x="108" y="13"/>
                        <a:pt x="59" y="38"/>
                      </a:cubicBezTo>
                      <a:cubicBezTo>
                        <a:pt x="59" y="45"/>
                        <a:pt x="50" y="45"/>
                        <a:pt x="50" y="45"/>
                      </a:cubicBezTo>
                      <a:cubicBezTo>
                        <a:pt x="30" y="58"/>
                        <a:pt x="16" y="67"/>
                        <a:pt x="0" y="81"/>
                      </a:cubicBezTo>
                      <a:lnTo>
                        <a:pt x="59" y="117"/>
                      </a:lnTo>
                      <a:lnTo>
                        <a:pt x="166" y="174"/>
                      </a:lnTo>
                      <a:cubicBezTo>
                        <a:pt x="209" y="131"/>
                        <a:pt x="259" y="81"/>
                        <a:pt x="318" y="51"/>
                      </a:cubicBezTo>
                      <a:cubicBezTo>
                        <a:pt x="309" y="45"/>
                        <a:pt x="302" y="38"/>
                        <a:pt x="302" y="38"/>
                      </a:cubicBezTo>
                      <a:cubicBezTo>
                        <a:pt x="295" y="31"/>
                        <a:pt x="289" y="31"/>
                        <a:pt x="282" y="24"/>
                      </a:cubicBezTo>
                      <a:cubicBezTo>
                        <a:pt x="256" y="8"/>
                        <a:pt x="227" y="1"/>
                        <a:pt x="19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7" name="Google Shape;3237;p58"/>
                <p:cNvSpPr/>
                <p:nvPr/>
              </p:nvSpPr>
              <p:spPr>
                <a:xfrm>
                  <a:off x="5949184" y="6316969"/>
                  <a:ext cx="116183" cy="81200"/>
                </a:xfrm>
                <a:custGeom>
                  <a:rect b="b" l="l" r="r" t="t"/>
                  <a:pathLst>
                    <a:path extrusionOk="0" h="759" w="1086">
                      <a:moveTo>
                        <a:pt x="631" y="1"/>
                      </a:moveTo>
                      <a:cubicBezTo>
                        <a:pt x="615" y="1"/>
                        <a:pt x="599" y="2"/>
                        <a:pt x="582" y="3"/>
                      </a:cubicBezTo>
                      <a:cubicBezTo>
                        <a:pt x="532" y="10"/>
                        <a:pt x="475" y="33"/>
                        <a:pt x="416" y="69"/>
                      </a:cubicBezTo>
                      <a:cubicBezTo>
                        <a:pt x="403" y="76"/>
                        <a:pt x="389" y="83"/>
                        <a:pt x="382" y="96"/>
                      </a:cubicBezTo>
                      <a:cubicBezTo>
                        <a:pt x="323" y="126"/>
                        <a:pt x="273" y="176"/>
                        <a:pt x="230" y="219"/>
                      </a:cubicBezTo>
                      <a:cubicBezTo>
                        <a:pt x="137" y="319"/>
                        <a:pt x="51" y="442"/>
                        <a:pt x="1" y="571"/>
                      </a:cubicBezTo>
                      <a:lnTo>
                        <a:pt x="316" y="759"/>
                      </a:lnTo>
                      <a:cubicBezTo>
                        <a:pt x="373" y="630"/>
                        <a:pt x="453" y="507"/>
                        <a:pt x="546" y="405"/>
                      </a:cubicBezTo>
                      <a:cubicBezTo>
                        <a:pt x="561" y="391"/>
                        <a:pt x="575" y="378"/>
                        <a:pt x="589" y="362"/>
                      </a:cubicBezTo>
                      <a:cubicBezTo>
                        <a:pt x="625" y="335"/>
                        <a:pt x="661" y="305"/>
                        <a:pt x="698" y="276"/>
                      </a:cubicBezTo>
                      <a:lnTo>
                        <a:pt x="704" y="269"/>
                      </a:lnTo>
                      <a:cubicBezTo>
                        <a:pt x="711" y="269"/>
                        <a:pt x="727" y="262"/>
                        <a:pt x="734" y="255"/>
                      </a:cubicBezTo>
                      <a:cubicBezTo>
                        <a:pt x="815" y="209"/>
                        <a:pt x="891" y="186"/>
                        <a:pt x="959" y="186"/>
                      </a:cubicBezTo>
                      <a:cubicBezTo>
                        <a:pt x="975" y="186"/>
                        <a:pt x="991" y="187"/>
                        <a:pt x="1006" y="190"/>
                      </a:cubicBezTo>
                      <a:lnTo>
                        <a:pt x="1020" y="190"/>
                      </a:lnTo>
                      <a:cubicBezTo>
                        <a:pt x="1029" y="190"/>
                        <a:pt x="1036" y="198"/>
                        <a:pt x="1043" y="198"/>
                      </a:cubicBezTo>
                      <a:cubicBezTo>
                        <a:pt x="1043" y="198"/>
                        <a:pt x="1049" y="198"/>
                        <a:pt x="1056" y="205"/>
                      </a:cubicBezTo>
                      <a:lnTo>
                        <a:pt x="1063" y="205"/>
                      </a:lnTo>
                      <a:cubicBezTo>
                        <a:pt x="1072" y="205"/>
                        <a:pt x="1079" y="212"/>
                        <a:pt x="1086" y="212"/>
                      </a:cubicBezTo>
                      <a:cubicBezTo>
                        <a:pt x="977" y="155"/>
                        <a:pt x="877" y="96"/>
                        <a:pt x="777" y="33"/>
                      </a:cubicBezTo>
                      <a:cubicBezTo>
                        <a:pt x="732" y="10"/>
                        <a:pt x="684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8" name="Google Shape;3238;p58"/>
                <p:cNvSpPr/>
                <p:nvPr/>
              </p:nvSpPr>
              <p:spPr>
                <a:xfrm>
                  <a:off x="5982990" y="6336761"/>
                  <a:ext cx="95535" cy="61408"/>
                </a:xfrm>
                <a:custGeom>
                  <a:rect b="b" l="l" r="r" t="t"/>
                  <a:pathLst>
                    <a:path extrusionOk="0" h="574" w="893">
                      <a:moveTo>
                        <a:pt x="643" y="1"/>
                      </a:moveTo>
                      <a:cubicBezTo>
                        <a:pt x="575" y="1"/>
                        <a:pt x="499" y="24"/>
                        <a:pt x="418" y="70"/>
                      </a:cubicBezTo>
                      <a:cubicBezTo>
                        <a:pt x="411" y="77"/>
                        <a:pt x="395" y="84"/>
                        <a:pt x="388" y="84"/>
                      </a:cubicBezTo>
                      <a:lnTo>
                        <a:pt x="382" y="91"/>
                      </a:lnTo>
                      <a:cubicBezTo>
                        <a:pt x="345" y="120"/>
                        <a:pt x="309" y="150"/>
                        <a:pt x="273" y="177"/>
                      </a:cubicBezTo>
                      <a:cubicBezTo>
                        <a:pt x="259" y="193"/>
                        <a:pt x="245" y="206"/>
                        <a:pt x="230" y="220"/>
                      </a:cubicBezTo>
                      <a:cubicBezTo>
                        <a:pt x="137" y="322"/>
                        <a:pt x="57" y="445"/>
                        <a:pt x="0" y="574"/>
                      </a:cubicBezTo>
                      <a:lnTo>
                        <a:pt x="238" y="436"/>
                      </a:lnTo>
                      <a:cubicBezTo>
                        <a:pt x="273" y="386"/>
                        <a:pt x="325" y="336"/>
                        <a:pt x="368" y="300"/>
                      </a:cubicBezTo>
                      <a:cubicBezTo>
                        <a:pt x="388" y="286"/>
                        <a:pt x="402" y="279"/>
                        <a:pt x="418" y="263"/>
                      </a:cubicBezTo>
                      <a:cubicBezTo>
                        <a:pt x="425" y="263"/>
                        <a:pt x="425" y="263"/>
                        <a:pt x="432" y="257"/>
                      </a:cubicBezTo>
                      <a:cubicBezTo>
                        <a:pt x="480" y="232"/>
                        <a:pt x="527" y="219"/>
                        <a:pt x="568" y="219"/>
                      </a:cubicBezTo>
                      <a:cubicBezTo>
                        <a:pt x="600" y="219"/>
                        <a:pt x="629" y="227"/>
                        <a:pt x="654" y="243"/>
                      </a:cubicBezTo>
                      <a:cubicBezTo>
                        <a:pt x="661" y="250"/>
                        <a:pt x="670" y="250"/>
                        <a:pt x="670" y="257"/>
                      </a:cubicBezTo>
                      <a:cubicBezTo>
                        <a:pt x="677" y="257"/>
                        <a:pt x="677" y="263"/>
                        <a:pt x="683" y="263"/>
                      </a:cubicBezTo>
                      <a:lnTo>
                        <a:pt x="683" y="272"/>
                      </a:lnTo>
                      <a:cubicBezTo>
                        <a:pt x="697" y="257"/>
                        <a:pt x="713" y="250"/>
                        <a:pt x="727" y="243"/>
                      </a:cubicBezTo>
                      <a:cubicBezTo>
                        <a:pt x="784" y="206"/>
                        <a:pt x="842" y="186"/>
                        <a:pt x="892" y="177"/>
                      </a:cubicBezTo>
                      <a:cubicBezTo>
                        <a:pt x="863" y="113"/>
                        <a:pt x="820" y="56"/>
                        <a:pt x="770" y="27"/>
                      </a:cubicBezTo>
                      <a:cubicBezTo>
                        <a:pt x="763" y="27"/>
                        <a:pt x="756" y="20"/>
                        <a:pt x="747" y="20"/>
                      </a:cubicBezTo>
                      <a:lnTo>
                        <a:pt x="740" y="20"/>
                      </a:lnTo>
                      <a:cubicBezTo>
                        <a:pt x="733" y="13"/>
                        <a:pt x="727" y="13"/>
                        <a:pt x="727" y="13"/>
                      </a:cubicBezTo>
                      <a:cubicBezTo>
                        <a:pt x="720" y="13"/>
                        <a:pt x="713" y="5"/>
                        <a:pt x="704" y="5"/>
                      </a:cubicBezTo>
                      <a:lnTo>
                        <a:pt x="690" y="5"/>
                      </a:lnTo>
                      <a:cubicBezTo>
                        <a:pt x="675" y="2"/>
                        <a:pt x="659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9" name="Google Shape;3239;p58"/>
                <p:cNvSpPr/>
                <p:nvPr/>
              </p:nvSpPr>
              <p:spPr>
                <a:xfrm>
                  <a:off x="6022253" y="6360190"/>
                  <a:ext cx="33913" cy="18615"/>
                </a:xfrm>
                <a:custGeom>
                  <a:rect b="b" l="l" r="r" t="t"/>
                  <a:pathLst>
                    <a:path extrusionOk="0" h="174" w="317">
                      <a:moveTo>
                        <a:pt x="201" y="0"/>
                      </a:moveTo>
                      <a:cubicBezTo>
                        <a:pt x="160" y="0"/>
                        <a:pt x="113" y="13"/>
                        <a:pt x="65" y="38"/>
                      </a:cubicBezTo>
                      <a:cubicBezTo>
                        <a:pt x="58" y="44"/>
                        <a:pt x="58" y="44"/>
                        <a:pt x="51" y="44"/>
                      </a:cubicBezTo>
                      <a:cubicBezTo>
                        <a:pt x="35" y="60"/>
                        <a:pt x="21" y="67"/>
                        <a:pt x="1" y="81"/>
                      </a:cubicBezTo>
                      <a:lnTo>
                        <a:pt x="58" y="117"/>
                      </a:lnTo>
                      <a:lnTo>
                        <a:pt x="165" y="174"/>
                      </a:lnTo>
                      <a:cubicBezTo>
                        <a:pt x="216" y="124"/>
                        <a:pt x="266" y="81"/>
                        <a:pt x="316" y="53"/>
                      </a:cubicBezTo>
                      <a:lnTo>
                        <a:pt x="316" y="44"/>
                      </a:lnTo>
                      <a:cubicBezTo>
                        <a:pt x="310" y="44"/>
                        <a:pt x="310" y="38"/>
                        <a:pt x="303" y="38"/>
                      </a:cubicBezTo>
                      <a:cubicBezTo>
                        <a:pt x="303" y="31"/>
                        <a:pt x="294" y="31"/>
                        <a:pt x="287" y="24"/>
                      </a:cubicBezTo>
                      <a:cubicBezTo>
                        <a:pt x="262" y="8"/>
                        <a:pt x="233" y="0"/>
                        <a:pt x="2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0" name="Google Shape;3240;p58"/>
                <p:cNvSpPr/>
                <p:nvPr/>
              </p:nvSpPr>
              <p:spPr>
                <a:xfrm>
                  <a:off x="6016048" y="6355376"/>
                  <a:ext cx="116183" cy="81200"/>
                </a:xfrm>
                <a:custGeom>
                  <a:rect b="b" l="l" r="r" t="t"/>
                  <a:pathLst>
                    <a:path extrusionOk="0" h="759" w="1086">
                      <a:moveTo>
                        <a:pt x="1063" y="205"/>
                      </a:moveTo>
                      <a:lnTo>
                        <a:pt x="1063" y="205"/>
                      </a:lnTo>
                      <a:cubicBezTo>
                        <a:pt x="1071" y="210"/>
                        <a:pt x="1078" y="214"/>
                        <a:pt x="1085" y="219"/>
                      </a:cubicBezTo>
                      <a:lnTo>
                        <a:pt x="1078" y="212"/>
                      </a:lnTo>
                      <a:cubicBezTo>
                        <a:pt x="1071" y="212"/>
                        <a:pt x="1071" y="205"/>
                        <a:pt x="1065" y="205"/>
                      </a:cubicBezTo>
                      <a:cubicBezTo>
                        <a:pt x="1064" y="205"/>
                        <a:pt x="1064" y="205"/>
                        <a:pt x="1063" y="205"/>
                      </a:cubicBezTo>
                      <a:close/>
                      <a:moveTo>
                        <a:pt x="632" y="1"/>
                      </a:moveTo>
                      <a:cubicBezTo>
                        <a:pt x="616" y="1"/>
                        <a:pt x="600" y="2"/>
                        <a:pt x="583" y="3"/>
                      </a:cubicBezTo>
                      <a:cubicBezTo>
                        <a:pt x="533" y="12"/>
                        <a:pt x="475" y="32"/>
                        <a:pt x="418" y="69"/>
                      </a:cubicBezTo>
                      <a:cubicBezTo>
                        <a:pt x="404" y="76"/>
                        <a:pt x="388" y="83"/>
                        <a:pt x="374" y="98"/>
                      </a:cubicBezTo>
                      <a:cubicBezTo>
                        <a:pt x="324" y="126"/>
                        <a:pt x="274" y="169"/>
                        <a:pt x="223" y="219"/>
                      </a:cubicBezTo>
                      <a:cubicBezTo>
                        <a:pt x="130" y="321"/>
                        <a:pt x="50" y="443"/>
                        <a:pt x="0" y="572"/>
                      </a:cubicBezTo>
                      <a:lnTo>
                        <a:pt x="318" y="759"/>
                      </a:lnTo>
                      <a:cubicBezTo>
                        <a:pt x="368" y="629"/>
                        <a:pt x="447" y="507"/>
                        <a:pt x="547" y="407"/>
                      </a:cubicBezTo>
                      <a:cubicBezTo>
                        <a:pt x="561" y="391"/>
                        <a:pt x="576" y="378"/>
                        <a:pt x="590" y="364"/>
                      </a:cubicBezTo>
                      <a:cubicBezTo>
                        <a:pt x="626" y="327"/>
                        <a:pt x="654" y="305"/>
                        <a:pt x="690" y="277"/>
                      </a:cubicBezTo>
                      <a:lnTo>
                        <a:pt x="706" y="277"/>
                      </a:lnTo>
                      <a:cubicBezTo>
                        <a:pt x="713" y="271"/>
                        <a:pt x="719" y="262"/>
                        <a:pt x="733" y="255"/>
                      </a:cubicBezTo>
                      <a:cubicBezTo>
                        <a:pt x="807" y="210"/>
                        <a:pt x="877" y="186"/>
                        <a:pt x="942" y="186"/>
                      </a:cubicBezTo>
                      <a:cubicBezTo>
                        <a:pt x="959" y="186"/>
                        <a:pt x="976" y="188"/>
                        <a:pt x="992" y="191"/>
                      </a:cubicBezTo>
                      <a:lnTo>
                        <a:pt x="1021" y="191"/>
                      </a:lnTo>
                      <a:cubicBezTo>
                        <a:pt x="1028" y="191"/>
                        <a:pt x="1035" y="198"/>
                        <a:pt x="1042" y="198"/>
                      </a:cubicBezTo>
                      <a:lnTo>
                        <a:pt x="1051" y="198"/>
                      </a:lnTo>
                      <a:cubicBezTo>
                        <a:pt x="1057" y="205"/>
                        <a:pt x="1058" y="205"/>
                        <a:pt x="1063" y="205"/>
                      </a:cubicBezTo>
                      <a:lnTo>
                        <a:pt x="1063" y="205"/>
                      </a:lnTo>
                      <a:cubicBezTo>
                        <a:pt x="970" y="147"/>
                        <a:pt x="870" y="93"/>
                        <a:pt x="770" y="32"/>
                      </a:cubicBezTo>
                      <a:cubicBezTo>
                        <a:pt x="731" y="10"/>
                        <a:pt x="684" y="1"/>
                        <a:pt x="6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1" name="Google Shape;3241;p58"/>
                <p:cNvSpPr/>
                <p:nvPr/>
              </p:nvSpPr>
              <p:spPr>
                <a:xfrm>
                  <a:off x="6089117" y="6398490"/>
                  <a:ext cx="40867" cy="31988"/>
                </a:xfrm>
                <a:custGeom>
                  <a:rect b="b" l="l" r="r" t="t"/>
                  <a:pathLst>
                    <a:path extrusionOk="0" h="299" w="382">
                      <a:moveTo>
                        <a:pt x="199" y="0"/>
                      </a:moveTo>
                      <a:cubicBezTo>
                        <a:pt x="158" y="0"/>
                        <a:pt x="113" y="14"/>
                        <a:pt x="66" y="40"/>
                      </a:cubicBezTo>
                      <a:cubicBezTo>
                        <a:pt x="57" y="47"/>
                        <a:pt x="57" y="47"/>
                        <a:pt x="50" y="47"/>
                      </a:cubicBezTo>
                      <a:cubicBezTo>
                        <a:pt x="36" y="61"/>
                        <a:pt x="14" y="68"/>
                        <a:pt x="0" y="83"/>
                      </a:cubicBezTo>
                      <a:lnTo>
                        <a:pt x="57" y="118"/>
                      </a:lnTo>
                      <a:lnTo>
                        <a:pt x="375" y="299"/>
                      </a:lnTo>
                      <a:cubicBezTo>
                        <a:pt x="382" y="276"/>
                        <a:pt x="382" y="256"/>
                        <a:pt x="382" y="233"/>
                      </a:cubicBezTo>
                      <a:lnTo>
                        <a:pt x="382" y="204"/>
                      </a:lnTo>
                      <a:cubicBezTo>
                        <a:pt x="382" y="197"/>
                        <a:pt x="382" y="197"/>
                        <a:pt x="375" y="190"/>
                      </a:cubicBezTo>
                      <a:lnTo>
                        <a:pt x="375" y="176"/>
                      </a:lnTo>
                      <a:cubicBezTo>
                        <a:pt x="375" y="154"/>
                        <a:pt x="368" y="140"/>
                        <a:pt x="368" y="126"/>
                      </a:cubicBezTo>
                      <a:cubicBezTo>
                        <a:pt x="359" y="118"/>
                        <a:pt x="359" y="111"/>
                        <a:pt x="352" y="104"/>
                      </a:cubicBezTo>
                      <a:cubicBezTo>
                        <a:pt x="352" y="97"/>
                        <a:pt x="345" y="90"/>
                        <a:pt x="338" y="83"/>
                      </a:cubicBezTo>
                      <a:cubicBezTo>
                        <a:pt x="338" y="75"/>
                        <a:pt x="331" y="68"/>
                        <a:pt x="325" y="61"/>
                      </a:cubicBezTo>
                      <a:lnTo>
                        <a:pt x="325" y="54"/>
                      </a:lnTo>
                      <a:cubicBezTo>
                        <a:pt x="325" y="54"/>
                        <a:pt x="316" y="54"/>
                        <a:pt x="316" y="47"/>
                      </a:cubicBezTo>
                      <a:cubicBezTo>
                        <a:pt x="316" y="47"/>
                        <a:pt x="309" y="47"/>
                        <a:pt x="309" y="40"/>
                      </a:cubicBezTo>
                      <a:lnTo>
                        <a:pt x="302" y="40"/>
                      </a:lnTo>
                      <a:cubicBezTo>
                        <a:pt x="295" y="31"/>
                        <a:pt x="288" y="31"/>
                        <a:pt x="281" y="25"/>
                      </a:cubicBezTo>
                      <a:lnTo>
                        <a:pt x="273" y="18"/>
                      </a:lnTo>
                      <a:cubicBezTo>
                        <a:pt x="250" y="6"/>
                        <a:pt x="226" y="0"/>
                        <a:pt x="19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2" name="Google Shape;3242;p58"/>
                <p:cNvSpPr/>
                <p:nvPr/>
              </p:nvSpPr>
              <p:spPr>
                <a:xfrm>
                  <a:off x="6049961" y="6375275"/>
                  <a:ext cx="98531" cy="63548"/>
                </a:xfrm>
                <a:custGeom>
                  <a:rect b="b" l="l" r="r" t="t"/>
                  <a:pathLst>
                    <a:path extrusionOk="0" h="594" w="921">
                      <a:moveTo>
                        <a:pt x="625" y="0"/>
                      </a:moveTo>
                      <a:cubicBezTo>
                        <a:pt x="560" y="0"/>
                        <a:pt x="490" y="24"/>
                        <a:pt x="416" y="69"/>
                      </a:cubicBezTo>
                      <a:cubicBezTo>
                        <a:pt x="402" y="76"/>
                        <a:pt x="396" y="85"/>
                        <a:pt x="389" y="91"/>
                      </a:cubicBezTo>
                      <a:lnTo>
                        <a:pt x="373" y="91"/>
                      </a:lnTo>
                      <a:cubicBezTo>
                        <a:pt x="337" y="119"/>
                        <a:pt x="309" y="141"/>
                        <a:pt x="273" y="178"/>
                      </a:cubicBezTo>
                      <a:cubicBezTo>
                        <a:pt x="259" y="192"/>
                        <a:pt x="244" y="205"/>
                        <a:pt x="230" y="221"/>
                      </a:cubicBezTo>
                      <a:cubicBezTo>
                        <a:pt x="130" y="321"/>
                        <a:pt x="51" y="443"/>
                        <a:pt x="1" y="573"/>
                      </a:cubicBezTo>
                      <a:lnTo>
                        <a:pt x="230" y="436"/>
                      </a:lnTo>
                      <a:cubicBezTo>
                        <a:pt x="273" y="386"/>
                        <a:pt x="316" y="335"/>
                        <a:pt x="366" y="300"/>
                      </a:cubicBezTo>
                      <a:cubicBezTo>
                        <a:pt x="380" y="285"/>
                        <a:pt x="402" y="278"/>
                        <a:pt x="416" y="264"/>
                      </a:cubicBezTo>
                      <a:cubicBezTo>
                        <a:pt x="423" y="264"/>
                        <a:pt x="423" y="264"/>
                        <a:pt x="432" y="257"/>
                      </a:cubicBezTo>
                      <a:cubicBezTo>
                        <a:pt x="479" y="231"/>
                        <a:pt x="524" y="217"/>
                        <a:pt x="565" y="217"/>
                      </a:cubicBezTo>
                      <a:cubicBezTo>
                        <a:pt x="592" y="217"/>
                        <a:pt x="616" y="223"/>
                        <a:pt x="639" y="235"/>
                      </a:cubicBezTo>
                      <a:lnTo>
                        <a:pt x="647" y="242"/>
                      </a:lnTo>
                      <a:cubicBezTo>
                        <a:pt x="654" y="248"/>
                        <a:pt x="661" y="248"/>
                        <a:pt x="668" y="257"/>
                      </a:cubicBezTo>
                      <a:lnTo>
                        <a:pt x="675" y="257"/>
                      </a:lnTo>
                      <a:cubicBezTo>
                        <a:pt x="675" y="264"/>
                        <a:pt x="682" y="264"/>
                        <a:pt x="682" y="264"/>
                      </a:cubicBezTo>
                      <a:cubicBezTo>
                        <a:pt x="682" y="271"/>
                        <a:pt x="691" y="271"/>
                        <a:pt x="691" y="271"/>
                      </a:cubicBezTo>
                      <a:lnTo>
                        <a:pt x="691" y="278"/>
                      </a:lnTo>
                      <a:cubicBezTo>
                        <a:pt x="697" y="285"/>
                        <a:pt x="704" y="292"/>
                        <a:pt x="704" y="300"/>
                      </a:cubicBezTo>
                      <a:cubicBezTo>
                        <a:pt x="711" y="307"/>
                        <a:pt x="718" y="314"/>
                        <a:pt x="718" y="321"/>
                      </a:cubicBezTo>
                      <a:cubicBezTo>
                        <a:pt x="725" y="328"/>
                        <a:pt x="725" y="335"/>
                        <a:pt x="734" y="343"/>
                      </a:cubicBezTo>
                      <a:cubicBezTo>
                        <a:pt x="734" y="357"/>
                        <a:pt x="741" y="371"/>
                        <a:pt x="741" y="393"/>
                      </a:cubicBezTo>
                      <a:lnTo>
                        <a:pt x="741" y="407"/>
                      </a:lnTo>
                      <a:cubicBezTo>
                        <a:pt x="748" y="414"/>
                        <a:pt x="748" y="414"/>
                        <a:pt x="748" y="421"/>
                      </a:cubicBezTo>
                      <a:lnTo>
                        <a:pt x="748" y="450"/>
                      </a:lnTo>
                      <a:cubicBezTo>
                        <a:pt x="748" y="473"/>
                        <a:pt x="748" y="493"/>
                        <a:pt x="741" y="516"/>
                      </a:cubicBezTo>
                      <a:lnTo>
                        <a:pt x="877" y="593"/>
                      </a:lnTo>
                      <a:cubicBezTo>
                        <a:pt x="906" y="516"/>
                        <a:pt x="920" y="430"/>
                        <a:pt x="920" y="357"/>
                      </a:cubicBezTo>
                      <a:cubicBezTo>
                        <a:pt x="920" y="192"/>
                        <a:pt x="854" y="76"/>
                        <a:pt x="761" y="26"/>
                      </a:cubicBezTo>
                      <a:cubicBezTo>
                        <a:pt x="754" y="26"/>
                        <a:pt x="754" y="19"/>
                        <a:pt x="748" y="19"/>
                      </a:cubicBezTo>
                      <a:cubicBezTo>
                        <a:pt x="741" y="19"/>
                        <a:pt x="741" y="19"/>
                        <a:pt x="734" y="12"/>
                      </a:cubicBezTo>
                      <a:lnTo>
                        <a:pt x="725" y="12"/>
                      </a:lnTo>
                      <a:cubicBezTo>
                        <a:pt x="718" y="12"/>
                        <a:pt x="711" y="5"/>
                        <a:pt x="704" y="5"/>
                      </a:cubicBezTo>
                      <a:lnTo>
                        <a:pt x="675" y="5"/>
                      </a:lnTo>
                      <a:cubicBezTo>
                        <a:pt x="659" y="2"/>
                        <a:pt x="642" y="0"/>
                        <a:pt x="6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3" name="Google Shape;3243;p58"/>
                <p:cNvSpPr/>
                <p:nvPr/>
              </p:nvSpPr>
              <p:spPr>
                <a:xfrm>
                  <a:off x="5583946" y="6297926"/>
                  <a:ext cx="408352" cy="234185"/>
                </a:xfrm>
                <a:custGeom>
                  <a:rect b="b" l="l" r="r" t="t"/>
                  <a:pathLst>
                    <a:path extrusionOk="0" h="2189" w="3817">
                      <a:moveTo>
                        <a:pt x="1323" y="1"/>
                      </a:moveTo>
                      <a:cubicBezTo>
                        <a:pt x="1271" y="1"/>
                        <a:pt x="1219" y="13"/>
                        <a:pt x="1179" y="38"/>
                      </a:cubicBezTo>
                      <a:lnTo>
                        <a:pt x="78" y="670"/>
                      </a:lnTo>
                      <a:cubicBezTo>
                        <a:pt x="1" y="721"/>
                        <a:pt x="1" y="792"/>
                        <a:pt x="78" y="842"/>
                      </a:cubicBezTo>
                      <a:lnTo>
                        <a:pt x="2350" y="2151"/>
                      </a:lnTo>
                      <a:cubicBezTo>
                        <a:pt x="2390" y="2176"/>
                        <a:pt x="2442" y="2189"/>
                        <a:pt x="2494" y="2189"/>
                      </a:cubicBezTo>
                      <a:cubicBezTo>
                        <a:pt x="2546" y="2189"/>
                        <a:pt x="2599" y="2176"/>
                        <a:pt x="2638" y="2151"/>
                      </a:cubicBezTo>
                      <a:lnTo>
                        <a:pt x="3737" y="1511"/>
                      </a:lnTo>
                      <a:cubicBezTo>
                        <a:pt x="3817" y="1468"/>
                        <a:pt x="3817" y="1396"/>
                        <a:pt x="3737" y="1346"/>
                      </a:cubicBezTo>
                      <a:lnTo>
                        <a:pt x="1467" y="38"/>
                      </a:lnTo>
                      <a:cubicBezTo>
                        <a:pt x="1427" y="13"/>
                        <a:pt x="1375" y="1"/>
                        <a:pt x="132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44" name="Google Shape;3244;p58"/>
            <p:cNvGrpSpPr/>
            <p:nvPr/>
          </p:nvGrpSpPr>
          <p:grpSpPr>
            <a:xfrm>
              <a:off x="940565" y="3138498"/>
              <a:ext cx="114150" cy="114196"/>
              <a:chOff x="-685100" y="4136737"/>
              <a:chExt cx="38359" cy="38359"/>
            </a:xfrm>
          </p:grpSpPr>
          <p:sp>
            <p:nvSpPr>
              <p:cNvPr id="3245" name="Google Shape;3245;p5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5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47" name="Google Shape;3247;p58"/>
          <p:cNvGrpSpPr/>
          <p:nvPr/>
        </p:nvGrpSpPr>
        <p:grpSpPr>
          <a:xfrm>
            <a:off x="6255290" y="711117"/>
            <a:ext cx="2008645" cy="1528778"/>
            <a:chOff x="6255290" y="711117"/>
            <a:chExt cx="2008645" cy="1528778"/>
          </a:xfrm>
        </p:grpSpPr>
        <p:grpSp>
          <p:nvGrpSpPr>
            <p:cNvPr id="3248" name="Google Shape;3248;p58"/>
            <p:cNvGrpSpPr/>
            <p:nvPr/>
          </p:nvGrpSpPr>
          <p:grpSpPr>
            <a:xfrm>
              <a:off x="6893554" y="711117"/>
              <a:ext cx="1370381" cy="1528778"/>
              <a:chOff x="6140575" y="5030501"/>
              <a:chExt cx="1187506" cy="1324764"/>
            </a:xfrm>
          </p:grpSpPr>
          <p:grpSp>
            <p:nvGrpSpPr>
              <p:cNvPr id="3249" name="Google Shape;3249;p58"/>
              <p:cNvGrpSpPr/>
              <p:nvPr/>
            </p:nvGrpSpPr>
            <p:grpSpPr>
              <a:xfrm>
                <a:off x="6140575" y="5033818"/>
                <a:ext cx="1154341" cy="1321448"/>
                <a:chOff x="6140575" y="5033818"/>
                <a:chExt cx="1154341" cy="1321448"/>
              </a:xfrm>
            </p:grpSpPr>
            <p:sp>
              <p:nvSpPr>
                <p:cNvPr id="3250" name="Google Shape;3250;p58"/>
                <p:cNvSpPr/>
                <p:nvPr/>
              </p:nvSpPr>
              <p:spPr>
                <a:xfrm>
                  <a:off x="6140575" y="5033818"/>
                  <a:ext cx="1154341" cy="1321448"/>
                </a:xfrm>
                <a:custGeom>
                  <a:rect b="b" l="l" r="r" t="t"/>
                  <a:pathLst>
                    <a:path extrusionOk="0" h="12352" w="10790">
                      <a:moveTo>
                        <a:pt x="9295" y="8126"/>
                      </a:moveTo>
                      <a:cubicBezTo>
                        <a:pt x="9316" y="8126"/>
                        <a:pt x="9338" y="8132"/>
                        <a:pt x="9359" y="8145"/>
                      </a:cubicBezTo>
                      <a:lnTo>
                        <a:pt x="9496" y="8225"/>
                      </a:lnTo>
                      <a:cubicBezTo>
                        <a:pt x="9575" y="8268"/>
                        <a:pt x="9618" y="8388"/>
                        <a:pt x="9582" y="8490"/>
                      </a:cubicBezTo>
                      <a:lnTo>
                        <a:pt x="9532" y="8670"/>
                      </a:lnTo>
                      <a:cubicBezTo>
                        <a:pt x="9505" y="8743"/>
                        <a:pt x="9451" y="8786"/>
                        <a:pt x="9393" y="8786"/>
                      </a:cubicBezTo>
                      <a:cubicBezTo>
                        <a:pt x="9373" y="8786"/>
                        <a:pt x="9352" y="8781"/>
                        <a:pt x="9332" y="8770"/>
                      </a:cubicBezTo>
                      <a:lnTo>
                        <a:pt x="9194" y="8690"/>
                      </a:lnTo>
                      <a:cubicBezTo>
                        <a:pt x="9116" y="8640"/>
                        <a:pt x="9073" y="8526"/>
                        <a:pt x="9107" y="8425"/>
                      </a:cubicBezTo>
                      <a:lnTo>
                        <a:pt x="9159" y="8245"/>
                      </a:lnTo>
                      <a:cubicBezTo>
                        <a:pt x="9184" y="8172"/>
                        <a:pt x="9237" y="8126"/>
                        <a:pt x="9295" y="8126"/>
                      </a:cubicBezTo>
                      <a:close/>
                      <a:moveTo>
                        <a:pt x="2574" y="289"/>
                      </a:moveTo>
                      <a:lnTo>
                        <a:pt x="10151" y="4666"/>
                      </a:lnTo>
                      <a:lnTo>
                        <a:pt x="7952" y="11904"/>
                      </a:lnTo>
                      <a:lnTo>
                        <a:pt x="375" y="7534"/>
                      </a:lnTo>
                      <a:lnTo>
                        <a:pt x="2574" y="289"/>
                      </a:lnTo>
                      <a:close/>
                      <a:moveTo>
                        <a:pt x="2431" y="1"/>
                      </a:moveTo>
                      <a:cubicBezTo>
                        <a:pt x="2316" y="1"/>
                        <a:pt x="2207" y="87"/>
                        <a:pt x="2164" y="237"/>
                      </a:cubicBezTo>
                      <a:lnTo>
                        <a:pt x="59" y="7174"/>
                      </a:lnTo>
                      <a:cubicBezTo>
                        <a:pt x="1" y="7376"/>
                        <a:pt x="80" y="7612"/>
                        <a:pt x="232" y="7698"/>
                      </a:cubicBezTo>
                      <a:lnTo>
                        <a:pt x="8231" y="12322"/>
                      </a:lnTo>
                      <a:cubicBezTo>
                        <a:pt x="8272" y="12339"/>
                        <a:pt x="8313" y="12351"/>
                        <a:pt x="8351" y="12351"/>
                      </a:cubicBezTo>
                      <a:cubicBezTo>
                        <a:pt x="8359" y="12351"/>
                        <a:pt x="8367" y="12350"/>
                        <a:pt x="8374" y="12349"/>
                      </a:cubicBezTo>
                      <a:lnTo>
                        <a:pt x="8404" y="12349"/>
                      </a:lnTo>
                      <a:cubicBezTo>
                        <a:pt x="8417" y="12342"/>
                        <a:pt x="8426" y="12342"/>
                        <a:pt x="8440" y="12335"/>
                      </a:cubicBezTo>
                      <a:cubicBezTo>
                        <a:pt x="8447" y="12335"/>
                        <a:pt x="8454" y="12329"/>
                        <a:pt x="8461" y="12329"/>
                      </a:cubicBezTo>
                      <a:cubicBezTo>
                        <a:pt x="8469" y="12322"/>
                        <a:pt x="8476" y="12322"/>
                        <a:pt x="8483" y="12322"/>
                      </a:cubicBezTo>
                      <a:cubicBezTo>
                        <a:pt x="8504" y="12299"/>
                        <a:pt x="8533" y="12285"/>
                        <a:pt x="8555" y="12256"/>
                      </a:cubicBezTo>
                      <a:cubicBezTo>
                        <a:pt x="8555" y="12249"/>
                        <a:pt x="8562" y="12249"/>
                        <a:pt x="8562" y="12242"/>
                      </a:cubicBezTo>
                      <a:cubicBezTo>
                        <a:pt x="8569" y="12242"/>
                        <a:pt x="8569" y="12235"/>
                        <a:pt x="8569" y="12227"/>
                      </a:cubicBezTo>
                      <a:cubicBezTo>
                        <a:pt x="8590" y="12199"/>
                        <a:pt x="8612" y="12163"/>
                        <a:pt x="8626" y="12120"/>
                      </a:cubicBezTo>
                      <a:lnTo>
                        <a:pt x="10733" y="5183"/>
                      </a:lnTo>
                      <a:cubicBezTo>
                        <a:pt x="10789" y="4981"/>
                        <a:pt x="10712" y="4745"/>
                        <a:pt x="10560" y="4652"/>
                      </a:cubicBezTo>
                      <a:lnTo>
                        <a:pt x="2561" y="37"/>
                      </a:lnTo>
                      <a:cubicBezTo>
                        <a:pt x="2518" y="8"/>
                        <a:pt x="2474" y="1"/>
                        <a:pt x="24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1" name="Google Shape;3251;p58"/>
                <p:cNvSpPr/>
                <p:nvPr/>
              </p:nvSpPr>
              <p:spPr>
                <a:xfrm>
                  <a:off x="6180587" y="5064736"/>
                  <a:ext cx="1046075" cy="1242709"/>
                </a:xfrm>
                <a:custGeom>
                  <a:rect b="b" l="l" r="r" t="t"/>
                  <a:pathLst>
                    <a:path extrusionOk="0" h="11616" w="9778">
                      <a:moveTo>
                        <a:pt x="2200" y="0"/>
                      </a:moveTo>
                      <a:lnTo>
                        <a:pt x="1" y="7245"/>
                      </a:lnTo>
                      <a:lnTo>
                        <a:pt x="7578" y="11615"/>
                      </a:lnTo>
                      <a:lnTo>
                        <a:pt x="9777" y="4377"/>
                      </a:lnTo>
                      <a:lnTo>
                        <a:pt x="22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2" name="Google Shape;3252;p58"/>
                <p:cNvSpPr/>
                <p:nvPr/>
              </p:nvSpPr>
              <p:spPr>
                <a:xfrm>
                  <a:off x="7111120" y="5903053"/>
                  <a:ext cx="58519" cy="70822"/>
                </a:xfrm>
                <a:custGeom>
                  <a:rect b="b" l="l" r="r" t="t"/>
                  <a:pathLst>
                    <a:path extrusionOk="0" h="662" w="547">
                      <a:moveTo>
                        <a:pt x="223" y="1"/>
                      </a:moveTo>
                      <a:cubicBezTo>
                        <a:pt x="165" y="1"/>
                        <a:pt x="112" y="47"/>
                        <a:pt x="87" y="120"/>
                      </a:cubicBezTo>
                      <a:lnTo>
                        <a:pt x="35" y="300"/>
                      </a:lnTo>
                      <a:cubicBezTo>
                        <a:pt x="1" y="401"/>
                        <a:pt x="44" y="515"/>
                        <a:pt x="122" y="565"/>
                      </a:cubicBezTo>
                      <a:lnTo>
                        <a:pt x="260" y="645"/>
                      </a:lnTo>
                      <a:cubicBezTo>
                        <a:pt x="280" y="656"/>
                        <a:pt x="301" y="661"/>
                        <a:pt x="321" y="661"/>
                      </a:cubicBezTo>
                      <a:cubicBezTo>
                        <a:pt x="379" y="661"/>
                        <a:pt x="433" y="618"/>
                        <a:pt x="460" y="545"/>
                      </a:cubicBezTo>
                      <a:lnTo>
                        <a:pt x="510" y="365"/>
                      </a:lnTo>
                      <a:cubicBezTo>
                        <a:pt x="546" y="263"/>
                        <a:pt x="503" y="143"/>
                        <a:pt x="424" y="100"/>
                      </a:cubicBezTo>
                      <a:lnTo>
                        <a:pt x="287" y="20"/>
                      </a:lnTo>
                      <a:cubicBezTo>
                        <a:pt x="266" y="7"/>
                        <a:pt x="244" y="1"/>
                        <a:pt x="22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53" name="Google Shape;3253;p58"/>
              <p:cNvSpPr/>
              <p:nvPr/>
            </p:nvSpPr>
            <p:spPr>
              <a:xfrm>
                <a:off x="6398189" y="5030501"/>
                <a:ext cx="929892" cy="1324550"/>
              </a:xfrm>
              <a:custGeom>
                <a:rect b="b" l="l" r="r" t="t"/>
                <a:pathLst>
                  <a:path extrusionOk="0" h="12381" w="8692">
                    <a:moveTo>
                      <a:pt x="335" y="1"/>
                    </a:moveTo>
                    <a:cubicBezTo>
                      <a:pt x="327" y="1"/>
                      <a:pt x="318" y="1"/>
                      <a:pt x="310" y="3"/>
                    </a:cubicBezTo>
                    <a:cubicBezTo>
                      <a:pt x="210" y="10"/>
                      <a:pt x="110" y="25"/>
                      <a:pt x="1" y="32"/>
                    </a:cubicBezTo>
                    <a:lnTo>
                      <a:pt x="23" y="32"/>
                    </a:lnTo>
                    <a:cubicBezTo>
                      <a:pt x="66" y="32"/>
                      <a:pt x="110" y="39"/>
                      <a:pt x="153" y="68"/>
                    </a:cubicBezTo>
                    <a:lnTo>
                      <a:pt x="8152" y="4683"/>
                    </a:lnTo>
                    <a:cubicBezTo>
                      <a:pt x="8304" y="4776"/>
                      <a:pt x="8381" y="5012"/>
                      <a:pt x="8325" y="5214"/>
                    </a:cubicBezTo>
                    <a:lnTo>
                      <a:pt x="6218" y="12151"/>
                    </a:lnTo>
                    <a:cubicBezTo>
                      <a:pt x="6204" y="12194"/>
                      <a:pt x="6182" y="12230"/>
                      <a:pt x="6161" y="12258"/>
                    </a:cubicBezTo>
                    <a:cubicBezTo>
                      <a:pt x="6161" y="12266"/>
                      <a:pt x="6161" y="12273"/>
                      <a:pt x="6154" y="12273"/>
                    </a:cubicBezTo>
                    <a:cubicBezTo>
                      <a:pt x="6154" y="12280"/>
                      <a:pt x="6147" y="12280"/>
                      <a:pt x="6147" y="12287"/>
                    </a:cubicBezTo>
                    <a:cubicBezTo>
                      <a:pt x="6125" y="12316"/>
                      <a:pt x="6096" y="12330"/>
                      <a:pt x="6075" y="12353"/>
                    </a:cubicBezTo>
                    <a:cubicBezTo>
                      <a:pt x="6068" y="12353"/>
                      <a:pt x="6061" y="12353"/>
                      <a:pt x="6053" y="12360"/>
                    </a:cubicBezTo>
                    <a:cubicBezTo>
                      <a:pt x="6046" y="12360"/>
                      <a:pt x="6039" y="12366"/>
                      <a:pt x="6032" y="12366"/>
                    </a:cubicBezTo>
                    <a:cubicBezTo>
                      <a:pt x="6020" y="12373"/>
                      <a:pt x="6012" y="12373"/>
                      <a:pt x="6000" y="12378"/>
                    </a:cubicBezTo>
                    <a:lnTo>
                      <a:pt x="6000" y="12378"/>
                    </a:lnTo>
                    <a:cubicBezTo>
                      <a:pt x="6096" y="12372"/>
                      <a:pt x="6186" y="12365"/>
                      <a:pt x="6277" y="12353"/>
                    </a:cubicBezTo>
                    <a:cubicBezTo>
                      <a:pt x="6384" y="12344"/>
                      <a:pt x="6484" y="12258"/>
                      <a:pt x="6527" y="12121"/>
                    </a:cubicBezTo>
                    <a:lnTo>
                      <a:pt x="8626" y="5185"/>
                    </a:lnTo>
                    <a:cubicBezTo>
                      <a:pt x="8692" y="4985"/>
                      <a:pt x="8613" y="4747"/>
                      <a:pt x="8454" y="4654"/>
                    </a:cubicBezTo>
                    <a:lnTo>
                      <a:pt x="461" y="39"/>
                    </a:lnTo>
                    <a:cubicBezTo>
                      <a:pt x="420" y="15"/>
                      <a:pt x="377" y="1"/>
                      <a:pt x="335" y="1"/>
                    </a:cubicBezTo>
                    <a:close/>
                    <a:moveTo>
                      <a:pt x="6000" y="12378"/>
                    </a:moveTo>
                    <a:cubicBezTo>
                      <a:pt x="5989" y="12379"/>
                      <a:pt x="5978" y="12380"/>
                      <a:pt x="5966" y="12380"/>
                    </a:cubicBezTo>
                    <a:lnTo>
                      <a:pt x="5996" y="12380"/>
                    </a:lnTo>
                    <a:cubicBezTo>
                      <a:pt x="5997" y="12379"/>
                      <a:pt x="5999" y="12379"/>
                      <a:pt x="6000" y="12378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54" name="Google Shape;3254;p58"/>
            <p:cNvSpPr/>
            <p:nvPr/>
          </p:nvSpPr>
          <p:spPr>
            <a:xfrm>
              <a:off x="8044187" y="8220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58"/>
            <p:cNvSpPr/>
            <p:nvPr/>
          </p:nvSpPr>
          <p:spPr>
            <a:xfrm>
              <a:off x="6255290" y="10945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58"/>
            <p:cNvSpPr/>
            <p:nvPr/>
          </p:nvSpPr>
          <p:spPr>
            <a:xfrm>
              <a:off x="6674427" y="7111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57"/>
          <p:cNvSpPr txBox="1"/>
          <p:nvPr>
            <p:ph type="title"/>
          </p:nvPr>
        </p:nvSpPr>
        <p:spPr>
          <a:xfrm>
            <a:off x="713225" y="1175378"/>
            <a:ext cx="4461900" cy="8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97%</a:t>
            </a:r>
            <a:endParaRPr/>
          </a:p>
        </p:txBody>
      </p:sp>
      <p:sp>
        <p:nvSpPr>
          <p:cNvPr id="2751" name="Google Shape;2751;p57"/>
          <p:cNvSpPr txBox="1"/>
          <p:nvPr>
            <p:ph idx="1" type="subTitle"/>
          </p:nvPr>
        </p:nvSpPr>
        <p:spPr>
          <a:xfrm>
            <a:off x="713225" y="2074662"/>
            <a:ext cx="4461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acerto do modelo ao separar sites confiáveis de armadilhas — testado em 11.430 URLs reais.</a:t>
            </a:r>
            <a:endParaRPr/>
          </a:p>
        </p:txBody>
      </p:sp>
      <p:grpSp>
        <p:nvGrpSpPr>
          <p:cNvPr id="2752" name="Google Shape;2752;p57"/>
          <p:cNvGrpSpPr/>
          <p:nvPr/>
        </p:nvGrpSpPr>
        <p:grpSpPr>
          <a:xfrm>
            <a:off x="2102465" y="891566"/>
            <a:ext cx="7889259" cy="4302365"/>
            <a:chOff x="2102465" y="891566"/>
            <a:chExt cx="7889259" cy="4302365"/>
          </a:xfrm>
        </p:grpSpPr>
        <p:sp>
          <p:nvSpPr>
            <p:cNvPr id="2753" name="Google Shape;2753;p57"/>
            <p:cNvSpPr/>
            <p:nvPr/>
          </p:nvSpPr>
          <p:spPr>
            <a:xfrm flipH="1">
              <a:off x="2102465" y="2230700"/>
              <a:ext cx="7889259" cy="2963232"/>
            </a:xfrm>
            <a:custGeom>
              <a:rect b="b" l="l" r="r" t="t"/>
              <a:pathLst>
                <a:path extrusionOk="0" h="120788" w="321584">
                  <a:moveTo>
                    <a:pt x="0" y="65800"/>
                  </a:moveTo>
                  <a:lnTo>
                    <a:pt x="112755" y="0"/>
                  </a:lnTo>
                  <a:lnTo>
                    <a:pt x="321584" y="120788"/>
                  </a:lnTo>
                  <a:lnTo>
                    <a:pt x="1853" y="12078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54" name="Google Shape;2754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7465590" y="2275413"/>
              <a:ext cx="718173" cy="1446057"/>
            </a:xfrm>
            <a:custGeom>
              <a:rect b="b" l="l" r="r" t="t"/>
              <a:pathLst>
                <a:path extrusionOk="0" h="7297" w="3624">
                  <a:moveTo>
                    <a:pt x="0" y="1"/>
                  </a:moveTo>
                  <a:lnTo>
                    <a:pt x="0" y="575"/>
                  </a:lnTo>
                  <a:lnTo>
                    <a:pt x="59" y="611"/>
                  </a:lnTo>
                  <a:lnTo>
                    <a:pt x="138" y="654"/>
                  </a:lnTo>
                  <a:lnTo>
                    <a:pt x="1165" y="1251"/>
                  </a:lnTo>
                  <a:lnTo>
                    <a:pt x="1224" y="1281"/>
                  </a:lnTo>
                  <a:lnTo>
                    <a:pt x="1303" y="1324"/>
                  </a:lnTo>
                  <a:lnTo>
                    <a:pt x="1891" y="1669"/>
                  </a:lnTo>
                  <a:lnTo>
                    <a:pt x="3164" y="2402"/>
                  </a:lnTo>
                  <a:lnTo>
                    <a:pt x="3164" y="4974"/>
                  </a:lnTo>
                  <a:lnTo>
                    <a:pt x="3164" y="5687"/>
                  </a:lnTo>
                  <a:lnTo>
                    <a:pt x="3164" y="7030"/>
                  </a:lnTo>
                  <a:lnTo>
                    <a:pt x="3623" y="7296"/>
                  </a:lnTo>
                  <a:lnTo>
                    <a:pt x="3623" y="5242"/>
                  </a:lnTo>
                  <a:lnTo>
                    <a:pt x="3623" y="3135"/>
                  </a:lnTo>
                  <a:lnTo>
                    <a:pt x="3623" y="2136"/>
                  </a:lnTo>
                  <a:lnTo>
                    <a:pt x="1898" y="1144"/>
                  </a:lnTo>
                  <a:lnTo>
                    <a:pt x="1303" y="799"/>
                  </a:lnTo>
                  <a:lnTo>
                    <a:pt x="1224" y="756"/>
                  </a:lnTo>
                  <a:lnTo>
                    <a:pt x="1165" y="720"/>
                  </a:lnTo>
                  <a:lnTo>
                    <a:pt x="239" y="187"/>
                  </a:lnTo>
                  <a:lnTo>
                    <a:pt x="189" y="159"/>
                  </a:lnTo>
                  <a:lnTo>
                    <a:pt x="138" y="123"/>
                  </a:lnTo>
                  <a:lnTo>
                    <a:pt x="59" y="80"/>
                  </a:lnTo>
                  <a:cubicBezTo>
                    <a:pt x="23" y="58"/>
                    <a:pt x="0" y="3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8183568" y="2688404"/>
              <a:ext cx="19024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8414240" y="2554836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0"/>
                  </a:moveTo>
                  <a:lnTo>
                    <a:pt x="1" y="57"/>
                  </a:lnTo>
                  <a:lnTo>
                    <a:pt x="1" y="5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7723610" y="2085366"/>
              <a:ext cx="812305" cy="1432185"/>
            </a:xfrm>
            <a:custGeom>
              <a:rect b="b" l="l" r="r" t="t"/>
              <a:pathLst>
                <a:path extrusionOk="0" h="7227" w="4099">
                  <a:moveTo>
                    <a:pt x="489" y="1"/>
                  </a:moveTo>
                  <a:cubicBezTo>
                    <a:pt x="472" y="1"/>
                    <a:pt x="456" y="4"/>
                    <a:pt x="446" y="11"/>
                  </a:cubicBezTo>
                  <a:lnTo>
                    <a:pt x="15" y="263"/>
                  </a:lnTo>
                  <a:cubicBezTo>
                    <a:pt x="15" y="263"/>
                    <a:pt x="8" y="263"/>
                    <a:pt x="8" y="270"/>
                  </a:cubicBezTo>
                  <a:cubicBezTo>
                    <a:pt x="1" y="277"/>
                    <a:pt x="1" y="277"/>
                    <a:pt x="1" y="283"/>
                  </a:cubicBezTo>
                  <a:cubicBezTo>
                    <a:pt x="1" y="299"/>
                    <a:pt x="8" y="306"/>
                    <a:pt x="15" y="313"/>
                  </a:cubicBezTo>
                  <a:lnTo>
                    <a:pt x="144" y="385"/>
                  </a:lnTo>
                  <a:lnTo>
                    <a:pt x="532" y="163"/>
                  </a:lnTo>
                  <a:lnTo>
                    <a:pt x="3969" y="2147"/>
                  </a:lnTo>
                  <a:lnTo>
                    <a:pt x="3969" y="7084"/>
                  </a:lnTo>
                  <a:lnTo>
                    <a:pt x="3910" y="7120"/>
                  </a:lnTo>
                  <a:lnTo>
                    <a:pt x="4098" y="7227"/>
                  </a:lnTo>
                  <a:lnTo>
                    <a:pt x="4098" y="2067"/>
                  </a:lnTo>
                  <a:lnTo>
                    <a:pt x="532" y="11"/>
                  </a:lnTo>
                  <a:cubicBezTo>
                    <a:pt x="521" y="4"/>
                    <a:pt x="505" y="1"/>
                    <a:pt x="48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7696263" y="2141449"/>
              <a:ext cx="198" cy="114345"/>
            </a:xfrm>
            <a:custGeom>
              <a:rect b="b" l="l" r="r" t="t"/>
              <a:pathLst>
                <a:path extrusionOk="0" h="577" w="1">
                  <a:moveTo>
                    <a:pt x="1" y="0"/>
                  </a:moveTo>
                  <a:lnTo>
                    <a:pt x="1" y="577"/>
                  </a:lnTo>
                  <a:lnTo>
                    <a:pt x="1" y="577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8535720" y="2485079"/>
              <a:ext cx="18628" cy="1032473"/>
            </a:xfrm>
            <a:custGeom>
              <a:rect b="b" l="l" r="r" t="t"/>
              <a:pathLst>
                <a:path extrusionOk="0" h="5210" w="94">
                  <a:moveTo>
                    <a:pt x="93" y="0"/>
                  </a:moveTo>
                  <a:lnTo>
                    <a:pt x="0" y="50"/>
                  </a:lnTo>
                  <a:lnTo>
                    <a:pt x="0" y="5210"/>
                  </a:lnTo>
                  <a:lnTo>
                    <a:pt x="93" y="515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7752147" y="2117470"/>
              <a:ext cx="758006" cy="437562"/>
            </a:xfrm>
            <a:custGeom>
              <a:rect b="b" l="l" r="r" t="t"/>
              <a:pathLst>
                <a:path extrusionOk="0" h="2208" w="3825">
                  <a:moveTo>
                    <a:pt x="388" y="1"/>
                  </a:moveTo>
                  <a:lnTo>
                    <a:pt x="0" y="223"/>
                  </a:lnTo>
                  <a:lnTo>
                    <a:pt x="3437" y="2207"/>
                  </a:lnTo>
                  <a:lnTo>
                    <a:pt x="3825" y="1985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8433067" y="2510643"/>
              <a:ext cx="77089" cy="1024150"/>
            </a:xfrm>
            <a:custGeom>
              <a:rect b="b" l="l" r="r" t="t"/>
              <a:pathLst>
                <a:path extrusionOk="0" h="5168" w="389">
                  <a:moveTo>
                    <a:pt x="389" y="1"/>
                  </a:moveTo>
                  <a:lnTo>
                    <a:pt x="1" y="223"/>
                  </a:lnTo>
                  <a:lnTo>
                    <a:pt x="1" y="4779"/>
                  </a:lnTo>
                  <a:lnTo>
                    <a:pt x="1" y="5167"/>
                  </a:lnTo>
                  <a:lnTo>
                    <a:pt x="330" y="4974"/>
                  </a:lnTo>
                  <a:lnTo>
                    <a:pt x="389" y="4938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8414240" y="2554836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0"/>
                  </a:moveTo>
                  <a:lnTo>
                    <a:pt x="1" y="57"/>
                  </a:lnTo>
                  <a:lnTo>
                    <a:pt x="1" y="5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8183568" y="2688404"/>
              <a:ext cx="19024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57"/>
            <p:cNvSpPr/>
            <p:nvPr/>
          </p:nvSpPr>
          <p:spPr>
            <a:xfrm>
              <a:off x="7696263" y="2141449"/>
              <a:ext cx="718173" cy="1446255"/>
            </a:xfrm>
            <a:custGeom>
              <a:rect b="b" l="l" r="r" t="t"/>
              <a:pathLst>
                <a:path extrusionOk="0" h="7298" w="3624">
                  <a:moveTo>
                    <a:pt x="1" y="0"/>
                  </a:moveTo>
                  <a:lnTo>
                    <a:pt x="1" y="577"/>
                  </a:lnTo>
                  <a:lnTo>
                    <a:pt x="60" y="613"/>
                  </a:lnTo>
                  <a:lnTo>
                    <a:pt x="139" y="656"/>
                  </a:lnTo>
                  <a:lnTo>
                    <a:pt x="3165" y="2402"/>
                  </a:lnTo>
                  <a:lnTo>
                    <a:pt x="3165" y="6326"/>
                  </a:lnTo>
                  <a:lnTo>
                    <a:pt x="3165" y="7030"/>
                  </a:lnTo>
                  <a:lnTo>
                    <a:pt x="3624" y="7298"/>
                  </a:lnTo>
                  <a:lnTo>
                    <a:pt x="3624" y="6592"/>
                  </a:lnTo>
                  <a:lnTo>
                    <a:pt x="3624" y="2143"/>
                  </a:lnTo>
                  <a:lnTo>
                    <a:pt x="189" y="159"/>
                  </a:lnTo>
                  <a:lnTo>
                    <a:pt x="139" y="130"/>
                  </a:lnTo>
                  <a:lnTo>
                    <a:pt x="60" y="87"/>
                  </a:lnTo>
                  <a:cubicBezTo>
                    <a:pt x="53" y="80"/>
                    <a:pt x="53" y="80"/>
                    <a:pt x="44" y="73"/>
                  </a:cubicBezTo>
                  <a:cubicBezTo>
                    <a:pt x="37" y="73"/>
                    <a:pt x="30" y="66"/>
                    <a:pt x="23" y="59"/>
                  </a:cubicBezTo>
                  <a:cubicBezTo>
                    <a:pt x="10" y="37"/>
                    <a:pt x="1" y="2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8183568" y="2688404"/>
              <a:ext cx="19024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7696263" y="2070107"/>
              <a:ext cx="858082" cy="496221"/>
            </a:xfrm>
            <a:custGeom>
              <a:rect b="b" l="l" r="r" t="t"/>
              <a:pathLst>
                <a:path extrusionOk="0" h="2504" w="4330">
                  <a:moveTo>
                    <a:pt x="627" y="0"/>
                  </a:moveTo>
                  <a:cubicBezTo>
                    <a:pt x="576" y="0"/>
                    <a:pt x="526" y="13"/>
                    <a:pt x="491" y="38"/>
                  </a:cubicBezTo>
                  <a:lnTo>
                    <a:pt x="60" y="283"/>
                  </a:lnTo>
                  <a:cubicBezTo>
                    <a:pt x="23" y="304"/>
                    <a:pt x="1" y="333"/>
                    <a:pt x="1" y="360"/>
                  </a:cubicBezTo>
                  <a:cubicBezTo>
                    <a:pt x="1" y="383"/>
                    <a:pt x="10" y="397"/>
                    <a:pt x="23" y="419"/>
                  </a:cubicBezTo>
                  <a:cubicBezTo>
                    <a:pt x="30" y="426"/>
                    <a:pt x="37" y="433"/>
                    <a:pt x="44" y="433"/>
                  </a:cubicBezTo>
                  <a:cubicBezTo>
                    <a:pt x="53" y="440"/>
                    <a:pt x="53" y="440"/>
                    <a:pt x="60" y="447"/>
                  </a:cubicBezTo>
                  <a:lnTo>
                    <a:pt x="139" y="490"/>
                  </a:lnTo>
                  <a:lnTo>
                    <a:pt x="189" y="519"/>
                  </a:lnTo>
                  <a:lnTo>
                    <a:pt x="3624" y="2503"/>
                  </a:lnTo>
                  <a:lnTo>
                    <a:pt x="3719" y="2446"/>
                  </a:lnTo>
                  <a:lnTo>
                    <a:pt x="282" y="462"/>
                  </a:lnTo>
                  <a:lnTo>
                    <a:pt x="153" y="390"/>
                  </a:lnTo>
                  <a:cubicBezTo>
                    <a:pt x="146" y="383"/>
                    <a:pt x="139" y="376"/>
                    <a:pt x="139" y="360"/>
                  </a:cubicBezTo>
                  <a:cubicBezTo>
                    <a:pt x="139" y="354"/>
                    <a:pt x="139" y="354"/>
                    <a:pt x="146" y="347"/>
                  </a:cubicBezTo>
                  <a:cubicBezTo>
                    <a:pt x="146" y="340"/>
                    <a:pt x="153" y="340"/>
                    <a:pt x="153" y="340"/>
                  </a:cubicBezTo>
                  <a:lnTo>
                    <a:pt x="584" y="88"/>
                  </a:lnTo>
                  <a:cubicBezTo>
                    <a:pt x="594" y="81"/>
                    <a:pt x="610" y="78"/>
                    <a:pt x="627" y="78"/>
                  </a:cubicBezTo>
                  <a:cubicBezTo>
                    <a:pt x="643" y="78"/>
                    <a:pt x="659" y="81"/>
                    <a:pt x="670" y="88"/>
                  </a:cubicBezTo>
                  <a:lnTo>
                    <a:pt x="4236" y="2144"/>
                  </a:lnTo>
                  <a:lnTo>
                    <a:pt x="4329" y="2094"/>
                  </a:lnTo>
                  <a:lnTo>
                    <a:pt x="763" y="38"/>
                  </a:lnTo>
                  <a:cubicBezTo>
                    <a:pt x="727" y="13"/>
                    <a:pt x="677" y="0"/>
                    <a:pt x="62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8414240" y="2554836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0"/>
                  </a:moveTo>
                  <a:lnTo>
                    <a:pt x="1" y="57"/>
                  </a:lnTo>
                  <a:lnTo>
                    <a:pt x="1" y="57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8414240" y="2554836"/>
              <a:ext cx="19024" cy="1032869"/>
            </a:xfrm>
            <a:custGeom>
              <a:rect b="b" l="l" r="r" t="t"/>
              <a:pathLst>
                <a:path extrusionOk="0" h="5212" w="96">
                  <a:moveTo>
                    <a:pt x="96" y="0"/>
                  </a:moveTo>
                  <a:lnTo>
                    <a:pt x="1" y="57"/>
                  </a:lnTo>
                  <a:lnTo>
                    <a:pt x="1" y="4506"/>
                  </a:lnTo>
                  <a:lnTo>
                    <a:pt x="1" y="5212"/>
                  </a:lnTo>
                  <a:lnTo>
                    <a:pt x="96" y="5160"/>
                  </a:lnTo>
                  <a:lnTo>
                    <a:pt x="96" y="455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12755" y="2312273"/>
              <a:ext cx="183705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57"/>
            <p:cNvSpPr/>
            <p:nvPr/>
          </p:nvSpPr>
          <p:spPr>
            <a:xfrm>
              <a:off x="8183568" y="2688404"/>
              <a:ext cx="19024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57"/>
            <p:cNvSpPr/>
            <p:nvPr/>
          </p:nvSpPr>
          <p:spPr>
            <a:xfrm>
              <a:off x="7492938" y="2219132"/>
              <a:ext cx="812106" cy="1432581"/>
            </a:xfrm>
            <a:custGeom>
              <a:rect b="b" l="l" r="r" t="t"/>
              <a:pathLst>
                <a:path extrusionOk="0" h="7229" w="4098">
                  <a:moveTo>
                    <a:pt x="488" y="0"/>
                  </a:moveTo>
                  <a:cubicBezTo>
                    <a:pt x="472" y="0"/>
                    <a:pt x="456" y="4"/>
                    <a:pt x="446" y="12"/>
                  </a:cubicBezTo>
                  <a:lnTo>
                    <a:pt x="14" y="264"/>
                  </a:lnTo>
                  <a:cubicBezTo>
                    <a:pt x="7" y="264"/>
                    <a:pt x="7" y="271"/>
                    <a:pt x="0" y="271"/>
                  </a:cubicBezTo>
                  <a:lnTo>
                    <a:pt x="0" y="278"/>
                  </a:lnTo>
                  <a:lnTo>
                    <a:pt x="0" y="285"/>
                  </a:lnTo>
                  <a:cubicBezTo>
                    <a:pt x="0" y="292"/>
                    <a:pt x="0" y="307"/>
                    <a:pt x="14" y="314"/>
                  </a:cubicBezTo>
                  <a:lnTo>
                    <a:pt x="144" y="385"/>
                  </a:lnTo>
                  <a:lnTo>
                    <a:pt x="532" y="162"/>
                  </a:lnTo>
                  <a:lnTo>
                    <a:pt x="1027" y="450"/>
                  </a:lnTo>
                  <a:lnTo>
                    <a:pt x="1086" y="480"/>
                  </a:lnTo>
                  <a:lnTo>
                    <a:pt x="1165" y="523"/>
                  </a:lnTo>
                  <a:lnTo>
                    <a:pt x="3968" y="2146"/>
                  </a:lnTo>
                  <a:lnTo>
                    <a:pt x="3968" y="7085"/>
                  </a:lnTo>
                  <a:lnTo>
                    <a:pt x="3910" y="7121"/>
                  </a:lnTo>
                  <a:lnTo>
                    <a:pt x="4098" y="7228"/>
                  </a:lnTo>
                  <a:lnTo>
                    <a:pt x="4098" y="5877"/>
                  </a:lnTo>
                  <a:lnTo>
                    <a:pt x="4098" y="2067"/>
                  </a:lnTo>
                  <a:lnTo>
                    <a:pt x="1165" y="371"/>
                  </a:lnTo>
                  <a:lnTo>
                    <a:pt x="1086" y="328"/>
                  </a:lnTo>
                  <a:lnTo>
                    <a:pt x="1027" y="298"/>
                  </a:lnTo>
                  <a:lnTo>
                    <a:pt x="532" y="12"/>
                  </a:lnTo>
                  <a:cubicBezTo>
                    <a:pt x="521" y="4"/>
                    <a:pt x="504" y="0"/>
                    <a:pt x="4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57"/>
            <p:cNvSpPr/>
            <p:nvPr/>
          </p:nvSpPr>
          <p:spPr>
            <a:xfrm>
              <a:off x="7465590" y="2275413"/>
              <a:ext cx="198" cy="114147"/>
            </a:xfrm>
            <a:custGeom>
              <a:rect b="b" l="l" r="r" t="t"/>
              <a:pathLst>
                <a:path extrusionOk="0" h="576" w="1">
                  <a:moveTo>
                    <a:pt x="0" y="1"/>
                  </a:moveTo>
                  <a:lnTo>
                    <a:pt x="0" y="575"/>
                  </a:lnTo>
                  <a:lnTo>
                    <a:pt x="0" y="575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57"/>
            <p:cNvSpPr/>
            <p:nvPr/>
          </p:nvSpPr>
          <p:spPr>
            <a:xfrm>
              <a:off x="8304849" y="2617260"/>
              <a:ext cx="18628" cy="1034455"/>
            </a:xfrm>
            <a:custGeom>
              <a:rect b="b" l="l" r="r" t="t"/>
              <a:pathLst>
                <a:path extrusionOk="0" h="5220" w="94">
                  <a:moveTo>
                    <a:pt x="94" y="1"/>
                  </a:moveTo>
                  <a:lnTo>
                    <a:pt x="1" y="58"/>
                  </a:lnTo>
                  <a:lnTo>
                    <a:pt x="1" y="3868"/>
                  </a:lnTo>
                  <a:lnTo>
                    <a:pt x="1" y="5219"/>
                  </a:lnTo>
                  <a:lnTo>
                    <a:pt x="94" y="5162"/>
                  </a:lnTo>
                  <a:lnTo>
                    <a:pt x="94" y="3925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57"/>
            <p:cNvSpPr/>
            <p:nvPr/>
          </p:nvSpPr>
          <p:spPr>
            <a:xfrm>
              <a:off x="7512755" y="2312273"/>
              <a:ext cx="183705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57"/>
            <p:cNvSpPr/>
            <p:nvPr/>
          </p:nvSpPr>
          <p:spPr>
            <a:xfrm>
              <a:off x="7521277" y="2251236"/>
              <a:ext cx="758204" cy="437364"/>
            </a:xfrm>
            <a:custGeom>
              <a:rect b="b" l="l" r="r" t="t"/>
              <a:pathLst>
                <a:path extrusionOk="0" h="2207" w="3826">
                  <a:moveTo>
                    <a:pt x="389" y="0"/>
                  </a:moveTo>
                  <a:lnTo>
                    <a:pt x="1" y="223"/>
                  </a:lnTo>
                  <a:lnTo>
                    <a:pt x="884" y="733"/>
                  </a:lnTo>
                  <a:lnTo>
                    <a:pt x="943" y="763"/>
                  </a:lnTo>
                  <a:lnTo>
                    <a:pt x="1022" y="813"/>
                  </a:lnTo>
                  <a:lnTo>
                    <a:pt x="1617" y="1151"/>
                  </a:lnTo>
                  <a:lnTo>
                    <a:pt x="3437" y="2207"/>
                  </a:lnTo>
                  <a:lnTo>
                    <a:pt x="3601" y="2107"/>
                  </a:lnTo>
                  <a:lnTo>
                    <a:pt x="3825" y="1984"/>
                  </a:lnTo>
                  <a:lnTo>
                    <a:pt x="1022" y="361"/>
                  </a:lnTo>
                  <a:lnTo>
                    <a:pt x="943" y="318"/>
                  </a:lnTo>
                  <a:lnTo>
                    <a:pt x="884" y="288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57"/>
            <p:cNvSpPr/>
            <p:nvPr/>
          </p:nvSpPr>
          <p:spPr>
            <a:xfrm>
              <a:off x="8202394" y="2644410"/>
              <a:ext cx="77089" cy="1022961"/>
            </a:xfrm>
            <a:custGeom>
              <a:rect b="b" l="l" r="r" t="t"/>
              <a:pathLst>
                <a:path extrusionOk="0" h="5162" w="389">
                  <a:moveTo>
                    <a:pt x="388" y="0"/>
                  </a:moveTo>
                  <a:lnTo>
                    <a:pt x="164" y="123"/>
                  </a:lnTo>
                  <a:lnTo>
                    <a:pt x="0" y="223"/>
                  </a:lnTo>
                  <a:lnTo>
                    <a:pt x="0" y="1330"/>
                  </a:lnTo>
                  <a:lnTo>
                    <a:pt x="0" y="3436"/>
                  </a:lnTo>
                  <a:lnTo>
                    <a:pt x="0" y="5162"/>
                  </a:lnTo>
                  <a:lnTo>
                    <a:pt x="330" y="4975"/>
                  </a:lnTo>
                  <a:lnTo>
                    <a:pt x="388" y="4939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57"/>
            <p:cNvSpPr/>
            <p:nvPr/>
          </p:nvSpPr>
          <p:spPr>
            <a:xfrm>
              <a:off x="8183568" y="2688404"/>
              <a:ext cx="19024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57"/>
            <p:cNvSpPr/>
            <p:nvPr/>
          </p:nvSpPr>
          <p:spPr>
            <a:xfrm>
              <a:off x="7512755" y="2312273"/>
              <a:ext cx="183705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57"/>
            <p:cNvSpPr/>
            <p:nvPr/>
          </p:nvSpPr>
          <p:spPr>
            <a:xfrm>
              <a:off x="7465590" y="2203477"/>
              <a:ext cx="857884" cy="495428"/>
            </a:xfrm>
            <a:custGeom>
              <a:rect b="b" l="l" r="r" t="t"/>
              <a:pathLst>
                <a:path extrusionOk="0" h="2500" w="4329">
                  <a:moveTo>
                    <a:pt x="626" y="0"/>
                  </a:moveTo>
                  <a:cubicBezTo>
                    <a:pt x="576" y="0"/>
                    <a:pt x="526" y="11"/>
                    <a:pt x="490" y="32"/>
                  </a:cubicBezTo>
                  <a:lnTo>
                    <a:pt x="59" y="284"/>
                  </a:lnTo>
                  <a:cubicBezTo>
                    <a:pt x="23" y="307"/>
                    <a:pt x="0" y="334"/>
                    <a:pt x="0" y="364"/>
                  </a:cubicBezTo>
                  <a:cubicBezTo>
                    <a:pt x="0" y="393"/>
                    <a:pt x="23" y="421"/>
                    <a:pt x="59" y="443"/>
                  </a:cubicBezTo>
                  <a:lnTo>
                    <a:pt x="138" y="486"/>
                  </a:lnTo>
                  <a:lnTo>
                    <a:pt x="189" y="522"/>
                  </a:lnTo>
                  <a:lnTo>
                    <a:pt x="239" y="550"/>
                  </a:lnTo>
                  <a:lnTo>
                    <a:pt x="1165" y="1083"/>
                  </a:lnTo>
                  <a:lnTo>
                    <a:pt x="1224" y="1119"/>
                  </a:lnTo>
                  <a:lnTo>
                    <a:pt x="1303" y="1162"/>
                  </a:lnTo>
                  <a:lnTo>
                    <a:pt x="1898" y="1507"/>
                  </a:lnTo>
                  <a:lnTo>
                    <a:pt x="3623" y="2499"/>
                  </a:lnTo>
                  <a:lnTo>
                    <a:pt x="3718" y="2448"/>
                  </a:lnTo>
                  <a:lnTo>
                    <a:pt x="1898" y="1392"/>
                  </a:lnTo>
                  <a:lnTo>
                    <a:pt x="1303" y="1054"/>
                  </a:lnTo>
                  <a:lnTo>
                    <a:pt x="1224" y="1004"/>
                  </a:lnTo>
                  <a:lnTo>
                    <a:pt x="1165" y="974"/>
                  </a:lnTo>
                  <a:lnTo>
                    <a:pt x="282" y="464"/>
                  </a:lnTo>
                  <a:lnTo>
                    <a:pt x="152" y="393"/>
                  </a:lnTo>
                  <a:cubicBezTo>
                    <a:pt x="138" y="386"/>
                    <a:pt x="138" y="371"/>
                    <a:pt x="138" y="364"/>
                  </a:cubicBezTo>
                  <a:lnTo>
                    <a:pt x="138" y="357"/>
                  </a:lnTo>
                  <a:lnTo>
                    <a:pt x="138" y="350"/>
                  </a:lnTo>
                  <a:cubicBezTo>
                    <a:pt x="145" y="350"/>
                    <a:pt x="145" y="343"/>
                    <a:pt x="152" y="343"/>
                  </a:cubicBezTo>
                  <a:lnTo>
                    <a:pt x="584" y="91"/>
                  </a:lnTo>
                  <a:cubicBezTo>
                    <a:pt x="594" y="83"/>
                    <a:pt x="610" y="79"/>
                    <a:pt x="626" y="79"/>
                  </a:cubicBezTo>
                  <a:cubicBezTo>
                    <a:pt x="642" y="79"/>
                    <a:pt x="659" y="83"/>
                    <a:pt x="670" y="91"/>
                  </a:cubicBezTo>
                  <a:lnTo>
                    <a:pt x="1165" y="377"/>
                  </a:lnTo>
                  <a:lnTo>
                    <a:pt x="1224" y="407"/>
                  </a:lnTo>
                  <a:lnTo>
                    <a:pt x="1303" y="450"/>
                  </a:lnTo>
                  <a:lnTo>
                    <a:pt x="4236" y="2146"/>
                  </a:lnTo>
                  <a:lnTo>
                    <a:pt x="4329" y="2089"/>
                  </a:lnTo>
                  <a:lnTo>
                    <a:pt x="1303" y="343"/>
                  </a:lnTo>
                  <a:lnTo>
                    <a:pt x="1224" y="300"/>
                  </a:lnTo>
                  <a:lnTo>
                    <a:pt x="1165" y="264"/>
                  </a:lnTo>
                  <a:lnTo>
                    <a:pt x="763" y="32"/>
                  </a:lnTo>
                  <a:cubicBezTo>
                    <a:pt x="727" y="11"/>
                    <a:pt x="676" y="0"/>
                    <a:pt x="62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57"/>
            <p:cNvSpPr/>
            <p:nvPr/>
          </p:nvSpPr>
          <p:spPr>
            <a:xfrm>
              <a:off x="7512755" y="2312273"/>
              <a:ext cx="183705" cy="106022"/>
            </a:xfrm>
            <a:custGeom>
              <a:rect b="b" l="l" r="r" t="t"/>
              <a:pathLst>
                <a:path extrusionOk="0" h="535" w="927">
                  <a:moveTo>
                    <a:pt x="927" y="534"/>
                  </a:moveTo>
                  <a:lnTo>
                    <a:pt x="927" y="5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57"/>
            <p:cNvSpPr/>
            <p:nvPr/>
          </p:nvSpPr>
          <p:spPr>
            <a:xfrm>
              <a:off x="8183568" y="2688404"/>
              <a:ext cx="19024" cy="10503"/>
            </a:xfrm>
            <a:custGeom>
              <a:rect b="b" l="l" r="r" t="t"/>
              <a:pathLst>
                <a:path extrusionOk="0" h="53" w="96">
                  <a:moveTo>
                    <a:pt x="95" y="1"/>
                  </a:moveTo>
                  <a:lnTo>
                    <a:pt x="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57"/>
            <p:cNvSpPr/>
            <p:nvPr/>
          </p:nvSpPr>
          <p:spPr>
            <a:xfrm>
              <a:off x="8183568" y="2688404"/>
              <a:ext cx="19024" cy="1033067"/>
            </a:xfrm>
            <a:custGeom>
              <a:rect b="b" l="l" r="r" t="t"/>
              <a:pathLst>
                <a:path extrusionOk="0" h="5213" w="96">
                  <a:moveTo>
                    <a:pt x="95" y="1"/>
                  </a:moveTo>
                  <a:lnTo>
                    <a:pt x="0" y="52"/>
                  </a:lnTo>
                  <a:lnTo>
                    <a:pt x="0" y="1051"/>
                  </a:lnTo>
                  <a:lnTo>
                    <a:pt x="0" y="3158"/>
                  </a:lnTo>
                  <a:lnTo>
                    <a:pt x="0" y="5212"/>
                  </a:lnTo>
                  <a:lnTo>
                    <a:pt x="95" y="5155"/>
                  </a:lnTo>
                  <a:lnTo>
                    <a:pt x="95" y="3214"/>
                  </a:lnTo>
                  <a:lnTo>
                    <a:pt x="95" y="110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57"/>
            <p:cNvSpPr/>
            <p:nvPr/>
          </p:nvSpPr>
          <p:spPr>
            <a:xfrm>
              <a:off x="7262266" y="2353097"/>
              <a:ext cx="812106" cy="1431194"/>
            </a:xfrm>
            <a:custGeom>
              <a:rect b="b" l="l" r="r" t="t"/>
              <a:pathLst>
                <a:path extrusionOk="0" h="7222" w="4098">
                  <a:moveTo>
                    <a:pt x="488" y="0"/>
                  </a:moveTo>
                  <a:cubicBezTo>
                    <a:pt x="471" y="0"/>
                    <a:pt x="455" y="4"/>
                    <a:pt x="445" y="11"/>
                  </a:cubicBezTo>
                  <a:lnTo>
                    <a:pt x="14" y="256"/>
                  </a:lnTo>
                  <a:cubicBezTo>
                    <a:pt x="7" y="262"/>
                    <a:pt x="0" y="269"/>
                    <a:pt x="0" y="285"/>
                  </a:cubicBezTo>
                  <a:cubicBezTo>
                    <a:pt x="0" y="292"/>
                    <a:pt x="7" y="299"/>
                    <a:pt x="14" y="306"/>
                  </a:cubicBezTo>
                  <a:lnTo>
                    <a:pt x="143" y="385"/>
                  </a:lnTo>
                  <a:lnTo>
                    <a:pt x="531" y="156"/>
                  </a:lnTo>
                  <a:lnTo>
                    <a:pt x="1026" y="442"/>
                  </a:lnTo>
                  <a:lnTo>
                    <a:pt x="1085" y="478"/>
                  </a:lnTo>
                  <a:lnTo>
                    <a:pt x="1164" y="521"/>
                  </a:lnTo>
                  <a:lnTo>
                    <a:pt x="2191" y="1118"/>
                  </a:lnTo>
                  <a:lnTo>
                    <a:pt x="2250" y="1147"/>
                  </a:lnTo>
                  <a:lnTo>
                    <a:pt x="2329" y="1191"/>
                  </a:lnTo>
                  <a:lnTo>
                    <a:pt x="2917" y="1536"/>
                  </a:lnTo>
                  <a:lnTo>
                    <a:pt x="3968" y="2139"/>
                  </a:lnTo>
                  <a:lnTo>
                    <a:pt x="3968" y="7084"/>
                  </a:lnTo>
                  <a:lnTo>
                    <a:pt x="3909" y="7113"/>
                  </a:lnTo>
                  <a:lnTo>
                    <a:pt x="4097" y="7222"/>
                  </a:lnTo>
                  <a:lnTo>
                    <a:pt x="4097" y="2067"/>
                  </a:lnTo>
                  <a:lnTo>
                    <a:pt x="2917" y="1384"/>
                  </a:lnTo>
                  <a:lnTo>
                    <a:pt x="2329" y="1039"/>
                  </a:lnTo>
                  <a:lnTo>
                    <a:pt x="2250" y="996"/>
                  </a:lnTo>
                  <a:lnTo>
                    <a:pt x="2191" y="968"/>
                  </a:lnTo>
                  <a:lnTo>
                    <a:pt x="1164" y="371"/>
                  </a:lnTo>
                  <a:lnTo>
                    <a:pt x="1085" y="328"/>
                  </a:lnTo>
                  <a:lnTo>
                    <a:pt x="1026" y="292"/>
                  </a:lnTo>
                  <a:lnTo>
                    <a:pt x="531" y="11"/>
                  </a:lnTo>
                  <a:cubicBezTo>
                    <a:pt x="520" y="4"/>
                    <a:pt x="504" y="0"/>
                    <a:pt x="4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57"/>
            <p:cNvSpPr/>
            <p:nvPr/>
          </p:nvSpPr>
          <p:spPr>
            <a:xfrm>
              <a:off x="7290604" y="2383813"/>
              <a:ext cx="758006" cy="437364"/>
            </a:xfrm>
            <a:custGeom>
              <a:rect b="b" l="l" r="r" t="t"/>
              <a:pathLst>
                <a:path extrusionOk="0" h="2207" w="3825">
                  <a:moveTo>
                    <a:pt x="388" y="1"/>
                  </a:moveTo>
                  <a:lnTo>
                    <a:pt x="0" y="230"/>
                  </a:lnTo>
                  <a:lnTo>
                    <a:pt x="883" y="741"/>
                  </a:lnTo>
                  <a:lnTo>
                    <a:pt x="942" y="770"/>
                  </a:lnTo>
                  <a:lnTo>
                    <a:pt x="1021" y="813"/>
                  </a:lnTo>
                  <a:lnTo>
                    <a:pt x="1617" y="1158"/>
                  </a:lnTo>
                  <a:lnTo>
                    <a:pt x="2048" y="1408"/>
                  </a:lnTo>
                  <a:lnTo>
                    <a:pt x="2107" y="1444"/>
                  </a:lnTo>
                  <a:lnTo>
                    <a:pt x="2186" y="1488"/>
                  </a:lnTo>
                  <a:lnTo>
                    <a:pt x="3437" y="2207"/>
                  </a:lnTo>
                  <a:lnTo>
                    <a:pt x="3601" y="2114"/>
                  </a:lnTo>
                  <a:lnTo>
                    <a:pt x="3644" y="2091"/>
                  </a:lnTo>
                  <a:lnTo>
                    <a:pt x="3825" y="1984"/>
                  </a:lnTo>
                  <a:lnTo>
                    <a:pt x="2774" y="1381"/>
                  </a:lnTo>
                  <a:lnTo>
                    <a:pt x="2186" y="1036"/>
                  </a:lnTo>
                  <a:lnTo>
                    <a:pt x="2107" y="992"/>
                  </a:lnTo>
                  <a:lnTo>
                    <a:pt x="2048" y="963"/>
                  </a:lnTo>
                  <a:lnTo>
                    <a:pt x="1021" y="366"/>
                  </a:lnTo>
                  <a:lnTo>
                    <a:pt x="942" y="323"/>
                  </a:lnTo>
                  <a:lnTo>
                    <a:pt x="883" y="287"/>
                  </a:lnTo>
                  <a:lnTo>
                    <a:pt x="38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57"/>
            <p:cNvSpPr/>
            <p:nvPr/>
          </p:nvSpPr>
          <p:spPr>
            <a:xfrm>
              <a:off x="7234918" y="2409377"/>
              <a:ext cx="198" cy="639895"/>
            </a:xfrm>
            <a:custGeom>
              <a:rect b="b" l="l" r="r" t="t"/>
              <a:pathLst>
                <a:path extrusionOk="0" h="3229" w="1">
                  <a:moveTo>
                    <a:pt x="0" y="1"/>
                  </a:moveTo>
                  <a:lnTo>
                    <a:pt x="0" y="3229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57"/>
            <p:cNvSpPr/>
            <p:nvPr/>
          </p:nvSpPr>
          <p:spPr>
            <a:xfrm>
              <a:off x="8074177" y="2751423"/>
              <a:ext cx="18628" cy="1032869"/>
            </a:xfrm>
            <a:custGeom>
              <a:rect b="b" l="l" r="r" t="t"/>
              <a:pathLst>
                <a:path extrusionOk="0" h="5212" w="94">
                  <a:moveTo>
                    <a:pt x="93" y="0"/>
                  </a:moveTo>
                  <a:lnTo>
                    <a:pt x="0" y="57"/>
                  </a:lnTo>
                  <a:lnTo>
                    <a:pt x="0" y="5212"/>
                  </a:lnTo>
                  <a:lnTo>
                    <a:pt x="93" y="5160"/>
                  </a:lnTo>
                  <a:lnTo>
                    <a:pt x="93" y="3285"/>
                  </a:lnTo>
                  <a:lnTo>
                    <a:pt x="93" y="2572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57"/>
            <p:cNvSpPr/>
            <p:nvPr/>
          </p:nvSpPr>
          <p:spPr>
            <a:xfrm>
              <a:off x="7971524" y="2776987"/>
              <a:ext cx="77089" cy="1024348"/>
            </a:xfrm>
            <a:custGeom>
              <a:rect b="b" l="l" r="r" t="t"/>
              <a:pathLst>
                <a:path extrusionOk="0" h="5169" w="389">
                  <a:moveTo>
                    <a:pt x="389" y="0"/>
                  </a:moveTo>
                  <a:lnTo>
                    <a:pt x="208" y="107"/>
                  </a:lnTo>
                  <a:lnTo>
                    <a:pt x="165" y="130"/>
                  </a:lnTo>
                  <a:lnTo>
                    <a:pt x="1" y="223"/>
                  </a:lnTo>
                  <a:lnTo>
                    <a:pt x="1" y="230"/>
                  </a:lnTo>
                  <a:lnTo>
                    <a:pt x="1" y="2804"/>
                  </a:lnTo>
                  <a:lnTo>
                    <a:pt x="1" y="3444"/>
                  </a:lnTo>
                  <a:lnTo>
                    <a:pt x="1" y="5169"/>
                  </a:lnTo>
                  <a:lnTo>
                    <a:pt x="330" y="4974"/>
                  </a:lnTo>
                  <a:lnTo>
                    <a:pt x="389" y="4945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57"/>
            <p:cNvSpPr/>
            <p:nvPr/>
          </p:nvSpPr>
          <p:spPr>
            <a:xfrm>
              <a:off x="7234918" y="3113087"/>
              <a:ext cx="198" cy="317669"/>
            </a:xfrm>
            <a:custGeom>
              <a:rect b="b" l="l" r="r" t="t"/>
              <a:pathLst>
                <a:path extrusionOk="0" h="1603" w="1">
                  <a:moveTo>
                    <a:pt x="0" y="1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57"/>
            <p:cNvSpPr/>
            <p:nvPr/>
          </p:nvSpPr>
          <p:spPr>
            <a:xfrm>
              <a:off x="7234918" y="3113087"/>
              <a:ext cx="198" cy="317669"/>
            </a:xfrm>
            <a:custGeom>
              <a:rect b="b" l="l" r="r" t="t"/>
              <a:pathLst>
                <a:path extrusionOk="0" h="1603" w="1">
                  <a:moveTo>
                    <a:pt x="0" y="16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57"/>
            <p:cNvSpPr/>
            <p:nvPr/>
          </p:nvSpPr>
          <p:spPr>
            <a:xfrm>
              <a:off x="7234918" y="2409377"/>
              <a:ext cx="717975" cy="1446057"/>
            </a:xfrm>
            <a:custGeom>
              <a:rect b="b" l="l" r="r" t="t"/>
              <a:pathLst>
                <a:path extrusionOk="0" h="7297" w="3623">
                  <a:moveTo>
                    <a:pt x="771" y="1313"/>
                  </a:moveTo>
                  <a:cubicBezTo>
                    <a:pt x="781" y="1313"/>
                    <a:pt x="793" y="1316"/>
                    <a:pt x="806" y="1322"/>
                  </a:cubicBezTo>
                  <a:lnTo>
                    <a:pt x="1164" y="1531"/>
                  </a:lnTo>
                  <a:lnTo>
                    <a:pt x="1223" y="1560"/>
                  </a:lnTo>
                  <a:lnTo>
                    <a:pt x="1302" y="1610"/>
                  </a:lnTo>
                  <a:lnTo>
                    <a:pt x="1891" y="1949"/>
                  </a:lnTo>
                  <a:lnTo>
                    <a:pt x="2329" y="2200"/>
                  </a:lnTo>
                  <a:lnTo>
                    <a:pt x="2388" y="2237"/>
                  </a:lnTo>
                  <a:lnTo>
                    <a:pt x="2467" y="2280"/>
                  </a:lnTo>
                  <a:lnTo>
                    <a:pt x="2646" y="2387"/>
                  </a:lnTo>
                  <a:cubicBezTo>
                    <a:pt x="2689" y="2409"/>
                    <a:pt x="2717" y="2466"/>
                    <a:pt x="2717" y="2509"/>
                  </a:cubicBezTo>
                  <a:lnTo>
                    <a:pt x="2717" y="2609"/>
                  </a:lnTo>
                  <a:lnTo>
                    <a:pt x="2717" y="3644"/>
                  </a:lnTo>
                  <a:lnTo>
                    <a:pt x="2717" y="3876"/>
                  </a:lnTo>
                  <a:cubicBezTo>
                    <a:pt x="2717" y="3905"/>
                    <a:pt x="2701" y="3921"/>
                    <a:pt x="2679" y="3921"/>
                  </a:cubicBezTo>
                  <a:cubicBezTo>
                    <a:pt x="2669" y="3921"/>
                    <a:pt x="2658" y="3917"/>
                    <a:pt x="2646" y="3910"/>
                  </a:cubicBezTo>
                  <a:lnTo>
                    <a:pt x="2467" y="3810"/>
                  </a:lnTo>
                  <a:lnTo>
                    <a:pt x="2388" y="3767"/>
                  </a:lnTo>
                  <a:lnTo>
                    <a:pt x="2329" y="3731"/>
                  </a:lnTo>
                  <a:lnTo>
                    <a:pt x="1302" y="3134"/>
                  </a:lnTo>
                  <a:lnTo>
                    <a:pt x="1223" y="3091"/>
                  </a:lnTo>
                  <a:lnTo>
                    <a:pt x="1164" y="3063"/>
                  </a:lnTo>
                  <a:lnTo>
                    <a:pt x="799" y="2847"/>
                  </a:lnTo>
                  <a:cubicBezTo>
                    <a:pt x="763" y="2825"/>
                    <a:pt x="726" y="2768"/>
                    <a:pt x="726" y="2725"/>
                  </a:cubicBezTo>
                  <a:lnTo>
                    <a:pt x="733" y="1365"/>
                  </a:lnTo>
                  <a:cubicBezTo>
                    <a:pt x="733" y="1330"/>
                    <a:pt x="748" y="1313"/>
                    <a:pt x="771" y="1313"/>
                  </a:cubicBezTo>
                  <a:close/>
                  <a:moveTo>
                    <a:pt x="0" y="1"/>
                  </a:moveTo>
                  <a:lnTo>
                    <a:pt x="0" y="3229"/>
                  </a:lnTo>
                  <a:lnTo>
                    <a:pt x="0" y="3551"/>
                  </a:lnTo>
                  <a:lnTo>
                    <a:pt x="0" y="5154"/>
                  </a:lnTo>
                  <a:cubicBezTo>
                    <a:pt x="0" y="5183"/>
                    <a:pt x="22" y="5212"/>
                    <a:pt x="59" y="5233"/>
                  </a:cubicBezTo>
                  <a:lnTo>
                    <a:pt x="3623" y="7296"/>
                  </a:lnTo>
                  <a:lnTo>
                    <a:pt x="3623" y="5240"/>
                  </a:lnTo>
                  <a:lnTo>
                    <a:pt x="3623" y="4600"/>
                  </a:lnTo>
                  <a:lnTo>
                    <a:pt x="3623" y="2135"/>
                  </a:lnTo>
                  <a:lnTo>
                    <a:pt x="2467" y="1467"/>
                  </a:lnTo>
                  <a:lnTo>
                    <a:pt x="2388" y="1424"/>
                  </a:lnTo>
                  <a:lnTo>
                    <a:pt x="2329" y="1388"/>
                  </a:lnTo>
                  <a:lnTo>
                    <a:pt x="1898" y="1136"/>
                  </a:lnTo>
                  <a:lnTo>
                    <a:pt x="1302" y="791"/>
                  </a:lnTo>
                  <a:lnTo>
                    <a:pt x="1223" y="748"/>
                  </a:lnTo>
                  <a:lnTo>
                    <a:pt x="1164" y="719"/>
                  </a:lnTo>
                  <a:lnTo>
                    <a:pt x="188" y="151"/>
                  </a:lnTo>
                  <a:lnTo>
                    <a:pt x="138" y="123"/>
                  </a:lnTo>
                  <a:lnTo>
                    <a:pt x="59" y="80"/>
                  </a:lnTo>
                  <a:cubicBezTo>
                    <a:pt x="52" y="72"/>
                    <a:pt x="43" y="72"/>
                    <a:pt x="36" y="65"/>
                  </a:cubicBezTo>
                  <a:cubicBezTo>
                    <a:pt x="36" y="58"/>
                    <a:pt x="29" y="51"/>
                    <a:pt x="22" y="51"/>
                  </a:cubicBezTo>
                  <a:cubicBezTo>
                    <a:pt x="22" y="44"/>
                    <a:pt x="16" y="44"/>
                    <a:pt x="16" y="44"/>
                  </a:cubicBezTo>
                  <a:cubicBezTo>
                    <a:pt x="16" y="37"/>
                    <a:pt x="16" y="37"/>
                    <a:pt x="9" y="29"/>
                  </a:cubicBezTo>
                  <a:lnTo>
                    <a:pt x="9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57"/>
            <p:cNvSpPr/>
            <p:nvPr/>
          </p:nvSpPr>
          <p:spPr>
            <a:xfrm>
              <a:off x="7378791" y="2669577"/>
              <a:ext cx="394757" cy="516831"/>
            </a:xfrm>
            <a:custGeom>
              <a:rect b="b" l="l" r="r" t="t"/>
              <a:pathLst>
                <a:path extrusionOk="0" h="2608" w="1992">
                  <a:moveTo>
                    <a:pt x="45" y="0"/>
                  </a:moveTo>
                  <a:cubicBezTo>
                    <a:pt x="22" y="0"/>
                    <a:pt x="7" y="17"/>
                    <a:pt x="7" y="52"/>
                  </a:cubicBezTo>
                  <a:lnTo>
                    <a:pt x="0" y="1412"/>
                  </a:lnTo>
                  <a:cubicBezTo>
                    <a:pt x="0" y="1455"/>
                    <a:pt x="37" y="1512"/>
                    <a:pt x="73" y="1534"/>
                  </a:cubicBezTo>
                  <a:lnTo>
                    <a:pt x="438" y="1750"/>
                  </a:lnTo>
                  <a:lnTo>
                    <a:pt x="497" y="1778"/>
                  </a:lnTo>
                  <a:lnTo>
                    <a:pt x="576" y="1821"/>
                  </a:lnTo>
                  <a:lnTo>
                    <a:pt x="1603" y="2418"/>
                  </a:lnTo>
                  <a:lnTo>
                    <a:pt x="1662" y="2454"/>
                  </a:lnTo>
                  <a:lnTo>
                    <a:pt x="1741" y="2497"/>
                  </a:lnTo>
                  <a:lnTo>
                    <a:pt x="1920" y="2597"/>
                  </a:lnTo>
                  <a:cubicBezTo>
                    <a:pt x="1932" y="2604"/>
                    <a:pt x="1943" y="2608"/>
                    <a:pt x="1953" y="2608"/>
                  </a:cubicBezTo>
                  <a:cubicBezTo>
                    <a:pt x="1975" y="2608"/>
                    <a:pt x="1991" y="2592"/>
                    <a:pt x="1991" y="2563"/>
                  </a:cubicBezTo>
                  <a:lnTo>
                    <a:pt x="1991" y="2331"/>
                  </a:lnTo>
                  <a:lnTo>
                    <a:pt x="1991" y="1296"/>
                  </a:lnTo>
                  <a:lnTo>
                    <a:pt x="1991" y="1196"/>
                  </a:lnTo>
                  <a:cubicBezTo>
                    <a:pt x="1991" y="1153"/>
                    <a:pt x="1963" y="1096"/>
                    <a:pt x="1920" y="1074"/>
                  </a:cubicBezTo>
                  <a:lnTo>
                    <a:pt x="1741" y="967"/>
                  </a:lnTo>
                  <a:lnTo>
                    <a:pt x="1662" y="924"/>
                  </a:lnTo>
                  <a:lnTo>
                    <a:pt x="1603" y="887"/>
                  </a:lnTo>
                  <a:lnTo>
                    <a:pt x="1165" y="636"/>
                  </a:lnTo>
                  <a:lnTo>
                    <a:pt x="576" y="297"/>
                  </a:lnTo>
                  <a:lnTo>
                    <a:pt x="497" y="247"/>
                  </a:lnTo>
                  <a:lnTo>
                    <a:pt x="438" y="218"/>
                  </a:lnTo>
                  <a:lnTo>
                    <a:pt x="80" y="9"/>
                  </a:lnTo>
                  <a:cubicBezTo>
                    <a:pt x="67" y="3"/>
                    <a:pt x="55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57"/>
            <p:cNvSpPr/>
            <p:nvPr/>
          </p:nvSpPr>
          <p:spPr>
            <a:xfrm>
              <a:off x="7952697" y="2820981"/>
              <a:ext cx="19024" cy="11494"/>
            </a:xfrm>
            <a:custGeom>
              <a:rect b="b" l="l" r="r" t="t"/>
              <a:pathLst>
                <a:path extrusionOk="0" h="58" w="96">
                  <a:moveTo>
                    <a:pt x="96" y="1"/>
                  </a:moveTo>
                  <a:lnTo>
                    <a:pt x="1" y="58"/>
                  </a:lnTo>
                  <a:lnTo>
                    <a:pt x="96" y="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57"/>
            <p:cNvSpPr/>
            <p:nvPr/>
          </p:nvSpPr>
          <p:spPr>
            <a:xfrm>
              <a:off x="7234918" y="2337441"/>
              <a:ext cx="857884" cy="495032"/>
            </a:xfrm>
            <a:custGeom>
              <a:rect b="b" l="l" r="r" t="t"/>
              <a:pathLst>
                <a:path extrusionOk="0" h="2498" w="4329">
                  <a:moveTo>
                    <a:pt x="626" y="0"/>
                  </a:moveTo>
                  <a:cubicBezTo>
                    <a:pt x="575" y="0"/>
                    <a:pt x="525" y="11"/>
                    <a:pt x="490" y="33"/>
                  </a:cubicBezTo>
                  <a:lnTo>
                    <a:pt x="59" y="285"/>
                  </a:lnTo>
                  <a:cubicBezTo>
                    <a:pt x="22" y="305"/>
                    <a:pt x="0" y="335"/>
                    <a:pt x="0" y="364"/>
                  </a:cubicBezTo>
                  <a:cubicBezTo>
                    <a:pt x="0" y="371"/>
                    <a:pt x="0" y="378"/>
                    <a:pt x="9" y="385"/>
                  </a:cubicBezTo>
                  <a:lnTo>
                    <a:pt x="9" y="392"/>
                  </a:lnTo>
                  <a:cubicBezTo>
                    <a:pt x="16" y="400"/>
                    <a:pt x="16" y="400"/>
                    <a:pt x="16" y="407"/>
                  </a:cubicBezTo>
                  <a:cubicBezTo>
                    <a:pt x="16" y="407"/>
                    <a:pt x="22" y="407"/>
                    <a:pt x="22" y="414"/>
                  </a:cubicBezTo>
                  <a:cubicBezTo>
                    <a:pt x="29" y="414"/>
                    <a:pt x="36" y="421"/>
                    <a:pt x="36" y="428"/>
                  </a:cubicBezTo>
                  <a:cubicBezTo>
                    <a:pt x="43" y="435"/>
                    <a:pt x="52" y="435"/>
                    <a:pt x="59" y="443"/>
                  </a:cubicBezTo>
                  <a:lnTo>
                    <a:pt x="138" y="486"/>
                  </a:lnTo>
                  <a:lnTo>
                    <a:pt x="188" y="514"/>
                  </a:lnTo>
                  <a:lnTo>
                    <a:pt x="1164" y="1082"/>
                  </a:lnTo>
                  <a:lnTo>
                    <a:pt x="1223" y="1111"/>
                  </a:lnTo>
                  <a:lnTo>
                    <a:pt x="1302" y="1154"/>
                  </a:lnTo>
                  <a:lnTo>
                    <a:pt x="1898" y="1499"/>
                  </a:lnTo>
                  <a:lnTo>
                    <a:pt x="2329" y="1751"/>
                  </a:lnTo>
                  <a:lnTo>
                    <a:pt x="2388" y="1787"/>
                  </a:lnTo>
                  <a:lnTo>
                    <a:pt x="2467" y="1830"/>
                  </a:lnTo>
                  <a:lnTo>
                    <a:pt x="3623" y="2498"/>
                  </a:lnTo>
                  <a:lnTo>
                    <a:pt x="3718" y="2441"/>
                  </a:lnTo>
                  <a:lnTo>
                    <a:pt x="2467" y="1722"/>
                  </a:lnTo>
                  <a:lnTo>
                    <a:pt x="2388" y="1678"/>
                  </a:lnTo>
                  <a:lnTo>
                    <a:pt x="2329" y="1642"/>
                  </a:lnTo>
                  <a:lnTo>
                    <a:pt x="1898" y="1392"/>
                  </a:lnTo>
                  <a:lnTo>
                    <a:pt x="1302" y="1047"/>
                  </a:lnTo>
                  <a:lnTo>
                    <a:pt x="1223" y="1004"/>
                  </a:lnTo>
                  <a:lnTo>
                    <a:pt x="1164" y="975"/>
                  </a:lnTo>
                  <a:lnTo>
                    <a:pt x="281" y="464"/>
                  </a:lnTo>
                  <a:lnTo>
                    <a:pt x="152" y="385"/>
                  </a:lnTo>
                  <a:cubicBezTo>
                    <a:pt x="145" y="378"/>
                    <a:pt x="138" y="371"/>
                    <a:pt x="138" y="364"/>
                  </a:cubicBezTo>
                  <a:cubicBezTo>
                    <a:pt x="138" y="348"/>
                    <a:pt x="145" y="341"/>
                    <a:pt x="152" y="335"/>
                  </a:cubicBezTo>
                  <a:lnTo>
                    <a:pt x="583" y="90"/>
                  </a:lnTo>
                  <a:cubicBezTo>
                    <a:pt x="593" y="83"/>
                    <a:pt x="609" y="79"/>
                    <a:pt x="626" y="79"/>
                  </a:cubicBezTo>
                  <a:cubicBezTo>
                    <a:pt x="642" y="79"/>
                    <a:pt x="658" y="83"/>
                    <a:pt x="669" y="90"/>
                  </a:cubicBezTo>
                  <a:lnTo>
                    <a:pt x="1164" y="371"/>
                  </a:lnTo>
                  <a:lnTo>
                    <a:pt x="1223" y="407"/>
                  </a:lnTo>
                  <a:lnTo>
                    <a:pt x="1302" y="450"/>
                  </a:lnTo>
                  <a:lnTo>
                    <a:pt x="2329" y="1047"/>
                  </a:lnTo>
                  <a:lnTo>
                    <a:pt x="2388" y="1075"/>
                  </a:lnTo>
                  <a:lnTo>
                    <a:pt x="2467" y="1118"/>
                  </a:lnTo>
                  <a:lnTo>
                    <a:pt x="3055" y="1463"/>
                  </a:lnTo>
                  <a:lnTo>
                    <a:pt x="4235" y="2146"/>
                  </a:lnTo>
                  <a:lnTo>
                    <a:pt x="4328" y="2089"/>
                  </a:lnTo>
                  <a:lnTo>
                    <a:pt x="3055" y="1356"/>
                  </a:lnTo>
                  <a:lnTo>
                    <a:pt x="2467" y="1011"/>
                  </a:lnTo>
                  <a:lnTo>
                    <a:pt x="2388" y="968"/>
                  </a:lnTo>
                  <a:lnTo>
                    <a:pt x="2329" y="938"/>
                  </a:lnTo>
                  <a:lnTo>
                    <a:pt x="1302" y="341"/>
                  </a:lnTo>
                  <a:lnTo>
                    <a:pt x="1223" y="298"/>
                  </a:lnTo>
                  <a:lnTo>
                    <a:pt x="1164" y="262"/>
                  </a:lnTo>
                  <a:lnTo>
                    <a:pt x="763" y="33"/>
                  </a:lnTo>
                  <a:cubicBezTo>
                    <a:pt x="726" y="11"/>
                    <a:pt x="676" y="0"/>
                    <a:pt x="62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57"/>
            <p:cNvSpPr/>
            <p:nvPr/>
          </p:nvSpPr>
          <p:spPr>
            <a:xfrm>
              <a:off x="7952697" y="2822368"/>
              <a:ext cx="19024" cy="1033067"/>
            </a:xfrm>
            <a:custGeom>
              <a:rect b="b" l="l" r="r" t="t"/>
              <a:pathLst>
                <a:path extrusionOk="0" h="5213" w="96">
                  <a:moveTo>
                    <a:pt x="96" y="1"/>
                  </a:moveTo>
                  <a:lnTo>
                    <a:pt x="1" y="51"/>
                  </a:lnTo>
                  <a:lnTo>
                    <a:pt x="1" y="2516"/>
                  </a:lnTo>
                  <a:lnTo>
                    <a:pt x="1" y="3156"/>
                  </a:lnTo>
                  <a:lnTo>
                    <a:pt x="1" y="5212"/>
                  </a:lnTo>
                  <a:lnTo>
                    <a:pt x="96" y="5155"/>
                  </a:lnTo>
                  <a:lnTo>
                    <a:pt x="96" y="3215"/>
                  </a:lnTo>
                  <a:lnTo>
                    <a:pt x="96" y="2575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57"/>
            <p:cNvSpPr/>
            <p:nvPr/>
          </p:nvSpPr>
          <p:spPr>
            <a:xfrm>
              <a:off x="6317579" y="3770622"/>
              <a:ext cx="1595676" cy="920110"/>
            </a:xfrm>
            <a:custGeom>
              <a:rect b="b" l="l" r="r" t="t"/>
              <a:pathLst>
                <a:path extrusionOk="0" h="4643" w="8052">
                  <a:moveTo>
                    <a:pt x="5870" y="181"/>
                  </a:moveTo>
                  <a:cubicBezTo>
                    <a:pt x="5895" y="181"/>
                    <a:pt x="5920" y="187"/>
                    <a:pt x="5938" y="198"/>
                  </a:cubicBezTo>
                  <a:lnTo>
                    <a:pt x="5959" y="212"/>
                  </a:lnTo>
                  <a:cubicBezTo>
                    <a:pt x="5995" y="232"/>
                    <a:pt x="5995" y="269"/>
                    <a:pt x="5959" y="291"/>
                  </a:cubicBezTo>
                  <a:lnTo>
                    <a:pt x="5780" y="398"/>
                  </a:lnTo>
                  <a:cubicBezTo>
                    <a:pt x="5762" y="409"/>
                    <a:pt x="5737" y="415"/>
                    <a:pt x="5712" y="415"/>
                  </a:cubicBezTo>
                  <a:cubicBezTo>
                    <a:pt x="5687" y="415"/>
                    <a:pt x="5662" y="409"/>
                    <a:pt x="5643" y="398"/>
                  </a:cubicBezTo>
                  <a:lnTo>
                    <a:pt x="5621" y="384"/>
                  </a:lnTo>
                  <a:cubicBezTo>
                    <a:pt x="5586" y="362"/>
                    <a:pt x="5586" y="327"/>
                    <a:pt x="5621" y="305"/>
                  </a:cubicBezTo>
                  <a:lnTo>
                    <a:pt x="5802" y="198"/>
                  </a:lnTo>
                  <a:cubicBezTo>
                    <a:pt x="5819" y="187"/>
                    <a:pt x="5844" y="181"/>
                    <a:pt x="5870" y="181"/>
                  </a:cubicBezTo>
                  <a:close/>
                  <a:moveTo>
                    <a:pt x="6089" y="311"/>
                  </a:moveTo>
                  <a:cubicBezTo>
                    <a:pt x="6113" y="311"/>
                    <a:pt x="6136" y="316"/>
                    <a:pt x="6154" y="327"/>
                  </a:cubicBezTo>
                  <a:lnTo>
                    <a:pt x="6304" y="414"/>
                  </a:lnTo>
                  <a:cubicBezTo>
                    <a:pt x="6340" y="434"/>
                    <a:pt x="6340" y="471"/>
                    <a:pt x="6304" y="491"/>
                  </a:cubicBezTo>
                  <a:lnTo>
                    <a:pt x="6125" y="593"/>
                  </a:lnTo>
                  <a:cubicBezTo>
                    <a:pt x="6103" y="603"/>
                    <a:pt x="6078" y="609"/>
                    <a:pt x="6054" y="609"/>
                  </a:cubicBezTo>
                  <a:cubicBezTo>
                    <a:pt x="6030" y="609"/>
                    <a:pt x="6007" y="603"/>
                    <a:pt x="5988" y="593"/>
                  </a:cubicBezTo>
                  <a:lnTo>
                    <a:pt x="5837" y="507"/>
                  </a:lnTo>
                  <a:cubicBezTo>
                    <a:pt x="5802" y="484"/>
                    <a:pt x="5802" y="448"/>
                    <a:pt x="5837" y="434"/>
                  </a:cubicBezTo>
                  <a:lnTo>
                    <a:pt x="6025" y="327"/>
                  </a:lnTo>
                  <a:cubicBezTo>
                    <a:pt x="6043" y="316"/>
                    <a:pt x="6066" y="311"/>
                    <a:pt x="6089" y="311"/>
                  </a:cubicBezTo>
                  <a:close/>
                  <a:moveTo>
                    <a:pt x="5493" y="397"/>
                  </a:moveTo>
                  <a:cubicBezTo>
                    <a:pt x="5517" y="397"/>
                    <a:pt x="5542" y="402"/>
                    <a:pt x="5564" y="414"/>
                  </a:cubicBezTo>
                  <a:lnTo>
                    <a:pt x="5586" y="427"/>
                  </a:lnTo>
                  <a:cubicBezTo>
                    <a:pt x="5621" y="448"/>
                    <a:pt x="5621" y="484"/>
                    <a:pt x="5586" y="507"/>
                  </a:cubicBezTo>
                  <a:lnTo>
                    <a:pt x="5414" y="607"/>
                  </a:lnTo>
                  <a:cubicBezTo>
                    <a:pt x="5396" y="618"/>
                    <a:pt x="5372" y="624"/>
                    <a:pt x="5349" y="624"/>
                  </a:cubicBezTo>
                  <a:cubicBezTo>
                    <a:pt x="5325" y="624"/>
                    <a:pt x="5302" y="618"/>
                    <a:pt x="5285" y="607"/>
                  </a:cubicBezTo>
                  <a:lnTo>
                    <a:pt x="5255" y="593"/>
                  </a:lnTo>
                  <a:cubicBezTo>
                    <a:pt x="5219" y="571"/>
                    <a:pt x="5219" y="534"/>
                    <a:pt x="5255" y="514"/>
                  </a:cubicBezTo>
                  <a:lnTo>
                    <a:pt x="5428" y="414"/>
                  </a:lnTo>
                  <a:cubicBezTo>
                    <a:pt x="5446" y="402"/>
                    <a:pt x="5469" y="397"/>
                    <a:pt x="5493" y="397"/>
                  </a:cubicBezTo>
                  <a:close/>
                  <a:moveTo>
                    <a:pt x="5133" y="605"/>
                  </a:moveTo>
                  <a:cubicBezTo>
                    <a:pt x="5156" y="605"/>
                    <a:pt x="5180" y="610"/>
                    <a:pt x="5198" y="621"/>
                  </a:cubicBezTo>
                  <a:lnTo>
                    <a:pt x="5226" y="636"/>
                  </a:lnTo>
                  <a:cubicBezTo>
                    <a:pt x="5262" y="657"/>
                    <a:pt x="5262" y="693"/>
                    <a:pt x="5226" y="716"/>
                  </a:cubicBezTo>
                  <a:lnTo>
                    <a:pt x="5076" y="802"/>
                  </a:lnTo>
                  <a:cubicBezTo>
                    <a:pt x="5058" y="812"/>
                    <a:pt x="5032" y="817"/>
                    <a:pt x="5007" y="817"/>
                  </a:cubicBezTo>
                  <a:cubicBezTo>
                    <a:pt x="4982" y="817"/>
                    <a:pt x="4957" y="812"/>
                    <a:pt x="4940" y="802"/>
                  </a:cubicBezTo>
                  <a:lnTo>
                    <a:pt x="4917" y="786"/>
                  </a:lnTo>
                  <a:cubicBezTo>
                    <a:pt x="4881" y="766"/>
                    <a:pt x="4881" y="729"/>
                    <a:pt x="4917" y="707"/>
                  </a:cubicBezTo>
                  <a:lnTo>
                    <a:pt x="5069" y="621"/>
                  </a:lnTo>
                  <a:cubicBezTo>
                    <a:pt x="5086" y="610"/>
                    <a:pt x="5109" y="605"/>
                    <a:pt x="5133" y="605"/>
                  </a:cubicBezTo>
                  <a:close/>
                  <a:moveTo>
                    <a:pt x="5714" y="526"/>
                  </a:moveTo>
                  <a:cubicBezTo>
                    <a:pt x="5738" y="526"/>
                    <a:pt x="5762" y="532"/>
                    <a:pt x="5780" y="543"/>
                  </a:cubicBezTo>
                  <a:lnTo>
                    <a:pt x="5931" y="629"/>
                  </a:lnTo>
                  <a:cubicBezTo>
                    <a:pt x="5966" y="650"/>
                    <a:pt x="5966" y="686"/>
                    <a:pt x="5931" y="707"/>
                  </a:cubicBezTo>
                  <a:lnTo>
                    <a:pt x="5759" y="802"/>
                  </a:lnTo>
                  <a:cubicBezTo>
                    <a:pt x="5739" y="813"/>
                    <a:pt x="5712" y="818"/>
                    <a:pt x="5687" y="818"/>
                  </a:cubicBezTo>
                  <a:cubicBezTo>
                    <a:pt x="5665" y="818"/>
                    <a:pt x="5645" y="815"/>
                    <a:pt x="5630" y="809"/>
                  </a:cubicBezTo>
                  <a:lnTo>
                    <a:pt x="5478" y="716"/>
                  </a:lnTo>
                  <a:cubicBezTo>
                    <a:pt x="5442" y="693"/>
                    <a:pt x="5442" y="664"/>
                    <a:pt x="5478" y="643"/>
                  </a:cubicBezTo>
                  <a:lnTo>
                    <a:pt x="5643" y="543"/>
                  </a:lnTo>
                  <a:cubicBezTo>
                    <a:pt x="5665" y="532"/>
                    <a:pt x="5690" y="526"/>
                    <a:pt x="5714" y="526"/>
                  </a:cubicBezTo>
                  <a:close/>
                  <a:moveTo>
                    <a:pt x="6430" y="505"/>
                  </a:moveTo>
                  <a:cubicBezTo>
                    <a:pt x="6455" y="505"/>
                    <a:pt x="6481" y="510"/>
                    <a:pt x="6499" y="521"/>
                  </a:cubicBezTo>
                  <a:lnTo>
                    <a:pt x="6665" y="621"/>
                  </a:lnTo>
                  <a:cubicBezTo>
                    <a:pt x="6699" y="643"/>
                    <a:pt x="6699" y="679"/>
                    <a:pt x="6665" y="700"/>
                  </a:cubicBezTo>
                  <a:lnTo>
                    <a:pt x="6390" y="859"/>
                  </a:lnTo>
                  <a:cubicBezTo>
                    <a:pt x="6372" y="869"/>
                    <a:pt x="6347" y="874"/>
                    <a:pt x="6322" y="874"/>
                  </a:cubicBezTo>
                  <a:cubicBezTo>
                    <a:pt x="6297" y="874"/>
                    <a:pt x="6272" y="869"/>
                    <a:pt x="6254" y="859"/>
                  </a:cubicBezTo>
                  <a:lnTo>
                    <a:pt x="6088" y="759"/>
                  </a:lnTo>
                  <a:cubicBezTo>
                    <a:pt x="6052" y="736"/>
                    <a:pt x="6052" y="700"/>
                    <a:pt x="6088" y="686"/>
                  </a:cubicBezTo>
                  <a:lnTo>
                    <a:pt x="6363" y="521"/>
                  </a:lnTo>
                  <a:cubicBezTo>
                    <a:pt x="6380" y="510"/>
                    <a:pt x="6405" y="505"/>
                    <a:pt x="6430" y="505"/>
                  </a:cubicBezTo>
                  <a:close/>
                  <a:moveTo>
                    <a:pt x="4789" y="807"/>
                  </a:moveTo>
                  <a:cubicBezTo>
                    <a:pt x="4813" y="807"/>
                    <a:pt x="4839" y="812"/>
                    <a:pt x="4860" y="822"/>
                  </a:cubicBezTo>
                  <a:lnTo>
                    <a:pt x="4881" y="836"/>
                  </a:lnTo>
                  <a:cubicBezTo>
                    <a:pt x="4917" y="859"/>
                    <a:pt x="4917" y="895"/>
                    <a:pt x="4881" y="916"/>
                  </a:cubicBezTo>
                  <a:lnTo>
                    <a:pt x="4724" y="1002"/>
                  </a:lnTo>
                  <a:cubicBezTo>
                    <a:pt x="4706" y="1013"/>
                    <a:pt x="4682" y="1019"/>
                    <a:pt x="4659" y="1019"/>
                  </a:cubicBezTo>
                  <a:cubicBezTo>
                    <a:pt x="4635" y="1019"/>
                    <a:pt x="4612" y="1013"/>
                    <a:pt x="4595" y="1002"/>
                  </a:cubicBezTo>
                  <a:lnTo>
                    <a:pt x="4565" y="988"/>
                  </a:lnTo>
                  <a:cubicBezTo>
                    <a:pt x="4529" y="966"/>
                    <a:pt x="4529" y="931"/>
                    <a:pt x="4565" y="909"/>
                  </a:cubicBezTo>
                  <a:lnTo>
                    <a:pt x="4724" y="822"/>
                  </a:lnTo>
                  <a:cubicBezTo>
                    <a:pt x="4741" y="812"/>
                    <a:pt x="4764" y="807"/>
                    <a:pt x="4789" y="807"/>
                  </a:cubicBezTo>
                  <a:close/>
                  <a:moveTo>
                    <a:pt x="5352" y="734"/>
                  </a:moveTo>
                  <a:cubicBezTo>
                    <a:pt x="5377" y="734"/>
                    <a:pt x="5403" y="740"/>
                    <a:pt x="5421" y="750"/>
                  </a:cubicBezTo>
                  <a:lnTo>
                    <a:pt x="5571" y="836"/>
                  </a:lnTo>
                  <a:cubicBezTo>
                    <a:pt x="5607" y="859"/>
                    <a:pt x="5607" y="895"/>
                    <a:pt x="5571" y="916"/>
                  </a:cubicBezTo>
                  <a:lnTo>
                    <a:pt x="5421" y="1002"/>
                  </a:lnTo>
                  <a:cubicBezTo>
                    <a:pt x="5399" y="1013"/>
                    <a:pt x="5374" y="1019"/>
                    <a:pt x="5349" y="1019"/>
                  </a:cubicBezTo>
                  <a:cubicBezTo>
                    <a:pt x="5325" y="1019"/>
                    <a:pt x="5302" y="1013"/>
                    <a:pt x="5285" y="1002"/>
                  </a:cubicBezTo>
                  <a:lnTo>
                    <a:pt x="5133" y="916"/>
                  </a:lnTo>
                  <a:cubicBezTo>
                    <a:pt x="5097" y="895"/>
                    <a:pt x="5097" y="859"/>
                    <a:pt x="5133" y="836"/>
                  </a:cubicBezTo>
                  <a:lnTo>
                    <a:pt x="5285" y="750"/>
                  </a:lnTo>
                  <a:cubicBezTo>
                    <a:pt x="5302" y="740"/>
                    <a:pt x="5327" y="734"/>
                    <a:pt x="5352" y="734"/>
                  </a:cubicBezTo>
                  <a:close/>
                  <a:moveTo>
                    <a:pt x="5963" y="778"/>
                  </a:moveTo>
                  <a:cubicBezTo>
                    <a:pt x="5988" y="778"/>
                    <a:pt x="6013" y="783"/>
                    <a:pt x="6032" y="793"/>
                  </a:cubicBezTo>
                  <a:lnTo>
                    <a:pt x="6197" y="895"/>
                  </a:lnTo>
                  <a:cubicBezTo>
                    <a:pt x="6233" y="916"/>
                    <a:pt x="6233" y="945"/>
                    <a:pt x="6197" y="966"/>
                  </a:cubicBezTo>
                  <a:lnTo>
                    <a:pt x="6025" y="1067"/>
                  </a:lnTo>
                  <a:cubicBezTo>
                    <a:pt x="6007" y="1078"/>
                    <a:pt x="5983" y="1083"/>
                    <a:pt x="5960" y="1083"/>
                  </a:cubicBezTo>
                  <a:cubicBezTo>
                    <a:pt x="5937" y="1083"/>
                    <a:pt x="5913" y="1078"/>
                    <a:pt x="5895" y="1067"/>
                  </a:cubicBezTo>
                  <a:lnTo>
                    <a:pt x="5730" y="966"/>
                  </a:lnTo>
                  <a:cubicBezTo>
                    <a:pt x="5687" y="945"/>
                    <a:pt x="5687" y="916"/>
                    <a:pt x="5730" y="895"/>
                  </a:cubicBezTo>
                  <a:lnTo>
                    <a:pt x="5895" y="793"/>
                  </a:lnTo>
                  <a:cubicBezTo>
                    <a:pt x="5913" y="783"/>
                    <a:pt x="5938" y="778"/>
                    <a:pt x="5963" y="778"/>
                  </a:cubicBezTo>
                  <a:close/>
                  <a:moveTo>
                    <a:pt x="6790" y="712"/>
                  </a:moveTo>
                  <a:cubicBezTo>
                    <a:pt x="6815" y="712"/>
                    <a:pt x="6840" y="718"/>
                    <a:pt x="6858" y="729"/>
                  </a:cubicBezTo>
                  <a:lnTo>
                    <a:pt x="7010" y="816"/>
                  </a:lnTo>
                  <a:cubicBezTo>
                    <a:pt x="7044" y="836"/>
                    <a:pt x="7044" y="872"/>
                    <a:pt x="7010" y="895"/>
                  </a:cubicBezTo>
                  <a:lnTo>
                    <a:pt x="6606" y="1124"/>
                  </a:lnTo>
                  <a:cubicBezTo>
                    <a:pt x="6588" y="1136"/>
                    <a:pt x="6565" y="1141"/>
                    <a:pt x="6541" y="1141"/>
                  </a:cubicBezTo>
                  <a:cubicBezTo>
                    <a:pt x="6518" y="1141"/>
                    <a:pt x="6495" y="1136"/>
                    <a:pt x="6477" y="1124"/>
                  </a:cubicBezTo>
                  <a:lnTo>
                    <a:pt x="6327" y="1038"/>
                  </a:lnTo>
                  <a:cubicBezTo>
                    <a:pt x="6290" y="1017"/>
                    <a:pt x="6290" y="981"/>
                    <a:pt x="6327" y="959"/>
                  </a:cubicBezTo>
                  <a:lnTo>
                    <a:pt x="6722" y="729"/>
                  </a:lnTo>
                  <a:cubicBezTo>
                    <a:pt x="6740" y="718"/>
                    <a:pt x="6765" y="712"/>
                    <a:pt x="6790" y="712"/>
                  </a:cubicBezTo>
                  <a:close/>
                  <a:moveTo>
                    <a:pt x="4443" y="1007"/>
                  </a:moveTo>
                  <a:cubicBezTo>
                    <a:pt x="4466" y="1007"/>
                    <a:pt x="4490" y="1013"/>
                    <a:pt x="4508" y="1024"/>
                  </a:cubicBezTo>
                  <a:lnTo>
                    <a:pt x="4529" y="1038"/>
                  </a:lnTo>
                  <a:cubicBezTo>
                    <a:pt x="4572" y="1061"/>
                    <a:pt x="4572" y="1095"/>
                    <a:pt x="4529" y="1117"/>
                  </a:cubicBezTo>
                  <a:lnTo>
                    <a:pt x="4379" y="1204"/>
                  </a:lnTo>
                  <a:cubicBezTo>
                    <a:pt x="4361" y="1214"/>
                    <a:pt x="4335" y="1219"/>
                    <a:pt x="4310" y="1219"/>
                  </a:cubicBezTo>
                  <a:cubicBezTo>
                    <a:pt x="4284" y="1219"/>
                    <a:pt x="4259" y="1214"/>
                    <a:pt x="4241" y="1204"/>
                  </a:cubicBezTo>
                  <a:lnTo>
                    <a:pt x="4220" y="1190"/>
                  </a:lnTo>
                  <a:cubicBezTo>
                    <a:pt x="4184" y="1167"/>
                    <a:pt x="4184" y="1131"/>
                    <a:pt x="4220" y="1111"/>
                  </a:cubicBezTo>
                  <a:lnTo>
                    <a:pt x="4379" y="1024"/>
                  </a:lnTo>
                  <a:cubicBezTo>
                    <a:pt x="4396" y="1013"/>
                    <a:pt x="4419" y="1007"/>
                    <a:pt x="4443" y="1007"/>
                  </a:cubicBezTo>
                  <a:close/>
                  <a:moveTo>
                    <a:pt x="5010" y="935"/>
                  </a:moveTo>
                  <a:cubicBezTo>
                    <a:pt x="5034" y="935"/>
                    <a:pt x="5058" y="938"/>
                    <a:pt x="5076" y="945"/>
                  </a:cubicBezTo>
                  <a:lnTo>
                    <a:pt x="5226" y="1038"/>
                  </a:lnTo>
                  <a:cubicBezTo>
                    <a:pt x="5262" y="1061"/>
                    <a:pt x="5262" y="1088"/>
                    <a:pt x="5226" y="1111"/>
                  </a:cubicBezTo>
                  <a:lnTo>
                    <a:pt x="5069" y="1204"/>
                  </a:lnTo>
                  <a:cubicBezTo>
                    <a:pt x="5051" y="1214"/>
                    <a:pt x="5027" y="1219"/>
                    <a:pt x="5004" y="1219"/>
                  </a:cubicBezTo>
                  <a:cubicBezTo>
                    <a:pt x="4980" y="1219"/>
                    <a:pt x="4957" y="1214"/>
                    <a:pt x="4940" y="1204"/>
                  </a:cubicBezTo>
                  <a:lnTo>
                    <a:pt x="4788" y="1117"/>
                  </a:lnTo>
                  <a:cubicBezTo>
                    <a:pt x="4752" y="1095"/>
                    <a:pt x="4752" y="1061"/>
                    <a:pt x="4788" y="1038"/>
                  </a:cubicBezTo>
                  <a:lnTo>
                    <a:pt x="4940" y="945"/>
                  </a:lnTo>
                  <a:cubicBezTo>
                    <a:pt x="4961" y="938"/>
                    <a:pt x="4986" y="935"/>
                    <a:pt x="5010" y="935"/>
                  </a:cubicBezTo>
                  <a:close/>
                  <a:moveTo>
                    <a:pt x="5600" y="986"/>
                  </a:moveTo>
                  <a:cubicBezTo>
                    <a:pt x="5624" y="986"/>
                    <a:pt x="5647" y="992"/>
                    <a:pt x="5664" y="1002"/>
                  </a:cubicBezTo>
                  <a:lnTo>
                    <a:pt x="5837" y="1104"/>
                  </a:lnTo>
                  <a:cubicBezTo>
                    <a:pt x="5873" y="1124"/>
                    <a:pt x="5873" y="1154"/>
                    <a:pt x="5837" y="1174"/>
                  </a:cubicBezTo>
                  <a:lnTo>
                    <a:pt x="5687" y="1261"/>
                  </a:lnTo>
                  <a:cubicBezTo>
                    <a:pt x="5668" y="1272"/>
                    <a:pt x="5643" y="1277"/>
                    <a:pt x="5618" y="1277"/>
                  </a:cubicBezTo>
                  <a:cubicBezTo>
                    <a:pt x="5593" y="1277"/>
                    <a:pt x="5568" y="1272"/>
                    <a:pt x="5550" y="1261"/>
                  </a:cubicBezTo>
                  <a:lnTo>
                    <a:pt x="5385" y="1167"/>
                  </a:lnTo>
                  <a:cubicBezTo>
                    <a:pt x="5348" y="1147"/>
                    <a:pt x="5348" y="1111"/>
                    <a:pt x="5385" y="1088"/>
                  </a:cubicBezTo>
                  <a:lnTo>
                    <a:pt x="5535" y="1002"/>
                  </a:lnTo>
                  <a:cubicBezTo>
                    <a:pt x="5553" y="992"/>
                    <a:pt x="5577" y="986"/>
                    <a:pt x="5600" y="986"/>
                  </a:cubicBezTo>
                  <a:close/>
                  <a:moveTo>
                    <a:pt x="6200" y="1058"/>
                  </a:moveTo>
                  <a:cubicBezTo>
                    <a:pt x="6226" y="1058"/>
                    <a:pt x="6251" y="1063"/>
                    <a:pt x="6268" y="1074"/>
                  </a:cubicBezTo>
                  <a:lnTo>
                    <a:pt x="6420" y="1161"/>
                  </a:lnTo>
                  <a:cubicBezTo>
                    <a:pt x="6456" y="1181"/>
                    <a:pt x="6456" y="1218"/>
                    <a:pt x="6420" y="1240"/>
                  </a:cubicBezTo>
                  <a:lnTo>
                    <a:pt x="6247" y="1333"/>
                  </a:lnTo>
                  <a:cubicBezTo>
                    <a:pt x="6229" y="1343"/>
                    <a:pt x="6204" y="1349"/>
                    <a:pt x="6179" y="1349"/>
                  </a:cubicBezTo>
                  <a:cubicBezTo>
                    <a:pt x="6154" y="1349"/>
                    <a:pt x="6129" y="1343"/>
                    <a:pt x="6111" y="1333"/>
                  </a:cubicBezTo>
                  <a:lnTo>
                    <a:pt x="5966" y="1247"/>
                  </a:lnTo>
                  <a:cubicBezTo>
                    <a:pt x="5931" y="1224"/>
                    <a:pt x="5931" y="1190"/>
                    <a:pt x="5966" y="1167"/>
                  </a:cubicBezTo>
                  <a:lnTo>
                    <a:pt x="6132" y="1074"/>
                  </a:lnTo>
                  <a:cubicBezTo>
                    <a:pt x="6150" y="1063"/>
                    <a:pt x="6175" y="1058"/>
                    <a:pt x="6200" y="1058"/>
                  </a:cubicBezTo>
                  <a:close/>
                  <a:moveTo>
                    <a:pt x="4659" y="1137"/>
                  </a:moveTo>
                  <a:cubicBezTo>
                    <a:pt x="4682" y="1137"/>
                    <a:pt x="4706" y="1142"/>
                    <a:pt x="4724" y="1154"/>
                  </a:cubicBezTo>
                  <a:lnTo>
                    <a:pt x="4874" y="1240"/>
                  </a:lnTo>
                  <a:cubicBezTo>
                    <a:pt x="4910" y="1261"/>
                    <a:pt x="4910" y="1297"/>
                    <a:pt x="4874" y="1311"/>
                  </a:cubicBezTo>
                  <a:lnTo>
                    <a:pt x="4724" y="1406"/>
                  </a:lnTo>
                  <a:cubicBezTo>
                    <a:pt x="4706" y="1416"/>
                    <a:pt x="4680" y="1421"/>
                    <a:pt x="4655" y="1421"/>
                  </a:cubicBezTo>
                  <a:cubicBezTo>
                    <a:pt x="4629" y="1421"/>
                    <a:pt x="4604" y="1416"/>
                    <a:pt x="4586" y="1406"/>
                  </a:cubicBezTo>
                  <a:lnTo>
                    <a:pt x="4436" y="1319"/>
                  </a:lnTo>
                  <a:cubicBezTo>
                    <a:pt x="4400" y="1297"/>
                    <a:pt x="4400" y="1261"/>
                    <a:pt x="4436" y="1240"/>
                  </a:cubicBezTo>
                  <a:lnTo>
                    <a:pt x="4595" y="1154"/>
                  </a:lnTo>
                  <a:cubicBezTo>
                    <a:pt x="4612" y="1142"/>
                    <a:pt x="4635" y="1137"/>
                    <a:pt x="4659" y="1137"/>
                  </a:cubicBezTo>
                  <a:close/>
                  <a:moveTo>
                    <a:pt x="4094" y="1209"/>
                  </a:moveTo>
                  <a:cubicBezTo>
                    <a:pt x="4120" y="1209"/>
                    <a:pt x="4145" y="1214"/>
                    <a:pt x="4163" y="1224"/>
                  </a:cubicBezTo>
                  <a:lnTo>
                    <a:pt x="4184" y="1240"/>
                  </a:lnTo>
                  <a:cubicBezTo>
                    <a:pt x="4220" y="1261"/>
                    <a:pt x="4220" y="1297"/>
                    <a:pt x="4184" y="1311"/>
                  </a:cubicBezTo>
                  <a:lnTo>
                    <a:pt x="4018" y="1412"/>
                  </a:lnTo>
                  <a:cubicBezTo>
                    <a:pt x="3997" y="1423"/>
                    <a:pt x="3972" y="1428"/>
                    <a:pt x="3948" y="1428"/>
                  </a:cubicBezTo>
                  <a:cubicBezTo>
                    <a:pt x="3923" y="1428"/>
                    <a:pt x="3900" y="1423"/>
                    <a:pt x="3882" y="1412"/>
                  </a:cubicBezTo>
                  <a:lnTo>
                    <a:pt x="3861" y="1397"/>
                  </a:lnTo>
                  <a:cubicBezTo>
                    <a:pt x="3825" y="1376"/>
                    <a:pt x="3825" y="1340"/>
                    <a:pt x="3861" y="1319"/>
                  </a:cubicBezTo>
                  <a:lnTo>
                    <a:pt x="4025" y="1224"/>
                  </a:lnTo>
                  <a:cubicBezTo>
                    <a:pt x="4043" y="1214"/>
                    <a:pt x="4069" y="1209"/>
                    <a:pt x="4094" y="1209"/>
                  </a:cubicBezTo>
                  <a:close/>
                  <a:moveTo>
                    <a:pt x="7131" y="914"/>
                  </a:moveTo>
                  <a:cubicBezTo>
                    <a:pt x="7155" y="914"/>
                    <a:pt x="7178" y="920"/>
                    <a:pt x="7196" y="931"/>
                  </a:cubicBezTo>
                  <a:lnTo>
                    <a:pt x="7355" y="1024"/>
                  </a:lnTo>
                  <a:cubicBezTo>
                    <a:pt x="7389" y="1045"/>
                    <a:pt x="7389" y="1074"/>
                    <a:pt x="7355" y="1095"/>
                  </a:cubicBezTo>
                  <a:lnTo>
                    <a:pt x="6808" y="1412"/>
                  </a:lnTo>
                  <a:cubicBezTo>
                    <a:pt x="6790" y="1423"/>
                    <a:pt x="6766" y="1428"/>
                    <a:pt x="6743" y="1428"/>
                  </a:cubicBezTo>
                  <a:cubicBezTo>
                    <a:pt x="6720" y="1428"/>
                    <a:pt x="6697" y="1423"/>
                    <a:pt x="6678" y="1412"/>
                  </a:cubicBezTo>
                  <a:lnTo>
                    <a:pt x="6520" y="1319"/>
                  </a:lnTo>
                  <a:cubicBezTo>
                    <a:pt x="6484" y="1297"/>
                    <a:pt x="6484" y="1268"/>
                    <a:pt x="6520" y="1247"/>
                  </a:cubicBezTo>
                  <a:lnTo>
                    <a:pt x="7067" y="931"/>
                  </a:lnTo>
                  <a:cubicBezTo>
                    <a:pt x="7085" y="920"/>
                    <a:pt x="7108" y="914"/>
                    <a:pt x="7131" y="914"/>
                  </a:cubicBezTo>
                  <a:close/>
                  <a:moveTo>
                    <a:pt x="7476" y="1116"/>
                  </a:moveTo>
                  <a:cubicBezTo>
                    <a:pt x="7500" y="1116"/>
                    <a:pt x="7523" y="1121"/>
                    <a:pt x="7541" y="1131"/>
                  </a:cubicBezTo>
                  <a:lnTo>
                    <a:pt x="7700" y="1224"/>
                  </a:lnTo>
                  <a:cubicBezTo>
                    <a:pt x="7734" y="1240"/>
                    <a:pt x="7734" y="1276"/>
                    <a:pt x="7700" y="1297"/>
                  </a:cubicBezTo>
                  <a:lnTo>
                    <a:pt x="7455" y="1440"/>
                  </a:lnTo>
                  <a:cubicBezTo>
                    <a:pt x="7433" y="1451"/>
                    <a:pt x="7408" y="1457"/>
                    <a:pt x="7384" y="1457"/>
                  </a:cubicBezTo>
                  <a:cubicBezTo>
                    <a:pt x="7360" y="1457"/>
                    <a:pt x="7337" y="1451"/>
                    <a:pt x="7318" y="1440"/>
                  </a:cubicBezTo>
                  <a:lnTo>
                    <a:pt x="7160" y="1347"/>
                  </a:lnTo>
                  <a:cubicBezTo>
                    <a:pt x="7124" y="1333"/>
                    <a:pt x="7124" y="1297"/>
                    <a:pt x="7167" y="1276"/>
                  </a:cubicBezTo>
                  <a:lnTo>
                    <a:pt x="7412" y="1131"/>
                  </a:lnTo>
                  <a:cubicBezTo>
                    <a:pt x="7430" y="1121"/>
                    <a:pt x="7453" y="1116"/>
                    <a:pt x="7476" y="1116"/>
                  </a:cubicBezTo>
                  <a:close/>
                  <a:moveTo>
                    <a:pt x="5259" y="1185"/>
                  </a:moveTo>
                  <a:cubicBezTo>
                    <a:pt x="5284" y="1185"/>
                    <a:pt x="5310" y="1189"/>
                    <a:pt x="5328" y="1197"/>
                  </a:cubicBezTo>
                  <a:lnTo>
                    <a:pt x="5492" y="1297"/>
                  </a:lnTo>
                  <a:cubicBezTo>
                    <a:pt x="5528" y="1319"/>
                    <a:pt x="5528" y="1354"/>
                    <a:pt x="5492" y="1376"/>
                  </a:cubicBezTo>
                  <a:lnTo>
                    <a:pt x="5335" y="1462"/>
                  </a:lnTo>
                  <a:cubicBezTo>
                    <a:pt x="5316" y="1473"/>
                    <a:pt x="5293" y="1478"/>
                    <a:pt x="5270" y="1478"/>
                  </a:cubicBezTo>
                  <a:cubicBezTo>
                    <a:pt x="5247" y="1478"/>
                    <a:pt x="5223" y="1473"/>
                    <a:pt x="5205" y="1462"/>
                  </a:cubicBezTo>
                  <a:lnTo>
                    <a:pt x="5033" y="1369"/>
                  </a:lnTo>
                  <a:cubicBezTo>
                    <a:pt x="4996" y="1347"/>
                    <a:pt x="4996" y="1311"/>
                    <a:pt x="5033" y="1290"/>
                  </a:cubicBezTo>
                  <a:lnTo>
                    <a:pt x="5190" y="1197"/>
                  </a:lnTo>
                  <a:cubicBezTo>
                    <a:pt x="5208" y="1189"/>
                    <a:pt x="5233" y="1185"/>
                    <a:pt x="5259" y="1185"/>
                  </a:cubicBezTo>
                  <a:close/>
                  <a:moveTo>
                    <a:pt x="5837" y="1266"/>
                  </a:moveTo>
                  <a:cubicBezTo>
                    <a:pt x="5861" y="1266"/>
                    <a:pt x="5884" y="1272"/>
                    <a:pt x="5902" y="1283"/>
                  </a:cubicBezTo>
                  <a:lnTo>
                    <a:pt x="6052" y="1369"/>
                  </a:lnTo>
                  <a:cubicBezTo>
                    <a:pt x="6088" y="1390"/>
                    <a:pt x="6088" y="1426"/>
                    <a:pt x="6052" y="1449"/>
                  </a:cubicBezTo>
                  <a:lnTo>
                    <a:pt x="5902" y="1535"/>
                  </a:lnTo>
                  <a:cubicBezTo>
                    <a:pt x="5884" y="1545"/>
                    <a:pt x="5861" y="1550"/>
                    <a:pt x="5837" y="1550"/>
                  </a:cubicBezTo>
                  <a:cubicBezTo>
                    <a:pt x="5814" y="1550"/>
                    <a:pt x="5791" y="1545"/>
                    <a:pt x="5773" y="1535"/>
                  </a:cubicBezTo>
                  <a:lnTo>
                    <a:pt x="5621" y="1449"/>
                  </a:lnTo>
                  <a:cubicBezTo>
                    <a:pt x="5586" y="1426"/>
                    <a:pt x="5586" y="1390"/>
                    <a:pt x="5621" y="1369"/>
                  </a:cubicBezTo>
                  <a:lnTo>
                    <a:pt x="5773" y="1283"/>
                  </a:lnTo>
                  <a:cubicBezTo>
                    <a:pt x="5791" y="1272"/>
                    <a:pt x="5814" y="1266"/>
                    <a:pt x="5837" y="1266"/>
                  </a:cubicBezTo>
                  <a:close/>
                  <a:moveTo>
                    <a:pt x="3731" y="1418"/>
                  </a:moveTo>
                  <a:cubicBezTo>
                    <a:pt x="3754" y="1418"/>
                    <a:pt x="3778" y="1423"/>
                    <a:pt x="3796" y="1433"/>
                  </a:cubicBezTo>
                  <a:lnTo>
                    <a:pt x="3825" y="1449"/>
                  </a:lnTo>
                  <a:cubicBezTo>
                    <a:pt x="3861" y="1469"/>
                    <a:pt x="3861" y="1506"/>
                    <a:pt x="3825" y="1526"/>
                  </a:cubicBezTo>
                  <a:lnTo>
                    <a:pt x="3673" y="1613"/>
                  </a:lnTo>
                  <a:cubicBezTo>
                    <a:pt x="3655" y="1624"/>
                    <a:pt x="3632" y="1629"/>
                    <a:pt x="3608" y="1629"/>
                  </a:cubicBezTo>
                  <a:cubicBezTo>
                    <a:pt x="3584" y="1629"/>
                    <a:pt x="3559" y="1624"/>
                    <a:pt x="3537" y="1613"/>
                  </a:cubicBezTo>
                  <a:lnTo>
                    <a:pt x="3516" y="1599"/>
                  </a:lnTo>
                  <a:cubicBezTo>
                    <a:pt x="3480" y="1578"/>
                    <a:pt x="3480" y="1542"/>
                    <a:pt x="3516" y="1519"/>
                  </a:cubicBezTo>
                  <a:lnTo>
                    <a:pt x="3666" y="1433"/>
                  </a:lnTo>
                  <a:cubicBezTo>
                    <a:pt x="3685" y="1423"/>
                    <a:pt x="3708" y="1418"/>
                    <a:pt x="3731" y="1418"/>
                  </a:cubicBezTo>
                  <a:close/>
                  <a:moveTo>
                    <a:pt x="4314" y="1331"/>
                  </a:moveTo>
                  <a:cubicBezTo>
                    <a:pt x="4337" y="1331"/>
                    <a:pt x="4361" y="1337"/>
                    <a:pt x="4379" y="1347"/>
                  </a:cubicBezTo>
                  <a:lnTo>
                    <a:pt x="4529" y="1440"/>
                  </a:lnTo>
                  <a:cubicBezTo>
                    <a:pt x="4565" y="1462"/>
                    <a:pt x="4565" y="1492"/>
                    <a:pt x="4529" y="1513"/>
                  </a:cubicBezTo>
                  <a:lnTo>
                    <a:pt x="4356" y="1613"/>
                  </a:lnTo>
                  <a:cubicBezTo>
                    <a:pt x="4338" y="1624"/>
                    <a:pt x="4315" y="1629"/>
                    <a:pt x="4292" y="1629"/>
                  </a:cubicBezTo>
                  <a:cubicBezTo>
                    <a:pt x="4268" y="1629"/>
                    <a:pt x="4245" y="1624"/>
                    <a:pt x="4227" y="1613"/>
                  </a:cubicBezTo>
                  <a:lnTo>
                    <a:pt x="4077" y="1526"/>
                  </a:lnTo>
                  <a:cubicBezTo>
                    <a:pt x="4041" y="1506"/>
                    <a:pt x="4041" y="1469"/>
                    <a:pt x="4077" y="1449"/>
                  </a:cubicBezTo>
                  <a:lnTo>
                    <a:pt x="4250" y="1347"/>
                  </a:lnTo>
                  <a:cubicBezTo>
                    <a:pt x="4267" y="1337"/>
                    <a:pt x="4290" y="1331"/>
                    <a:pt x="4314" y="1331"/>
                  </a:cubicBezTo>
                  <a:close/>
                  <a:moveTo>
                    <a:pt x="6395" y="1338"/>
                  </a:moveTo>
                  <a:cubicBezTo>
                    <a:pt x="6420" y="1338"/>
                    <a:pt x="6445" y="1343"/>
                    <a:pt x="6463" y="1354"/>
                  </a:cubicBezTo>
                  <a:lnTo>
                    <a:pt x="6613" y="1449"/>
                  </a:lnTo>
                  <a:cubicBezTo>
                    <a:pt x="6656" y="1469"/>
                    <a:pt x="6656" y="1499"/>
                    <a:pt x="6613" y="1519"/>
                  </a:cubicBezTo>
                  <a:lnTo>
                    <a:pt x="6449" y="1621"/>
                  </a:lnTo>
                  <a:cubicBezTo>
                    <a:pt x="6431" y="1632"/>
                    <a:pt x="6405" y="1637"/>
                    <a:pt x="6380" y="1637"/>
                  </a:cubicBezTo>
                  <a:cubicBezTo>
                    <a:pt x="6355" y="1637"/>
                    <a:pt x="6329" y="1632"/>
                    <a:pt x="6311" y="1621"/>
                  </a:cubicBezTo>
                  <a:lnTo>
                    <a:pt x="6161" y="1526"/>
                  </a:lnTo>
                  <a:cubicBezTo>
                    <a:pt x="6118" y="1506"/>
                    <a:pt x="6125" y="1476"/>
                    <a:pt x="6161" y="1456"/>
                  </a:cubicBezTo>
                  <a:lnTo>
                    <a:pt x="6327" y="1354"/>
                  </a:lnTo>
                  <a:cubicBezTo>
                    <a:pt x="6345" y="1343"/>
                    <a:pt x="6370" y="1338"/>
                    <a:pt x="6395" y="1338"/>
                  </a:cubicBezTo>
                  <a:close/>
                  <a:moveTo>
                    <a:pt x="7038" y="1368"/>
                  </a:moveTo>
                  <a:cubicBezTo>
                    <a:pt x="7061" y="1368"/>
                    <a:pt x="7085" y="1373"/>
                    <a:pt x="7103" y="1383"/>
                  </a:cubicBezTo>
                  <a:lnTo>
                    <a:pt x="7260" y="1476"/>
                  </a:lnTo>
                  <a:cubicBezTo>
                    <a:pt x="7296" y="1499"/>
                    <a:pt x="7296" y="1526"/>
                    <a:pt x="7260" y="1549"/>
                  </a:cubicBezTo>
                  <a:lnTo>
                    <a:pt x="7087" y="1649"/>
                  </a:lnTo>
                  <a:cubicBezTo>
                    <a:pt x="7070" y="1660"/>
                    <a:pt x="7047" y="1666"/>
                    <a:pt x="7023" y="1666"/>
                  </a:cubicBezTo>
                  <a:cubicBezTo>
                    <a:pt x="7000" y="1666"/>
                    <a:pt x="6976" y="1660"/>
                    <a:pt x="6958" y="1649"/>
                  </a:cubicBezTo>
                  <a:lnTo>
                    <a:pt x="6801" y="1556"/>
                  </a:lnTo>
                  <a:cubicBezTo>
                    <a:pt x="6765" y="1542"/>
                    <a:pt x="6765" y="1506"/>
                    <a:pt x="6801" y="1483"/>
                  </a:cubicBezTo>
                  <a:lnTo>
                    <a:pt x="6973" y="1383"/>
                  </a:lnTo>
                  <a:cubicBezTo>
                    <a:pt x="6992" y="1373"/>
                    <a:pt x="7015" y="1368"/>
                    <a:pt x="7038" y="1368"/>
                  </a:cubicBezTo>
                  <a:close/>
                  <a:moveTo>
                    <a:pt x="4910" y="1387"/>
                  </a:moveTo>
                  <a:cubicBezTo>
                    <a:pt x="4934" y="1387"/>
                    <a:pt x="4957" y="1390"/>
                    <a:pt x="4974" y="1397"/>
                  </a:cubicBezTo>
                  <a:lnTo>
                    <a:pt x="5147" y="1499"/>
                  </a:lnTo>
                  <a:cubicBezTo>
                    <a:pt x="5183" y="1519"/>
                    <a:pt x="5183" y="1556"/>
                    <a:pt x="5147" y="1578"/>
                  </a:cubicBezTo>
                  <a:lnTo>
                    <a:pt x="4990" y="1664"/>
                  </a:lnTo>
                  <a:cubicBezTo>
                    <a:pt x="4971" y="1675"/>
                    <a:pt x="4948" y="1680"/>
                    <a:pt x="4925" y="1680"/>
                  </a:cubicBezTo>
                  <a:cubicBezTo>
                    <a:pt x="4902" y="1680"/>
                    <a:pt x="4878" y="1675"/>
                    <a:pt x="4860" y="1664"/>
                  </a:cubicBezTo>
                  <a:lnTo>
                    <a:pt x="4688" y="1569"/>
                  </a:lnTo>
                  <a:cubicBezTo>
                    <a:pt x="4651" y="1549"/>
                    <a:pt x="4651" y="1513"/>
                    <a:pt x="4688" y="1492"/>
                  </a:cubicBezTo>
                  <a:lnTo>
                    <a:pt x="4845" y="1397"/>
                  </a:lnTo>
                  <a:cubicBezTo>
                    <a:pt x="4863" y="1390"/>
                    <a:pt x="4886" y="1387"/>
                    <a:pt x="4910" y="1387"/>
                  </a:cubicBezTo>
                  <a:close/>
                  <a:moveTo>
                    <a:pt x="5498" y="1461"/>
                  </a:moveTo>
                  <a:cubicBezTo>
                    <a:pt x="5523" y="1461"/>
                    <a:pt x="5546" y="1466"/>
                    <a:pt x="5564" y="1476"/>
                  </a:cubicBezTo>
                  <a:lnTo>
                    <a:pt x="5716" y="1563"/>
                  </a:lnTo>
                  <a:cubicBezTo>
                    <a:pt x="5750" y="1585"/>
                    <a:pt x="5750" y="1621"/>
                    <a:pt x="5716" y="1642"/>
                  </a:cubicBezTo>
                  <a:lnTo>
                    <a:pt x="5557" y="1735"/>
                  </a:lnTo>
                  <a:cubicBezTo>
                    <a:pt x="5539" y="1746"/>
                    <a:pt x="5514" y="1752"/>
                    <a:pt x="5489" y="1752"/>
                  </a:cubicBezTo>
                  <a:cubicBezTo>
                    <a:pt x="5464" y="1752"/>
                    <a:pt x="5439" y="1746"/>
                    <a:pt x="5421" y="1735"/>
                  </a:cubicBezTo>
                  <a:lnTo>
                    <a:pt x="5276" y="1649"/>
                  </a:lnTo>
                  <a:cubicBezTo>
                    <a:pt x="5233" y="1628"/>
                    <a:pt x="5233" y="1592"/>
                    <a:pt x="5276" y="1569"/>
                  </a:cubicBezTo>
                  <a:lnTo>
                    <a:pt x="5428" y="1476"/>
                  </a:lnTo>
                  <a:cubicBezTo>
                    <a:pt x="5449" y="1466"/>
                    <a:pt x="5474" y="1461"/>
                    <a:pt x="5498" y="1461"/>
                  </a:cubicBezTo>
                  <a:close/>
                  <a:moveTo>
                    <a:pt x="3950" y="1545"/>
                  </a:moveTo>
                  <a:cubicBezTo>
                    <a:pt x="3975" y="1545"/>
                    <a:pt x="4000" y="1549"/>
                    <a:pt x="4018" y="1556"/>
                  </a:cubicBezTo>
                  <a:lnTo>
                    <a:pt x="4170" y="1649"/>
                  </a:lnTo>
                  <a:cubicBezTo>
                    <a:pt x="4206" y="1671"/>
                    <a:pt x="4206" y="1699"/>
                    <a:pt x="4170" y="1721"/>
                  </a:cubicBezTo>
                  <a:lnTo>
                    <a:pt x="4018" y="1807"/>
                  </a:lnTo>
                  <a:cubicBezTo>
                    <a:pt x="4000" y="1818"/>
                    <a:pt x="3975" y="1823"/>
                    <a:pt x="3950" y="1823"/>
                  </a:cubicBezTo>
                  <a:cubicBezTo>
                    <a:pt x="3925" y="1823"/>
                    <a:pt x="3900" y="1818"/>
                    <a:pt x="3882" y="1807"/>
                  </a:cubicBezTo>
                  <a:lnTo>
                    <a:pt x="3732" y="1721"/>
                  </a:lnTo>
                  <a:cubicBezTo>
                    <a:pt x="3696" y="1699"/>
                    <a:pt x="3696" y="1664"/>
                    <a:pt x="3732" y="1649"/>
                  </a:cubicBezTo>
                  <a:lnTo>
                    <a:pt x="3882" y="1556"/>
                  </a:lnTo>
                  <a:cubicBezTo>
                    <a:pt x="3900" y="1549"/>
                    <a:pt x="3925" y="1545"/>
                    <a:pt x="3950" y="1545"/>
                  </a:cubicBezTo>
                  <a:close/>
                  <a:moveTo>
                    <a:pt x="3390" y="1611"/>
                  </a:moveTo>
                  <a:cubicBezTo>
                    <a:pt x="3415" y="1611"/>
                    <a:pt x="3440" y="1617"/>
                    <a:pt x="3458" y="1628"/>
                  </a:cubicBezTo>
                  <a:lnTo>
                    <a:pt x="3480" y="1642"/>
                  </a:lnTo>
                  <a:cubicBezTo>
                    <a:pt x="3516" y="1664"/>
                    <a:pt x="3516" y="1699"/>
                    <a:pt x="3480" y="1721"/>
                  </a:cubicBezTo>
                  <a:lnTo>
                    <a:pt x="3321" y="1814"/>
                  </a:lnTo>
                  <a:cubicBezTo>
                    <a:pt x="3303" y="1826"/>
                    <a:pt x="3280" y="1831"/>
                    <a:pt x="3257" y="1831"/>
                  </a:cubicBezTo>
                  <a:cubicBezTo>
                    <a:pt x="3233" y="1831"/>
                    <a:pt x="3210" y="1826"/>
                    <a:pt x="3192" y="1814"/>
                  </a:cubicBezTo>
                  <a:lnTo>
                    <a:pt x="3163" y="1801"/>
                  </a:lnTo>
                  <a:cubicBezTo>
                    <a:pt x="3128" y="1778"/>
                    <a:pt x="3128" y="1742"/>
                    <a:pt x="3163" y="1721"/>
                  </a:cubicBezTo>
                  <a:lnTo>
                    <a:pt x="3321" y="1628"/>
                  </a:lnTo>
                  <a:cubicBezTo>
                    <a:pt x="3340" y="1617"/>
                    <a:pt x="3365" y="1611"/>
                    <a:pt x="3390" y="1611"/>
                  </a:cubicBezTo>
                  <a:close/>
                  <a:moveTo>
                    <a:pt x="6031" y="1547"/>
                  </a:moveTo>
                  <a:cubicBezTo>
                    <a:pt x="6055" y="1547"/>
                    <a:pt x="6078" y="1552"/>
                    <a:pt x="6095" y="1563"/>
                  </a:cubicBezTo>
                  <a:lnTo>
                    <a:pt x="6254" y="1656"/>
                  </a:lnTo>
                  <a:cubicBezTo>
                    <a:pt x="6290" y="1678"/>
                    <a:pt x="6290" y="1707"/>
                    <a:pt x="6254" y="1728"/>
                  </a:cubicBezTo>
                  <a:lnTo>
                    <a:pt x="6104" y="1814"/>
                  </a:lnTo>
                  <a:cubicBezTo>
                    <a:pt x="6086" y="1826"/>
                    <a:pt x="6062" y="1831"/>
                    <a:pt x="6039" y="1831"/>
                  </a:cubicBezTo>
                  <a:cubicBezTo>
                    <a:pt x="6015" y="1831"/>
                    <a:pt x="5992" y="1826"/>
                    <a:pt x="5975" y="1814"/>
                  </a:cubicBezTo>
                  <a:lnTo>
                    <a:pt x="5816" y="1728"/>
                  </a:lnTo>
                  <a:cubicBezTo>
                    <a:pt x="5780" y="1707"/>
                    <a:pt x="5780" y="1671"/>
                    <a:pt x="5816" y="1649"/>
                  </a:cubicBezTo>
                  <a:lnTo>
                    <a:pt x="5966" y="1563"/>
                  </a:lnTo>
                  <a:cubicBezTo>
                    <a:pt x="5984" y="1552"/>
                    <a:pt x="6008" y="1547"/>
                    <a:pt x="6031" y="1547"/>
                  </a:cubicBezTo>
                  <a:close/>
                  <a:moveTo>
                    <a:pt x="6677" y="1575"/>
                  </a:moveTo>
                  <a:cubicBezTo>
                    <a:pt x="6702" y="1575"/>
                    <a:pt x="6725" y="1581"/>
                    <a:pt x="6742" y="1592"/>
                  </a:cubicBezTo>
                  <a:lnTo>
                    <a:pt x="6901" y="1685"/>
                  </a:lnTo>
                  <a:cubicBezTo>
                    <a:pt x="6937" y="1707"/>
                    <a:pt x="6937" y="1742"/>
                    <a:pt x="6894" y="1757"/>
                  </a:cubicBezTo>
                  <a:lnTo>
                    <a:pt x="6751" y="1851"/>
                  </a:lnTo>
                  <a:cubicBezTo>
                    <a:pt x="6729" y="1861"/>
                    <a:pt x="6704" y="1866"/>
                    <a:pt x="6679" y="1866"/>
                  </a:cubicBezTo>
                  <a:cubicBezTo>
                    <a:pt x="6655" y="1866"/>
                    <a:pt x="6631" y="1861"/>
                    <a:pt x="6613" y="1851"/>
                  </a:cubicBezTo>
                  <a:lnTo>
                    <a:pt x="6456" y="1757"/>
                  </a:lnTo>
                  <a:cubicBezTo>
                    <a:pt x="6420" y="1735"/>
                    <a:pt x="6420" y="1699"/>
                    <a:pt x="6463" y="1678"/>
                  </a:cubicBezTo>
                  <a:lnTo>
                    <a:pt x="6606" y="1592"/>
                  </a:lnTo>
                  <a:cubicBezTo>
                    <a:pt x="6628" y="1581"/>
                    <a:pt x="6653" y="1575"/>
                    <a:pt x="6677" y="1575"/>
                  </a:cubicBezTo>
                  <a:close/>
                  <a:moveTo>
                    <a:pt x="4565" y="1583"/>
                  </a:moveTo>
                  <a:cubicBezTo>
                    <a:pt x="4588" y="1583"/>
                    <a:pt x="4612" y="1588"/>
                    <a:pt x="4629" y="1599"/>
                  </a:cubicBezTo>
                  <a:lnTo>
                    <a:pt x="4795" y="1699"/>
                  </a:lnTo>
                  <a:cubicBezTo>
                    <a:pt x="4838" y="1721"/>
                    <a:pt x="4831" y="1757"/>
                    <a:pt x="4795" y="1778"/>
                  </a:cubicBezTo>
                  <a:lnTo>
                    <a:pt x="4629" y="1871"/>
                  </a:lnTo>
                  <a:cubicBezTo>
                    <a:pt x="4612" y="1883"/>
                    <a:pt x="4587" y="1888"/>
                    <a:pt x="4562" y="1888"/>
                  </a:cubicBezTo>
                  <a:cubicBezTo>
                    <a:pt x="4536" y="1888"/>
                    <a:pt x="4511" y="1883"/>
                    <a:pt x="4493" y="1871"/>
                  </a:cubicBezTo>
                  <a:lnTo>
                    <a:pt x="4327" y="1778"/>
                  </a:lnTo>
                  <a:cubicBezTo>
                    <a:pt x="4293" y="1757"/>
                    <a:pt x="4293" y="1721"/>
                    <a:pt x="4327" y="1699"/>
                  </a:cubicBezTo>
                  <a:lnTo>
                    <a:pt x="4500" y="1599"/>
                  </a:lnTo>
                  <a:cubicBezTo>
                    <a:pt x="4518" y="1588"/>
                    <a:pt x="4541" y="1583"/>
                    <a:pt x="4565" y="1583"/>
                  </a:cubicBezTo>
                  <a:close/>
                  <a:moveTo>
                    <a:pt x="5147" y="1661"/>
                  </a:moveTo>
                  <a:cubicBezTo>
                    <a:pt x="5171" y="1661"/>
                    <a:pt x="5194" y="1667"/>
                    <a:pt x="5212" y="1678"/>
                  </a:cubicBezTo>
                  <a:lnTo>
                    <a:pt x="5362" y="1764"/>
                  </a:lnTo>
                  <a:cubicBezTo>
                    <a:pt x="5398" y="1785"/>
                    <a:pt x="5398" y="1821"/>
                    <a:pt x="5362" y="1844"/>
                  </a:cubicBezTo>
                  <a:lnTo>
                    <a:pt x="5212" y="1937"/>
                  </a:lnTo>
                  <a:cubicBezTo>
                    <a:pt x="5191" y="1944"/>
                    <a:pt x="5166" y="1947"/>
                    <a:pt x="5141" y="1947"/>
                  </a:cubicBezTo>
                  <a:cubicBezTo>
                    <a:pt x="5117" y="1947"/>
                    <a:pt x="5094" y="1944"/>
                    <a:pt x="5076" y="1937"/>
                  </a:cubicBezTo>
                  <a:lnTo>
                    <a:pt x="4924" y="1844"/>
                  </a:lnTo>
                  <a:cubicBezTo>
                    <a:pt x="4888" y="1828"/>
                    <a:pt x="4888" y="1794"/>
                    <a:pt x="4924" y="1771"/>
                  </a:cubicBezTo>
                  <a:lnTo>
                    <a:pt x="5083" y="1678"/>
                  </a:lnTo>
                  <a:cubicBezTo>
                    <a:pt x="5101" y="1667"/>
                    <a:pt x="5124" y="1661"/>
                    <a:pt x="5147" y="1661"/>
                  </a:cubicBezTo>
                  <a:close/>
                  <a:moveTo>
                    <a:pt x="3041" y="1813"/>
                  </a:moveTo>
                  <a:cubicBezTo>
                    <a:pt x="3064" y="1813"/>
                    <a:pt x="3088" y="1818"/>
                    <a:pt x="3106" y="1828"/>
                  </a:cubicBezTo>
                  <a:lnTo>
                    <a:pt x="3135" y="1844"/>
                  </a:lnTo>
                  <a:cubicBezTo>
                    <a:pt x="3171" y="1864"/>
                    <a:pt x="3171" y="1901"/>
                    <a:pt x="3135" y="1923"/>
                  </a:cubicBezTo>
                  <a:lnTo>
                    <a:pt x="2999" y="2001"/>
                  </a:lnTo>
                  <a:cubicBezTo>
                    <a:pt x="2981" y="2012"/>
                    <a:pt x="2957" y="2018"/>
                    <a:pt x="2933" y="2018"/>
                  </a:cubicBezTo>
                  <a:cubicBezTo>
                    <a:pt x="2910" y="2018"/>
                    <a:pt x="2887" y="2012"/>
                    <a:pt x="2869" y="2001"/>
                  </a:cubicBezTo>
                  <a:lnTo>
                    <a:pt x="2840" y="1987"/>
                  </a:lnTo>
                  <a:cubicBezTo>
                    <a:pt x="2804" y="1966"/>
                    <a:pt x="2804" y="1930"/>
                    <a:pt x="2840" y="1908"/>
                  </a:cubicBezTo>
                  <a:lnTo>
                    <a:pt x="2976" y="1828"/>
                  </a:lnTo>
                  <a:cubicBezTo>
                    <a:pt x="2994" y="1818"/>
                    <a:pt x="3018" y="1813"/>
                    <a:pt x="3041" y="1813"/>
                  </a:cubicBezTo>
                  <a:close/>
                  <a:moveTo>
                    <a:pt x="3609" y="1741"/>
                  </a:moveTo>
                  <a:cubicBezTo>
                    <a:pt x="3632" y="1741"/>
                    <a:pt x="3655" y="1746"/>
                    <a:pt x="3673" y="1757"/>
                  </a:cubicBezTo>
                  <a:lnTo>
                    <a:pt x="3825" y="1844"/>
                  </a:lnTo>
                  <a:cubicBezTo>
                    <a:pt x="3861" y="1864"/>
                    <a:pt x="3861" y="1901"/>
                    <a:pt x="3825" y="1923"/>
                  </a:cubicBezTo>
                  <a:lnTo>
                    <a:pt x="3666" y="2009"/>
                  </a:lnTo>
                  <a:cubicBezTo>
                    <a:pt x="3648" y="2020"/>
                    <a:pt x="3625" y="2025"/>
                    <a:pt x="3602" y="2025"/>
                  </a:cubicBezTo>
                  <a:cubicBezTo>
                    <a:pt x="3578" y="2025"/>
                    <a:pt x="3555" y="2020"/>
                    <a:pt x="3537" y="2009"/>
                  </a:cubicBezTo>
                  <a:lnTo>
                    <a:pt x="3387" y="1923"/>
                  </a:lnTo>
                  <a:cubicBezTo>
                    <a:pt x="3351" y="1901"/>
                    <a:pt x="3351" y="1871"/>
                    <a:pt x="3387" y="1851"/>
                  </a:cubicBezTo>
                  <a:lnTo>
                    <a:pt x="3544" y="1757"/>
                  </a:lnTo>
                  <a:cubicBezTo>
                    <a:pt x="3562" y="1746"/>
                    <a:pt x="3585" y="1741"/>
                    <a:pt x="3609" y="1741"/>
                  </a:cubicBezTo>
                  <a:close/>
                  <a:moveTo>
                    <a:pt x="5690" y="1748"/>
                  </a:moveTo>
                  <a:cubicBezTo>
                    <a:pt x="5715" y="1748"/>
                    <a:pt x="5741" y="1753"/>
                    <a:pt x="5759" y="1764"/>
                  </a:cubicBezTo>
                  <a:lnTo>
                    <a:pt x="5916" y="1851"/>
                  </a:lnTo>
                  <a:cubicBezTo>
                    <a:pt x="5952" y="1871"/>
                    <a:pt x="5952" y="1908"/>
                    <a:pt x="5909" y="1930"/>
                  </a:cubicBezTo>
                  <a:lnTo>
                    <a:pt x="5759" y="2016"/>
                  </a:lnTo>
                  <a:cubicBezTo>
                    <a:pt x="5737" y="2027"/>
                    <a:pt x="5712" y="2032"/>
                    <a:pt x="5687" y="2032"/>
                  </a:cubicBezTo>
                  <a:cubicBezTo>
                    <a:pt x="5663" y="2032"/>
                    <a:pt x="5639" y="2027"/>
                    <a:pt x="5621" y="2016"/>
                  </a:cubicBezTo>
                  <a:lnTo>
                    <a:pt x="5464" y="1930"/>
                  </a:lnTo>
                  <a:cubicBezTo>
                    <a:pt x="5428" y="1908"/>
                    <a:pt x="5428" y="1871"/>
                    <a:pt x="5471" y="1851"/>
                  </a:cubicBezTo>
                  <a:lnTo>
                    <a:pt x="5621" y="1764"/>
                  </a:lnTo>
                  <a:cubicBezTo>
                    <a:pt x="5639" y="1753"/>
                    <a:pt x="5665" y="1748"/>
                    <a:pt x="5690" y="1748"/>
                  </a:cubicBezTo>
                  <a:close/>
                  <a:moveTo>
                    <a:pt x="6333" y="1777"/>
                  </a:moveTo>
                  <a:cubicBezTo>
                    <a:pt x="6357" y="1777"/>
                    <a:pt x="6380" y="1782"/>
                    <a:pt x="6397" y="1794"/>
                  </a:cubicBezTo>
                  <a:lnTo>
                    <a:pt x="6556" y="1880"/>
                  </a:lnTo>
                  <a:cubicBezTo>
                    <a:pt x="6592" y="1901"/>
                    <a:pt x="6592" y="1937"/>
                    <a:pt x="6556" y="1958"/>
                  </a:cubicBezTo>
                  <a:lnTo>
                    <a:pt x="6397" y="2052"/>
                  </a:lnTo>
                  <a:cubicBezTo>
                    <a:pt x="6380" y="2063"/>
                    <a:pt x="6357" y="2068"/>
                    <a:pt x="6333" y="2068"/>
                  </a:cubicBezTo>
                  <a:cubicBezTo>
                    <a:pt x="6310" y="2068"/>
                    <a:pt x="6286" y="2063"/>
                    <a:pt x="6268" y="2052"/>
                  </a:cubicBezTo>
                  <a:lnTo>
                    <a:pt x="6111" y="1958"/>
                  </a:lnTo>
                  <a:cubicBezTo>
                    <a:pt x="6075" y="1937"/>
                    <a:pt x="6075" y="1901"/>
                    <a:pt x="6111" y="1880"/>
                  </a:cubicBezTo>
                  <a:lnTo>
                    <a:pt x="6268" y="1794"/>
                  </a:lnTo>
                  <a:cubicBezTo>
                    <a:pt x="6286" y="1782"/>
                    <a:pt x="6310" y="1777"/>
                    <a:pt x="6333" y="1777"/>
                  </a:cubicBezTo>
                  <a:close/>
                  <a:moveTo>
                    <a:pt x="4202" y="1791"/>
                  </a:moveTo>
                  <a:cubicBezTo>
                    <a:pt x="4227" y="1791"/>
                    <a:pt x="4252" y="1796"/>
                    <a:pt x="4270" y="1807"/>
                  </a:cubicBezTo>
                  <a:lnTo>
                    <a:pt x="4436" y="1908"/>
                  </a:lnTo>
                  <a:cubicBezTo>
                    <a:pt x="4472" y="1930"/>
                    <a:pt x="4472" y="1966"/>
                    <a:pt x="4436" y="1987"/>
                  </a:cubicBezTo>
                  <a:lnTo>
                    <a:pt x="4284" y="2073"/>
                  </a:lnTo>
                  <a:cubicBezTo>
                    <a:pt x="4267" y="2084"/>
                    <a:pt x="4243" y="2090"/>
                    <a:pt x="4220" y="2090"/>
                  </a:cubicBezTo>
                  <a:cubicBezTo>
                    <a:pt x="4196" y="2090"/>
                    <a:pt x="4173" y="2084"/>
                    <a:pt x="4155" y="2073"/>
                  </a:cubicBezTo>
                  <a:lnTo>
                    <a:pt x="3982" y="1973"/>
                  </a:lnTo>
                  <a:cubicBezTo>
                    <a:pt x="3948" y="1951"/>
                    <a:pt x="3948" y="1914"/>
                    <a:pt x="3982" y="1894"/>
                  </a:cubicBezTo>
                  <a:lnTo>
                    <a:pt x="4134" y="1807"/>
                  </a:lnTo>
                  <a:cubicBezTo>
                    <a:pt x="4152" y="1796"/>
                    <a:pt x="4177" y="1791"/>
                    <a:pt x="4202" y="1791"/>
                  </a:cubicBezTo>
                  <a:close/>
                  <a:moveTo>
                    <a:pt x="4802" y="1863"/>
                  </a:moveTo>
                  <a:cubicBezTo>
                    <a:pt x="4826" y="1863"/>
                    <a:pt x="4849" y="1869"/>
                    <a:pt x="4867" y="1880"/>
                  </a:cubicBezTo>
                  <a:lnTo>
                    <a:pt x="5017" y="1966"/>
                  </a:lnTo>
                  <a:cubicBezTo>
                    <a:pt x="5053" y="1987"/>
                    <a:pt x="5053" y="2023"/>
                    <a:pt x="5017" y="2044"/>
                  </a:cubicBezTo>
                  <a:lnTo>
                    <a:pt x="4845" y="2146"/>
                  </a:lnTo>
                  <a:cubicBezTo>
                    <a:pt x="4827" y="2156"/>
                    <a:pt x="4804" y="2161"/>
                    <a:pt x="4781" y="2161"/>
                  </a:cubicBezTo>
                  <a:cubicBezTo>
                    <a:pt x="4757" y="2161"/>
                    <a:pt x="4733" y="2156"/>
                    <a:pt x="4715" y="2146"/>
                  </a:cubicBezTo>
                  <a:lnTo>
                    <a:pt x="4565" y="2059"/>
                  </a:lnTo>
                  <a:cubicBezTo>
                    <a:pt x="4529" y="2037"/>
                    <a:pt x="4529" y="2001"/>
                    <a:pt x="4565" y="1980"/>
                  </a:cubicBezTo>
                  <a:lnTo>
                    <a:pt x="4738" y="1880"/>
                  </a:lnTo>
                  <a:cubicBezTo>
                    <a:pt x="4756" y="1869"/>
                    <a:pt x="4779" y="1863"/>
                    <a:pt x="4802" y="1863"/>
                  </a:cubicBezTo>
                  <a:close/>
                  <a:moveTo>
                    <a:pt x="3260" y="1942"/>
                  </a:moveTo>
                  <a:cubicBezTo>
                    <a:pt x="3285" y="1942"/>
                    <a:pt x="3310" y="1947"/>
                    <a:pt x="3328" y="1958"/>
                  </a:cubicBezTo>
                  <a:lnTo>
                    <a:pt x="3480" y="2044"/>
                  </a:lnTo>
                  <a:cubicBezTo>
                    <a:pt x="3516" y="2066"/>
                    <a:pt x="3516" y="2102"/>
                    <a:pt x="3480" y="2123"/>
                  </a:cubicBezTo>
                  <a:lnTo>
                    <a:pt x="3344" y="2196"/>
                  </a:lnTo>
                  <a:cubicBezTo>
                    <a:pt x="3326" y="2206"/>
                    <a:pt x="3302" y="2211"/>
                    <a:pt x="3278" y="2211"/>
                  </a:cubicBezTo>
                  <a:cubicBezTo>
                    <a:pt x="3255" y="2211"/>
                    <a:pt x="3232" y="2206"/>
                    <a:pt x="3214" y="2196"/>
                  </a:cubicBezTo>
                  <a:lnTo>
                    <a:pt x="3063" y="2109"/>
                  </a:lnTo>
                  <a:cubicBezTo>
                    <a:pt x="3026" y="2087"/>
                    <a:pt x="3026" y="2059"/>
                    <a:pt x="3063" y="2037"/>
                  </a:cubicBezTo>
                  <a:lnTo>
                    <a:pt x="3192" y="1958"/>
                  </a:lnTo>
                  <a:cubicBezTo>
                    <a:pt x="3210" y="1947"/>
                    <a:pt x="3235" y="1942"/>
                    <a:pt x="3260" y="1942"/>
                  </a:cubicBezTo>
                  <a:close/>
                  <a:moveTo>
                    <a:pt x="2718" y="1999"/>
                  </a:moveTo>
                  <a:cubicBezTo>
                    <a:pt x="2741" y="1999"/>
                    <a:pt x="2765" y="2005"/>
                    <a:pt x="2783" y="2016"/>
                  </a:cubicBezTo>
                  <a:lnTo>
                    <a:pt x="2811" y="2030"/>
                  </a:lnTo>
                  <a:cubicBezTo>
                    <a:pt x="2847" y="2052"/>
                    <a:pt x="2847" y="2087"/>
                    <a:pt x="2811" y="2109"/>
                  </a:cubicBezTo>
                  <a:lnTo>
                    <a:pt x="2638" y="2209"/>
                  </a:lnTo>
                  <a:cubicBezTo>
                    <a:pt x="2620" y="2221"/>
                    <a:pt x="2597" y="2226"/>
                    <a:pt x="2573" y="2226"/>
                  </a:cubicBezTo>
                  <a:cubicBezTo>
                    <a:pt x="2549" y="2226"/>
                    <a:pt x="2524" y="2221"/>
                    <a:pt x="2502" y="2209"/>
                  </a:cubicBezTo>
                  <a:lnTo>
                    <a:pt x="2481" y="2196"/>
                  </a:lnTo>
                  <a:cubicBezTo>
                    <a:pt x="2445" y="2173"/>
                    <a:pt x="2445" y="2139"/>
                    <a:pt x="2481" y="2116"/>
                  </a:cubicBezTo>
                  <a:lnTo>
                    <a:pt x="2654" y="2016"/>
                  </a:lnTo>
                  <a:cubicBezTo>
                    <a:pt x="2671" y="2005"/>
                    <a:pt x="2694" y="1999"/>
                    <a:pt x="2718" y="1999"/>
                  </a:cubicBezTo>
                  <a:close/>
                  <a:moveTo>
                    <a:pt x="5341" y="1949"/>
                  </a:moveTo>
                  <a:cubicBezTo>
                    <a:pt x="5365" y="1949"/>
                    <a:pt x="5388" y="1955"/>
                    <a:pt x="5405" y="1966"/>
                  </a:cubicBezTo>
                  <a:lnTo>
                    <a:pt x="5564" y="2052"/>
                  </a:lnTo>
                  <a:cubicBezTo>
                    <a:pt x="5600" y="2073"/>
                    <a:pt x="5600" y="2109"/>
                    <a:pt x="5564" y="2130"/>
                  </a:cubicBezTo>
                  <a:lnTo>
                    <a:pt x="5405" y="2216"/>
                  </a:lnTo>
                  <a:cubicBezTo>
                    <a:pt x="5388" y="2228"/>
                    <a:pt x="5365" y="2233"/>
                    <a:pt x="5341" y="2233"/>
                  </a:cubicBezTo>
                  <a:cubicBezTo>
                    <a:pt x="5318" y="2233"/>
                    <a:pt x="5294" y="2228"/>
                    <a:pt x="5276" y="2216"/>
                  </a:cubicBezTo>
                  <a:lnTo>
                    <a:pt x="5119" y="2130"/>
                  </a:lnTo>
                  <a:cubicBezTo>
                    <a:pt x="5083" y="2109"/>
                    <a:pt x="5083" y="2073"/>
                    <a:pt x="5119" y="2052"/>
                  </a:cubicBezTo>
                  <a:lnTo>
                    <a:pt x="5276" y="1966"/>
                  </a:lnTo>
                  <a:cubicBezTo>
                    <a:pt x="5294" y="1955"/>
                    <a:pt x="5318" y="1949"/>
                    <a:pt x="5341" y="1949"/>
                  </a:cubicBezTo>
                  <a:close/>
                  <a:moveTo>
                    <a:pt x="5985" y="1978"/>
                  </a:moveTo>
                  <a:cubicBezTo>
                    <a:pt x="6010" y="1978"/>
                    <a:pt x="6035" y="1983"/>
                    <a:pt x="6052" y="1994"/>
                  </a:cubicBezTo>
                  <a:lnTo>
                    <a:pt x="6204" y="2080"/>
                  </a:lnTo>
                  <a:cubicBezTo>
                    <a:pt x="6240" y="2102"/>
                    <a:pt x="6240" y="2139"/>
                    <a:pt x="6204" y="2159"/>
                  </a:cubicBezTo>
                  <a:lnTo>
                    <a:pt x="6052" y="2246"/>
                  </a:lnTo>
                  <a:cubicBezTo>
                    <a:pt x="6035" y="2257"/>
                    <a:pt x="6010" y="2262"/>
                    <a:pt x="5985" y="2262"/>
                  </a:cubicBezTo>
                  <a:cubicBezTo>
                    <a:pt x="5960" y="2262"/>
                    <a:pt x="5934" y="2257"/>
                    <a:pt x="5916" y="2246"/>
                  </a:cubicBezTo>
                  <a:lnTo>
                    <a:pt x="5766" y="2159"/>
                  </a:lnTo>
                  <a:cubicBezTo>
                    <a:pt x="5730" y="2139"/>
                    <a:pt x="5730" y="2102"/>
                    <a:pt x="5766" y="2080"/>
                  </a:cubicBezTo>
                  <a:lnTo>
                    <a:pt x="5916" y="1994"/>
                  </a:lnTo>
                  <a:cubicBezTo>
                    <a:pt x="5934" y="1983"/>
                    <a:pt x="5960" y="1978"/>
                    <a:pt x="5985" y="1978"/>
                  </a:cubicBezTo>
                  <a:close/>
                  <a:moveTo>
                    <a:pt x="3860" y="1993"/>
                  </a:moveTo>
                  <a:cubicBezTo>
                    <a:pt x="3884" y="1993"/>
                    <a:pt x="3907" y="1998"/>
                    <a:pt x="3925" y="2009"/>
                  </a:cubicBezTo>
                  <a:lnTo>
                    <a:pt x="4091" y="2109"/>
                  </a:lnTo>
                  <a:cubicBezTo>
                    <a:pt x="4134" y="2130"/>
                    <a:pt x="4127" y="2159"/>
                    <a:pt x="4091" y="2182"/>
                  </a:cubicBezTo>
                  <a:lnTo>
                    <a:pt x="3939" y="2275"/>
                  </a:lnTo>
                  <a:cubicBezTo>
                    <a:pt x="3922" y="2285"/>
                    <a:pt x="3897" y="2291"/>
                    <a:pt x="3871" y="2291"/>
                  </a:cubicBezTo>
                  <a:cubicBezTo>
                    <a:pt x="3846" y="2291"/>
                    <a:pt x="3821" y="2285"/>
                    <a:pt x="3803" y="2275"/>
                  </a:cubicBezTo>
                  <a:lnTo>
                    <a:pt x="3637" y="2173"/>
                  </a:lnTo>
                  <a:cubicBezTo>
                    <a:pt x="3603" y="2153"/>
                    <a:pt x="3603" y="2116"/>
                    <a:pt x="3637" y="2102"/>
                  </a:cubicBezTo>
                  <a:lnTo>
                    <a:pt x="3796" y="2009"/>
                  </a:lnTo>
                  <a:cubicBezTo>
                    <a:pt x="3814" y="1998"/>
                    <a:pt x="3837" y="1993"/>
                    <a:pt x="3860" y="1993"/>
                  </a:cubicBezTo>
                  <a:close/>
                  <a:moveTo>
                    <a:pt x="4439" y="2071"/>
                  </a:moveTo>
                  <a:cubicBezTo>
                    <a:pt x="4465" y="2071"/>
                    <a:pt x="4490" y="2077"/>
                    <a:pt x="4508" y="2087"/>
                  </a:cubicBezTo>
                  <a:lnTo>
                    <a:pt x="4658" y="2173"/>
                  </a:lnTo>
                  <a:cubicBezTo>
                    <a:pt x="4695" y="2196"/>
                    <a:pt x="4695" y="2232"/>
                    <a:pt x="4651" y="2253"/>
                  </a:cubicBezTo>
                  <a:lnTo>
                    <a:pt x="4508" y="2339"/>
                  </a:lnTo>
                  <a:cubicBezTo>
                    <a:pt x="4487" y="2350"/>
                    <a:pt x="4461" y="2356"/>
                    <a:pt x="4437" y="2356"/>
                  </a:cubicBezTo>
                  <a:cubicBezTo>
                    <a:pt x="4412" y="2356"/>
                    <a:pt x="4388" y="2350"/>
                    <a:pt x="4370" y="2339"/>
                  </a:cubicBezTo>
                  <a:lnTo>
                    <a:pt x="4220" y="2253"/>
                  </a:lnTo>
                  <a:cubicBezTo>
                    <a:pt x="4184" y="2232"/>
                    <a:pt x="4184" y="2196"/>
                    <a:pt x="4220" y="2173"/>
                  </a:cubicBezTo>
                  <a:lnTo>
                    <a:pt x="4370" y="2087"/>
                  </a:lnTo>
                  <a:cubicBezTo>
                    <a:pt x="4388" y="2077"/>
                    <a:pt x="4414" y="2071"/>
                    <a:pt x="4439" y="2071"/>
                  </a:cubicBezTo>
                  <a:close/>
                  <a:moveTo>
                    <a:pt x="2357" y="2208"/>
                  </a:moveTo>
                  <a:cubicBezTo>
                    <a:pt x="2381" y="2208"/>
                    <a:pt x="2404" y="2214"/>
                    <a:pt x="2423" y="2225"/>
                  </a:cubicBezTo>
                  <a:lnTo>
                    <a:pt x="2445" y="2239"/>
                  </a:lnTo>
                  <a:cubicBezTo>
                    <a:pt x="2481" y="2259"/>
                    <a:pt x="2481" y="2296"/>
                    <a:pt x="2445" y="2318"/>
                  </a:cubicBezTo>
                  <a:lnTo>
                    <a:pt x="2293" y="2404"/>
                  </a:lnTo>
                  <a:cubicBezTo>
                    <a:pt x="2275" y="2415"/>
                    <a:pt x="2252" y="2420"/>
                    <a:pt x="2229" y="2420"/>
                  </a:cubicBezTo>
                  <a:cubicBezTo>
                    <a:pt x="2205" y="2420"/>
                    <a:pt x="2182" y="2415"/>
                    <a:pt x="2164" y="2404"/>
                  </a:cubicBezTo>
                  <a:lnTo>
                    <a:pt x="2136" y="2389"/>
                  </a:lnTo>
                  <a:cubicBezTo>
                    <a:pt x="2100" y="2368"/>
                    <a:pt x="2100" y="2332"/>
                    <a:pt x="2136" y="2311"/>
                  </a:cubicBezTo>
                  <a:lnTo>
                    <a:pt x="2286" y="2225"/>
                  </a:lnTo>
                  <a:cubicBezTo>
                    <a:pt x="2308" y="2214"/>
                    <a:pt x="2333" y="2208"/>
                    <a:pt x="2357" y="2208"/>
                  </a:cubicBezTo>
                  <a:close/>
                  <a:moveTo>
                    <a:pt x="2937" y="2129"/>
                  </a:moveTo>
                  <a:cubicBezTo>
                    <a:pt x="2962" y="2129"/>
                    <a:pt x="2988" y="2134"/>
                    <a:pt x="3006" y="2146"/>
                  </a:cubicBezTo>
                  <a:lnTo>
                    <a:pt x="3156" y="2232"/>
                  </a:lnTo>
                  <a:cubicBezTo>
                    <a:pt x="3192" y="2253"/>
                    <a:pt x="3192" y="2289"/>
                    <a:pt x="3156" y="2311"/>
                  </a:cubicBezTo>
                  <a:lnTo>
                    <a:pt x="2983" y="2411"/>
                  </a:lnTo>
                  <a:cubicBezTo>
                    <a:pt x="2965" y="2418"/>
                    <a:pt x="2940" y="2422"/>
                    <a:pt x="2915" y="2422"/>
                  </a:cubicBezTo>
                  <a:cubicBezTo>
                    <a:pt x="2890" y="2422"/>
                    <a:pt x="2865" y="2418"/>
                    <a:pt x="2847" y="2411"/>
                  </a:cubicBezTo>
                  <a:lnTo>
                    <a:pt x="2697" y="2318"/>
                  </a:lnTo>
                  <a:cubicBezTo>
                    <a:pt x="2661" y="2296"/>
                    <a:pt x="2661" y="2268"/>
                    <a:pt x="2704" y="2246"/>
                  </a:cubicBezTo>
                  <a:lnTo>
                    <a:pt x="2869" y="2146"/>
                  </a:lnTo>
                  <a:cubicBezTo>
                    <a:pt x="2887" y="2134"/>
                    <a:pt x="2912" y="2129"/>
                    <a:pt x="2937" y="2129"/>
                  </a:cubicBezTo>
                  <a:close/>
                  <a:moveTo>
                    <a:pt x="4996" y="2144"/>
                  </a:moveTo>
                  <a:cubicBezTo>
                    <a:pt x="5020" y="2144"/>
                    <a:pt x="5043" y="2149"/>
                    <a:pt x="5060" y="2159"/>
                  </a:cubicBezTo>
                  <a:lnTo>
                    <a:pt x="5219" y="2253"/>
                  </a:lnTo>
                  <a:cubicBezTo>
                    <a:pt x="5255" y="2275"/>
                    <a:pt x="5255" y="2311"/>
                    <a:pt x="5219" y="2332"/>
                  </a:cubicBezTo>
                  <a:lnTo>
                    <a:pt x="5047" y="2425"/>
                  </a:lnTo>
                  <a:cubicBezTo>
                    <a:pt x="5028" y="2436"/>
                    <a:pt x="5005" y="2442"/>
                    <a:pt x="4982" y="2442"/>
                  </a:cubicBezTo>
                  <a:cubicBezTo>
                    <a:pt x="4959" y="2442"/>
                    <a:pt x="4935" y="2436"/>
                    <a:pt x="4917" y="2425"/>
                  </a:cubicBezTo>
                  <a:lnTo>
                    <a:pt x="4758" y="2339"/>
                  </a:lnTo>
                  <a:cubicBezTo>
                    <a:pt x="4724" y="2318"/>
                    <a:pt x="4724" y="2282"/>
                    <a:pt x="4758" y="2259"/>
                  </a:cubicBezTo>
                  <a:lnTo>
                    <a:pt x="4931" y="2159"/>
                  </a:lnTo>
                  <a:cubicBezTo>
                    <a:pt x="4949" y="2149"/>
                    <a:pt x="4973" y="2144"/>
                    <a:pt x="4996" y="2144"/>
                  </a:cubicBezTo>
                  <a:close/>
                  <a:moveTo>
                    <a:pt x="3509" y="2194"/>
                  </a:moveTo>
                  <a:cubicBezTo>
                    <a:pt x="3532" y="2194"/>
                    <a:pt x="3555" y="2199"/>
                    <a:pt x="3573" y="2209"/>
                  </a:cubicBezTo>
                  <a:lnTo>
                    <a:pt x="3746" y="2311"/>
                  </a:lnTo>
                  <a:cubicBezTo>
                    <a:pt x="3782" y="2325"/>
                    <a:pt x="3782" y="2361"/>
                    <a:pt x="3746" y="2382"/>
                  </a:cubicBezTo>
                  <a:lnTo>
                    <a:pt x="3616" y="2461"/>
                  </a:lnTo>
                  <a:cubicBezTo>
                    <a:pt x="3598" y="2473"/>
                    <a:pt x="3573" y="2478"/>
                    <a:pt x="3548" y="2478"/>
                  </a:cubicBezTo>
                  <a:cubicBezTo>
                    <a:pt x="3523" y="2478"/>
                    <a:pt x="3498" y="2473"/>
                    <a:pt x="3480" y="2461"/>
                  </a:cubicBezTo>
                  <a:lnTo>
                    <a:pt x="3314" y="2361"/>
                  </a:lnTo>
                  <a:cubicBezTo>
                    <a:pt x="3278" y="2339"/>
                    <a:pt x="3278" y="2303"/>
                    <a:pt x="3314" y="2289"/>
                  </a:cubicBezTo>
                  <a:lnTo>
                    <a:pt x="3444" y="2209"/>
                  </a:lnTo>
                  <a:cubicBezTo>
                    <a:pt x="3462" y="2199"/>
                    <a:pt x="3485" y="2194"/>
                    <a:pt x="3509" y="2194"/>
                  </a:cubicBezTo>
                  <a:close/>
                  <a:moveTo>
                    <a:pt x="4098" y="2273"/>
                  </a:moveTo>
                  <a:cubicBezTo>
                    <a:pt x="4121" y="2273"/>
                    <a:pt x="4145" y="2278"/>
                    <a:pt x="4163" y="2289"/>
                  </a:cubicBezTo>
                  <a:lnTo>
                    <a:pt x="4313" y="2375"/>
                  </a:lnTo>
                  <a:cubicBezTo>
                    <a:pt x="4350" y="2397"/>
                    <a:pt x="4350" y="2432"/>
                    <a:pt x="4313" y="2454"/>
                  </a:cubicBezTo>
                  <a:lnTo>
                    <a:pt x="4155" y="2541"/>
                  </a:lnTo>
                  <a:cubicBezTo>
                    <a:pt x="4137" y="2551"/>
                    <a:pt x="4114" y="2556"/>
                    <a:pt x="4091" y="2556"/>
                  </a:cubicBezTo>
                  <a:cubicBezTo>
                    <a:pt x="4067" y="2556"/>
                    <a:pt x="4043" y="2551"/>
                    <a:pt x="4025" y="2541"/>
                  </a:cubicBezTo>
                  <a:lnTo>
                    <a:pt x="3875" y="2454"/>
                  </a:lnTo>
                  <a:cubicBezTo>
                    <a:pt x="3839" y="2432"/>
                    <a:pt x="3839" y="2397"/>
                    <a:pt x="3875" y="2375"/>
                  </a:cubicBezTo>
                  <a:lnTo>
                    <a:pt x="4034" y="2289"/>
                  </a:lnTo>
                  <a:cubicBezTo>
                    <a:pt x="4051" y="2278"/>
                    <a:pt x="4074" y="2273"/>
                    <a:pt x="4098" y="2273"/>
                  </a:cubicBezTo>
                  <a:close/>
                  <a:moveTo>
                    <a:pt x="2013" y="2410"/>
                  </a:moveTo>
                  <a:cubicBezTo>
                    <a:pt x="2036" y="2410"/>
                    <a:pt x="2059" y="2415"/>
                    <a:pt x="2078" y="2425"/>
                  </a:cubicBezTo>
                  <a:lnTo>
                    <a:pt x="2107" y="2441"/>
                  </a:lnTo>
                  <a:cubicBezTo>
                    <a:pt x="2143" y="2461"/>
                    <a:pt x="2143" y="2498"/>
                    <a:pt x="2107" y="2518"/>
                  </a:cubicBezTo>
                  <a:lnTo>
                    <a:pt x="1948" y="2604"/>
                  </a:lnTo>
                  <a:cubicBezTo>
                    <a:pt x="1930" y="2616"/>
                    <a:pt x="1905" y="2621"/>
                    <a:pt x="1880" y="2621"/>
                  </a:cubicBezTo>
                  <a:cubicBezTo>
                    <a:pt x="1855" y="2621"/>
                    <a:pt x="1830" y="2616"/>
                    <a:pt x="1812" y="2604"/>
                  </a:cubicBezTo>
                  <a:lnTo>
                    <a:pt x="1791" y="2591"/>
                  </a:lnTo>
                  <a:cubicBezTo>
                    <a:pt x="1755" y="2570"/>
                    <a:pt x="1755" y="2534"/>
                    <a:pt x="1791" y="2518"/>
                  </a:cubicBezTo>
                  <a:lnTo>
                    <a:pt x="1948" y="2425"/>
                  </a:lnTo>
                  <a:cubicBezTo>
                    <a:pt x="1966" y="2415"/>
                    <a:pt x="1990" y="2410"/>
                    <a:pt x="2013" y="2410"/>
                  </a:cubicBezTo>
                  <a:close/>
                  <a:moveTo>
                    <a:pt x="2574" y="2338"/>
                  </a:moveTo>
                  <a:cubicBezTo>
                    <a:pt x="2597" y="2338"/>
                    <a:pt x="2620" y="2343"/>
                    <a:pt x="2638" y="2354"/>
                  </a:cubicBezTo>
                  <a:lnTo>
                    <a:pt x="2790" y="2441"/>
                  </a:lnTo>
                  <a:cubicBezTo>
                    <a:pt x="2826" y="2461"/>
                    <a:pt x="2826" y="2498"/>
                    <a:pt x="2790" y="2518"/>
                  </a:cubicBezTo>
                  <a:lnTo>
                    <a:pt x="2638" y="2604"/>
                  </a:lnTo>
                  <a:cubicBezTo>
                    <a:pt x="2620" y="2616"/>
                    <a:pt x="2597" y="2621"/>
                    <a:pt x="2574" y="2621"/>
                  </a:cubicBezTo>
                  <a:cubicBezTo>
                    <a:pt x="2550" y="2621"/>
                    <a:pt x="2527" y="2616"/>
                    <a:pt x="2509" y="2604"/>
                  </a:cubicBezTo>
                  <a:lnTo>
                    <a:pt x="2359" y="2518"/>
                  </a:lnTo>
                  <a:cubicBezTo>
                    <a:pt x="2323" y="2498"/>
                    <a:pt x="2323" y="2461"/>
                    <a:pt x="2359" y="2441"/>
                  </a:cubicBezTo>
                  <a:lnTo>
                    <a:pt x="2509" y="2354"/>
                  </a:lnTo>
                  <a:cubicBezTo>
                    <a:pt x="2527" y="2343"/>
                    <a:pt x="2550" y="2338"/>
                    <a:pt x="2574" y="2338"/>
                  </a:cubicBezTo>
                  <a:close/>
                  <a:moveTo>
                    <a:pt x="4633" y="2358"/>
                  </a:moveTo>
                  <a:cubicBezTo>
                    <a:pt x="4658" y="2358"/>
                    <a:pt x="4683" y="2361"/>
                    <a:pt x="4701" y="2368"/>
                  </a:cubicBezTo>
                  <a:lnTo>
                    <a:pt x="4853" y="2461"/>
                  </a:lnTo>
                  <a:cubicBezTo>
                    <a:pt x="4888" y="2484"/>
                    <a:pt x="4888" y="2518"/>
                    <a:pt x="4853" y="2541"/>
                  </a:cubicBezTo>
                  <a:lnTo>
                    <a:pt x="4701" y="2627"/>
                  </a:lnTo>
                  <a:cubicBezTo>
                    <a:pt x="4683" y="2637"/>
                    <a:pt x="4660" y="2642"/>
                    <a:pt x="4637" y="2642"/>
                  </a:cubicBezTo>
                  <a:cubicBezTo>
                    <a:pt x="4613" y="2642"/>
                    <a:pt x="4590" y="2637"/>
                    <a:pt x="4572" y="2627"/>
                  </a:cubicBezTo>
                  <a:lnTo>
                    <a:pt x="4413" y="2534"/>
                  </a:lnTo>
                  <a:cubicBezTo>
                    <a:pt x="4379" y="2511"/>
                    <a:pt x="4379" y="2484"/>
                    <a:pt x="4413" y="2461"/>
                  </a:cubicBezTo>
                  <a:lnTo>
                    <a:pt x="4565" y="2368"/>
                  </a:lnTo>
                  <a:cubicBezTo>
                    <a:pt x="4583" y="2361"/>
                    <a:pt x="4608" y="2358"/>
                    <a:pt x="4633" y="2358"/>
                  </a:cubicBezTo>
                  <a:close/>
                  <a:moveTo>
                    <a:pt x="3185" y="2381"/>
                  </a:moveTo>
                  <a:cubicBezTo>
                    <a:pt x="3208" y="2381"/>
                    <a:pt x="3232" y="2386"/>
                    <a:pt x="3249" y="2397"/>
                  </a:cubicBezTo>
                  <a:lnTo>
                    <a:pt x="3421" y="2498"/>
                  </a:lnTo>
                  <a:cubicBezTo>
                    <a:pt x="3458" y="2518"/>
                    <a:pt x="3458" y="2548"/>
                    <a:pt x="3421" y="2570"/>
                  </a:cubicBezTo>
                  <a:lnTo>
                    <a:pt x="3249" y="2670"/>
                  </a:lnTo>
                  <a:cubicBezTo>
                    <a:pt x="3232" y="2680"/>
                    <a:pt x="3208" y="2686"/>
                    <a:pt x="3185" y="2686"/>
                  </a:cubicBezTo>
                  <a:cubicBezTo>
                    <a:pt x="3161" y="2686"/>
                    <a:pt x="3138" y="2680"/>
                    <a:pt x="3120" y="2670"/>
                  </a:cubicBezTo>
                  <a:lnTo>
                    <a:pt x="2947" y="2570"/>
                  </a:lnTo>
                  <a:cubicBezTo>
                    <a:pt x="2913" y="2548"/>
                    <a:pt x="2913" y="2518"/>
                    <a:pt x="2947" y="2498"/>
                  </a:cubicBezTo>
                  <a:lnTo>
                    <a:pt x="3120" y="2397"/>
                  </a:lnTo>
                  <a:cubicBezTo>
                    <a:pt x="3138" y="2386"/>
                    <a:pt x="3161" y="2381"/>
                    <a:pt x="3185" y="2381"/>
                  </a:cubicBezTo>
                  <a:close/>
                  <a:moveTo>
                    <a:pt x="3747" y="2474"/>
                  </a:moveTo>
                  <a:cubicBezTo>
                    <a:pt x="3771" y="2474"/>
                    <a:pt x="3797" y="2479"/>
                    <a:pt x="3818" y="2491"/>
                  </a:cubicBezTo>
                  <a:lnTo>
                    <a:pt x="3961" y="2577"/>
                  </a:lnTo>
                  <a:cubicBezTo>
                    <a:pt x="3998" y="2598"/>
                    <a:pt x="3998" y="2634"/>
                    <a:pt x="3961" y="2656"/>
                  </a:cubicBezTo>
                  <a:lnTo>
                    <a:pt x="3832" y="2727"/>
                  </a:lnTo>
                  <a:cubicBezTo>
                    <a:pt x="3814" y="2738"/>
                    <a:pt x="3791" y="2744"/>
                    <a:pt x="3767" y="2744"/>
                  </a:cubicBezTo>
                  <a:cubicBezTo>
                    <a:pt x="3744" y="2744"/>
                    <a:pt x="3721" y="2738"/>
                    <a:pt x="3703" y="2727"/>
                  </a:cubicBezTo>
                  <a:lnTo>
                    <a:pt x="3551" y="2641"/>
                  </a:lnTo>
                  <a:cubicBezTo>
                    <a:pt x="3516" y="2620"/>
                    <a:pt x="3516" y="2584"/>
                    <a:pt x="3551" y="2561"/>
                  </a:cubicBezTo>
                  <a:lnTo>
                    <a:pt x="3680" y="2491"/>
                  </a:lnTo>
                  <a:cubicBezTo>
                    <a:pt x="3698" y="2479"/>
                    <a:pt x="3722" y="2474"/>
                    <a:pt x="3747" y="2474"/>
                  </a:cubicBezTo>
                  <a:close/>
                  <a:moveTo>
                    <a:pt x="2233" y="2539"/>
                  </a:moveTo>
                  <a:cubicBezTo>
                    <a:pt x="2258" y="2539"/>
                    <a:pt x="2283" y="2544"/>
                    <a:pt x="2300" y="2554"/>
                  </a:cubicBezTo>
                  <a:lnTo>
                    <a:pt x="2452" y="2641"/>
                  </a:lnTo>
                  <a:cubicBezTo>
                    <a:pt x="2488" y="2663"/>
                    <a:pt x="2488" y="2691"/>
                    <a:pt x="2452" y="2713"/>
                  </a:cubicBezTo>
                  <a:lnTo>
                    <a:pt x="2293" y="2806"/>
                  </a:lnTo>
                  <a:cubicBezTo>
                    <a:pt x="2275" y="2818"/>
                    <a:pt x="2250" y="2823"/>
                    <a:pt x="2225" y="2823"/>
                  </a:cubicBezTo>
                  <a:cubicBezTo>
                    <a:pt x="2200" y="2823"/>
                    <a:pt x="2175" y="2818"/>
                    <a:pt x="2157" y="2806"/>
                  </a:cubicBezTo>
                  <a:lnTo>
                    <a:pt x="2007" y="2720"/>
                  </a:lnTo>
                  <a:cubicBezTo>
                    <a:pt x="1971" y="2699"/>
                    <a:pt x="1971" y="2663"/>
                    <a:pt x="2007" y="2641"/>
                  </a:cubicBezTo>
                  <a:lnTo>
                    <a:pt x="2164" y="2554"/>
                  </a:lnTo>
                  <a:cubicBezTo>
                    <a:pt x="2182" y="2544"/>
                    <a:pt x="2207" y="2539"/>
                    <a:pt x="2233" y="2539"/>
                  </a:cubicBezTo>
                  <a:close/>
                  <a:moveTo>
                    <a:pt x="1664" y="2610"/>
                  </a:moveTo>
                  <a:cubicBezTo>
                    <a:pt x="1689" y="2610"/>
                    <a:pt x="1714" y="2616"/>
                    <a:pt x="1733" y="2627"/>
                  </a:cubicBezTo>
                  <a:lnTo>
                    <a:pt x="1755" y="2641"/>
                  </a:lnTo>
                  <a:cubicBezTo>
                    <a:pt x="1791" y="2663"/>
                    <a:pt x="1791" y="2699"/>
                    <a:pt x="1755" y="2720"/>
                  </a:cubicBezTo>
                  <a:lnTo>
                    <a:pt x="1589" y="2813"/>
                  </a:lnTo>
                  <a:cubicBezTo>
                    <a:pt x="1571" y="2824"/>
                    <a:pt x="1548" y="2830"/>
                    <a:pt x="1525" y="2830"/>
                  </a:cubicBezTo>
                  <a:cubicBezTo>
                    <a:pt x="1501" y="2830"/>
                    <a:pt x="1478" y="2824"/>
                    <a:pt x="1460" y="2813"/>
                  </a:cubicBezTo>
                  <a:lnTo>
                    <a:pt x="1431" y="2799"/>
                  </a:lnTo>
                  <a:cubicBezTo>
                    <a:pt x="1394" y="2777"/>
                    <a:pt x="1394" y="2743"/>
                    <a:pt x="1438" y="2720"/>
                  </a:cubicBezTo>
                  <a:lnTo>
                    <a:pt x="1596" y="2627"/>
                  </a:lnTo>
                  <a:cubicBezTo>
                    <a:pt x="1614" y="2616"/>
                    <a:pt x="1639" y="2610"/>
                    <a:pt x="1664" y="2610"/>
                  </a:cubicBezTo>
                  <a:close/>
                  <a:moveTo>
                    <a:pt x="4292" y="2553"/>
                  </a:moveTo>
                  <a:cubicBezTo>
                    <a:pt x="4315" y="2553"/>
                    <a:pt x="4338" y="2559"/>
                    <a:pt x="4356" y="2570"/>
                  </a:cubicBezTo>
                  <a:lnTo>
                    <a:pt x="4515" y="2663"/>
                  </a:lnTo>
                  <a:cubicBezTo>
                    <a:pt x="4551" y="2684"/>
                    <a:pt x="4551" y="2713"/>
                    <a:pt x="4515" y="2734"/>
                  </a:cubicBezTo>
                  <a:lnTo>
                    <a:pt x="4356" y="2829"/>
                  </a:lnTo>
                  <a:cubicBezTo>
                    <a:pt x="4338" y="2839"/>
                    <a:pt x="4313" y="2844"/>
                    <a:pt x="4288" y="2844"/>
                  </a:cubicBezTo>
                  <a:cubicBezTo>
                    <a:pt x="4263" y="2844"/>
                    <a:pt x="4238" y="2839"/>
                    <a:pt x="4220" y="2829"/>
                  </a:cubicBezTo>
                  <a:lnTo>
                    <a:pt x="4068" y="2734"/>
                  </a:lnTo>
                  <a:cubicBezTo>
                    <a:pt x="4034" y="2713"/>
                    <a:pt x="4034" y="2684"/>
                    <a:pt x="4068" y="2663"/>
                  </a:cubicBezTo>
                  <a:lnTo>
                    <a:pt x="4227" y="2570"/>
                  </a:lnTo>
                  <a:cubicBezTo>
                    <a:pt x="4245" y="2559"/>
                    <a:pt x="4268" y="2553"/>
                    <a:pt x="4292" y="2553"/>
                  </a:cubicBezTo>
                  <a:close/>
                  <a:moveTo>
                    <a:pt x="2825" y="2589"/>
                  </a:moveTo>
                  <a:cubicBezTo>
                    <a:pt x="2849" y="2589"/>
                    <a:pt x="2872" y="2594"/>
                    <a:pt x="2890" y="2604"/>
                  </a:cubicBezTo>
                  <a:lnTo>
                    <a:pt x="3063" y="2706"/>
                  </a:lnTo>
                  <a:cubicBezTo>
                    <a:pt x="3099" y="2727"/>
                    <a:pt x="3099" y="2756"/>
                    <a:pt x="3063" y="2777"/>
                  </a:cubicBezTo>
                  <a:lnTo>
                    <a:pt x="2913" y="2863"/>
                  </a:lnTo>
                  <a:cubicBezTo>
                    <a:pt x="2894" y="2874"/>
                    <a:pt x="2869" y="2880"/>
                    <a:pt x="2844" y="2880"/>
                  </a:cubicBezTo>
                  <a:cubicBezTo>
                    <a:pt x="2818" y="2880"/>
                    <a:pt x="2793" y="2874"/>
                    <a:pt x="2775" y="2863"/>
                  </a:cubicBezTo>
                  <a:lnTo>
                    <a:pt x="2611" y="2770"/>
                  </a:lnTo>
                  <a:cubicBezTo>
                    <a:pt x="2574" y="2749"/>
                    <a:pt x="2574" y="2713"/>
                    <a:pt x="2611" y="2691"/>
                  </a:cubicBezTo>
                  <a:lnTo>
                    <a:pt x="2761" y="2604"/>
                  </a:lnTo>
                  <a:cubicBezTo>
                    <a:pt x="2779" y="2594"/>
                    <a:pt x="2802" y="2589"/>
                    <a:pt x="2825" y="2589"/>
                  </a:cubicBezTo>
                  <a:close/>
                  <a:moveTo>
                    <a:pt x="3423" y="2661"/>
                  </a:moveTo>
                  <a:cubicBezTo>
                    <a:pt x="3447" y="2661"/>
                    <a:pt x="3472" y="2667"/>
                    <a:pt x="3494" y="2677"/>
                  </a:cubicBezTo>
                  <a:lnTo>
                    <a:pt x="3637" y="2763"/>
                  </a:lnTo>
                  <a:cubicBezTo>
                    <a:pt x="3673" y="2786"/>
                    <a:pt x="3673" y="2820"/>
                    <a:pt x="3637" y="2843"/>
                  </a:cubicBezTo>
                  <a:lnTo>
                    <a:pt x="3473" y="2936"/>
                  </a:lnTo>
                  <a:cubicBezTo>
                    <a:pt x="3455" y="2947"/>
                    <a:pt x="3430" y="2953"/>
                    <a:pt x="3404" y="2953"/>
                  </a:cubicBezTo>
                  <a:cubicBezTo>
                    <a:pt x="3379" y="2953"/>
                    <a:pt x="3353" y="2947"/>
                    <a:pt x="3335" y="2936"/>
                  </a:cubicBezTo>
                  <a:lnTo>
                    <a:pt x="3185" y="2849"/>
                  </a:lnTo>
                  <a:cubicBezTo>
                    <a:pt x="3149" y="2829"/>
                    <a:pt x="3149" y="2793"/>
                    <a:pt x="3185" y="2770"/>
                  </a:cubicBezTo>
                  <a:lnTo>
                    <a:pt x="3358" y="2677"/>
                  </a:lnTo>
                  <a:cubicBezTo>
                    <a:pt x="3376" y="2667"/>
                    <a:pt x="3399" y="2661"/>
                    <a:pt x="3423" y="2661"/>
                  </a:cubicBezTo>
                  <a:close/>
                  <a:moveTo>
                    <a:pt x="1884" y="2739"/>
                  </a:moveTo>
                  <a:cubicBezTo>
                    <a:pt x="1907" y="2739"/>
                    <a:pt x="1930" y="2745"/>
                    <a:pt x="1948" y="2756"/>
                  </a:cubicBezTo>
                  <a:lnTo>
                    <a:pt x="2100" y="2843"/>
                  </a:lnTo>
                  <a:cubicBezTo>
                    <a:pt x="2136" y="2863"/>
                    <a:pt x="2136" y="2899"/>
                    <a:pt x="2100" y="2915"/>
                  </a:cubicBezTo>
                  <a:lnTo>
                    <a:pt x="1934" y="3015"/>
                  </a:lnTo>
                  <a:cubicBezTo>
                    <a:pt x="1916" y="3025"/>
                    <a:pt x="1893" y="3031"/>
                    <a:pt x="1870" y="3031"/>
                  </a:cubicBezTo>
                  <a:cubicBezTo>
                    <a:pt x="1846" y="3031"/>
                    <a:pt x="1823" y="3025"/>
                    <a:pt x="1805" y="3015"/>
                  </a:cubicBezTo>
                  <a:lnTo>
                    <a:pt x="1653" y="2922"/>
                  </a:lnTo>
                  <a:cubicBezTo>
                    <a:pt x="1619" y="2899"/>
                    <a:pt x="1619" y="2872"/>
                    <a:pt x="1653" y="2849"/>
                  </a:cubicBezTo>
                  <a:lnTo>
                    <a:pt x="1819" y="2756"/>
                  </a:lnTo>
                  <a:cubicBezTo>
                    <a:pt x="1837" y="2745"/>
                    <a:pt x="1860" y="2739"/>
                    <a:pt x="1884" y="2739"/>
                  </a:cubicBezTo>
                  <a:close/>
                  <a:moveTo>
                    <a:pt x="3941" y="2755"/>
                  </a:moveTo>
                  <a:cubicBezTo>
                    <a:pt x="3965" y="2755"/>
                    <a:pt x="3990" y="2760"/>
                    <a:pt x="4011" y="2770"/>
                  </a:cubicBezTo>
                  <a:lnTo>
                    <a:pt x="4163" y="2863"/>
                  </a:lnTo>
                  <a:cubicBezTo>
                    <a:pt x="4198" y="2886"/>
                    <a:pt x="4198" y="2915"/>
                    <a:pt x="4163" y="2936"/>
                  </a:cubicBezTo>
                  <a:lnTo>
                    <a:pt x="4034" y="3015"/>
                  </a:lnTo>
                  <a:cubicBezTo>
                    <a:pt x="4016" y="3025"/>
                    <a:pt x="3990" y="3031"/>
                    <a:pt x="3965" y="3031"/>
                  </a:cubicBezTo>
                  <a:cubicBezTo>
                    <a:pt x="3939" y="3031"/>
                    <a:pt x="3914" y="3025"/>
                    <a:pt x="3896" y="3015"/>
                  </a:cubicBezTo>
                  <a:lnTo>
                    <a:pt x="3746" y="2922"/>
                  </a:lnTo>
                  <a:cubicBezTo>
                    <a:pt x="3710" y="2899"/>
                    <a:pt x="3710" y="2872"/>
                    <a:pt x="3746" y="2849"/>
                  </a:cubicBezTo>
                  <a:lnTo>
                    <a:pt x="3875" y="2770"/>
                  </a:lnTo>
                  <a:cubicBezTo>
                    <a:pt x="3893" y="2760"/>
                    <a:pt x="3917" y="2755"/>
                    <a:pt x="3941" y="2755"/>
                  </a:cubicBezTo>
                  <a:close/>
                  <a:moveTo>
                    <a:pt x="1309" y="2812"/>
                  </a:moveTo>
                  <a:cubicBezTo>
                    <a:pt x="1332" y="2812"/>
                    <a:pt x="1356" y="2818"/>
                    <a:pt x="1374" y="2829"/>
                  </a:cubicBezTo>
                  <a:lnTo>
                    <a:pt x="1403" y="2843"/>
                  </a:lnTo>
                  <a:cubicBezTo>
                    <a:pt x="1438" y="2863"/>
                    <a:pt x="1438" y="2899"/>
                    <a:pt x="1403" y="2922"/>
                  </a:cubicBezTo>
                  <a:lnTo>
                    <a:pt x="1231" y="3022"/>
                  </a:lnTo>
                  <a:cubicBezTo>
                    <a:pt x="1212" y="3033"/>
                    <a:pt x="1189" y="3039"/>
                    <a:pt x="1165" y="3039"/>
                  </a:cubicBezTo>
                  <a:cubicBezTo>
                    <a:pt x="1142" y="3039"/>
                    <a:pt x="1118" y="3033"/>
                    <a:pt x="1101" y="3022"/>
                  </a:cubicBezTo>
                  <a:lnTo>
                    <a:pt x="1072" y="3008"/>
                  </a:lnTo>
                  <a:cubicBezTo>
                    <a:pt x="1036" y="2986"/>
                    <a:pt x="1036" y="2950"/>
                    <a:pt x="1072" y="2929"/>
                  </a:cubicBezTo>
                  <a:lnTo>
                    <a:pt x="1244" y="2829"/>
                  </a:lnTo>
                  <a:cubicBezTo>
                    <a:pt x="1262" y="2818"/>
                    <a:pt x="1286" y="2812"/>
                    <a:pt x="1309" y="2812"/>
                  </a:cubicBezTo>
                  <a:close/>
                  <a:moveTo>
                    <a:pt x="2480" y="2791"/>
                  </a:moveTo>
                  <a:cubicBezTo>
                    <a:pt x="2504" y="2791"/>
                    <a:pt x="2527" y="2796"/>
                    <a:pt x="2545" y="2806"/>
                  </a:cubicBezTo>
                  <a:lnTo>
                    <a:pt x="2718" y="2899"/>
                  </a:lnTo>
                  <a:cubicBezTo>
                    <a:pt x="2754" y="2922"/>
                    <a:pt x="2754" y="2958"/>
                    <a:pt x="2718" y="2979"/>
                  </a:cubicBezTo>
                  <a:lnTo>
                    <a:pt x="2559" y="3065"/>
                  </a:lnTo>
                  <a:cubicBezTo>
                    <a:pt x="2542" y="3076"/>
                    <a:pt x="2518" y="3082"/>
                    <a:pt x="2495" y="3082"/>
                  </a:cubicBezTo>
                  <a:cubicBezTo>
                    <a:pt x="2471" y="3082"/>
                    <a:pt x="2448" y="3076"/>
                    <a:pt x="2430" y="3065"/>
                  </a:cubicBezTo>
                  <a:lnTo>
                    <a:pt x="2257" y="2972"/>
                  </a:lnTo>
                  <a:cubicBezTo>
                    <a:pt x="2222" y="2950"/>
                    <a:pt x="2222" y="2915"/>
                    <a:pt x="2257" y="2893"/>
                  </a:cubicBezTo>
                  <a:lnTo>
                    <a:pt x="2416" y="2806"/>
                  </a:lnTo>
                  <a:cubicBezTo>
                    <a:pt x="2434" y="2796"/>
                    <a:pt x="2457" y="2791"/>
                    <a:pt x="2480" y="2791"/>
                  </a:cubicBezTo>
                  <a:close/>
                  <a:moveTo>
                    <a:pt x="3063" y="2869"/>
                  </a:moveTo>
                  <a:cubicBezTo>
                    <a:pt x="3086" y="2869"/>
                    <a:pt x="3110" y="2874"/>
                    <a:pt x="3128" y="2886"/>
                  </a:cubicBezTo>
                  <a:lnTo>
                    <a:pt x="3278" y="2972"/>
                  </a:lnTo>
                  <a:cubicBezTo>
                    <a:pt x="3314" y="2993"/>
                    <a:pt x="3314" y="3029"/>
                    <a:pt x="3278" y="3051"/>
                  </a:cubicBezTo>
                  <a:lnTo>
                    <a:pt x="3128" y="3138"/>
                  </a:lnTo>
                  <a:cubicBezTo>
                    <a:pt x="3110" y="3148"/>
                    <a:pt x="3086" y="3153"/>
                    <a:pt x="3063" y="3153"/>
                  </a:cubicBezTo>
                  <a:cubicBezTo>
                    <a:pt x="3039" y="3153"/>
                    <a:pt x="3016" y="3148"/>
                    <a:pt x="2999" y="3138"/>
                  </a:cubicBezTo>
                  <a:lnTo>
                    <a:pt x="2847" y="3051"/>
                  </a:lnTo>
                  <a:cubicBezTo>
                    <a:pt x="2811" y="3029"/>
                    <a:pt x="2811" y="2993"/>
                    <a:pt x="2847" y="2972"/>
                  </a:cubicBezTo>
                  <a:lnTo>
                    <a:pt x="2999" y="2886"/>
                  </a:lnTo>
                  <a:cubicBezTo>
                    <a:pt x="3016" y="2874"/>
                    <a:pt x="3039" y="2869"/>
                    <a:pt x="3063" y="2869"/>
                  </a:cubicBezTo>
                  <a:close/>
                  <a:moveTo>
                    <a:pt x="948" y="3025"/>
                  </a:moveTo>
                  <a:cubicBezTo>
                    <a:pt x="973" y="3025"/>
                    <a:pt x="997" y="3029"/>
                    <a:pt x="1015" y="3036"/>
                  </a:cubicBezTo>
                  <a:lnTo>
                    <a:pt x="1036" y="3058"/>
                  </a:lnTo>
                  <a:cubicBezTo>
                    <a:pt x="1079" y="3072"/>
                    <a:pt x="1072" y="3108"/>
                    <a:pt x="1036" y="3131"/>
                  </a:cubicBezTo>
                  <a:lnTo>
                    <a:pt x="886" y="3217"/>
                  </a:lnTo>
                  <a:cubicBezTo>
                    <a:pt x="867" y="3227"/>
                    <a:pt x="844" y="3232"/>
                    <a:pt x="820" y="3232"/>
                  </a:cubicBezTo>
                  <a:cubicBezTo>
                    <a:pt x="797" y="3232"/>
                    <a:pt x="773" y="3227"/>
                    <a:pt x="756" y="3217"/>
                  </a:cubicBezTo>
                  <a:lnTo>
                    <a:pt x="727" y="3201"/>
                  </a:lnTo>
                  <a:cubicBezTo>
                    <a:pt x="691" y="3181"/>
                    <a:pt x="691" y="3151"/>
                    <a:pt x="734" y="3131"/>
                  </a:cubicBezTo>
                  <a:lnTo>
                    <a:pt x="877" y="3036"/>
                  </a:lnTo>
                  <a:cubicBezTo>
                    <a:pt x="898" y="3029"/>
                    <a:pt x="924" y="3025"/>
                    <a:pt x="948" y="3025"/>
                  </a:cubicBezTo>
                  <a:close/>
                  <a:moveTo>
                    <a:pt x="3616" y="2941"/>
                  </a:moveTo>
                  <a:cubicBezTo>
                    <a:pt x="3640" y="2941"/>
                    <a:pt x="3663" y="2947"/>
                    <a:pt x="3680" y="2958"/>
                  </a:cubicBezTo>
                  <a:lnTo>
                    <a:pt x="3839" y="3051"/>
                  </a:lnTo>
                  <a:cubicBezTo>
                    <a:pt x="3875" y="3072"/>
                    <a:pt x="3875" y="3101"/>
                    <a:pt x="3839" y="3122"/>
                  </a:cubicBezTo>
                  <a:lnTo>
                    <a:pt x="3673" y="3224"/>
                  </a:lnTo>
                  <a:cubicBezTo>
                    <a:pt x="3652" y="3234"/>
                    <a:pt x="3627" y="3239"/>
                    <a:pt x="3603" y="3239"/>
                  </a:cubicBezTo>
                  <a:cubicBezTo>
                    <a:pt x="3578" y="3239"/>
                    <a:pt x="3555" y="3234"/>
                    <a:pt x="3537" y="3224"/>
                  </a:cubicBezTo>
                  <a:lnTo>
                    <a:pt x="3378" y="3131"/>
                  </a:lnTo>
                  <a:cubicBezTo>
                    <a:pt x="3344" y="3108"/>
                    <a:pt x="3344" y="3079"/>
                    <a:pt x="3378" y="3058"/>
                  </a:cubicBezTo>
                  <a:lnTo>
                    <a:pt x="3551" y="2958"/>
                  </a:lnTo>
                  <a:cubicBezTo>
                    <a:pt x="3569" y="2947"/>
                    <a:pt x="3593" y="2941"/>
                    <a:pt x="3616" y="2941"/>
                  </a:cubicBezTo>
                  <a:close/>
                  <a:moveTo>
                    <a:pt x="2135" y="2990"/>
                  </a:moveTo>
                  <a:cubicBezTo>
                    <a:pt x="2159" y="2990"/>
                    <a:pt x="2182" y="2994"/>
                    <a:pt x="2200" y="3001"/>
                  </a:cubicBezTo>
                  <a:lnTo>
                    <a:pt x="2366" y="3101"/>
                  </a:lnTo>
                  <a:cubicBezTo>
                    <a:pt x="2402" y="3122"/>
                    <a:pt x="2402" y="3158"/>
                    <a:pt x="2366" y="3181"/>
                  </a:cubicBezTo>
                  <a:lnTo>
                    <a:pt x="2207" y="3274"/>
                  </a:lnTo>
                  <a:cubicBezTo>
                    <a:pt x="2189" y="3284"/>
                    <a:pt x="2164" y="3289"/>
                    <a:pt x="2139" y="3289"/>
                  </a:cubicBezTo>
                  <a:cubicBezTo>
                    <a:pt x="2114" y="3289"/>
                    <a:pt x="2089" y="3284"/>
                    <a:pt x="2071" y="3274"/>
                  </a:cubicBezTo>
                  <a:lnTo>
                    <a:pt x="1905" y="3174"/>
                  </a:lnTo>
                  <a:cubicBezTo>
                    <a:pt x="1869" y="3151"/>
                    <a:pt x="1869" y="3122"/>
                    <a:pt x="1905" y="3101"/>
                  </a:cubicBezTo>
                  <a:lnTo>
                    <a:pt x="2064" y="3001"/>
                  </a:lnTo>
                  <a:cubicBezTo>
                    <a:pt x="2085" y="2994"/>
                    <a:pt x="2110" y="2990"/>
                    <a:pt x="2135" y="2990"/>
                  </a:cubicBezTo>
                  <a:close/>
                  <a:moveTo>
                    <a:pt x="2719" y="3063"/>
                  </a:moveTo>
                  <a:cubicBezTo>
                    <a:pt x="2743" y="3063"/>
                    <a:pt x="2768" y="3069"/>
                    <a:pt x="2790" y="3079"/>
                  </a:cubicBezTo>
                  <a:lnTo>
                    <a:pt x="2933" y="3165"/>
                  </a:lnTo>
                  <a:cubicBezTo>
                    <a:pt x="2969" y="3188"/>
                    <a:pt x="2969" y="3224"/>
                    <a:pt x="2933" y="3245"/>
                  </a:cubicBezTo>
                  <a:lnTo>
                    <a:pt x="2775" y="3338"/>
                  </a:lnTo>
                  <a:cubicBezTo>
                    <a:pt x="2757" y="3349"/>
                    <a:pt x="2734" y="3354"/>
                    <a:pt x="2710" y="3354"/>
                  </a:cubicBezTo>
                  <a:cubicBezTo>
                    <a:pt x="2687" y="3354"/>
                    <a:pt x="2663" y="3349"/>
                    <a:pt x="2645" y="3338"/>
                  </a:cubicBezTo>
                  <a:lnTo>
                    <a:pt x="2495" y="3251"/>
                  </a:lnTo>
                  <a:cubicBezTo>
                    <a:pt x="2459" y="3231"/>
                    <a:pt x="2459" y="3194"/>
                    <a:pt x="2495" y="3174"/>
                  </a:cubicBezTo>
                  <a:lnTo>
                    <a:pt x="2654" y="3079"/>
                  </a:lnTo>
                  <a:cubicBezTo>
                    <a:pt x="2671" y="3069"/>
                    <a:pt x="2694" y="3063"/>
                    <a:pt x="2719" y="3063"/>
                  </a:cubicBezTo>
                  <a:close/>
                  <a:moveTo>
                    <a:pt x="1528" y="2941"/>
                  </a:moveTo>
                  <a:cubicBezTo>
                    <a:pt x="1553" y="2941"/>
                    <a:pt x="1578" y="2947"/>
                    <a:pt x="1596" y="2958"/>
                  </a:cubicBezTo>
                  <a:lnTo>
                    <a:pt x="1748" y="3044"/>
                  </a:lnTo>
                  <a:cubicBezTo>
                    <a:pt x="1783" y="3065"/>
                    <a:pt x="1783" y="3101"/>
                    <a:pt x="1748" y="3122"/>
                  </a:cubicBezTo>
                  <a:lnTo>
                    <a:pt x="1231" y="3417"/>
                  </a:lnTo>
                  <a:cubicBezTo>
                    <a:pt x="1212" y="3428"/>
                    <a:pt x="1189" y="3434"/>
                    <a:pt x="1165" y="3434"/>
                  </a:cubicBezTo>
                  <a:cubicBezTo>
                    <a:pt x="1142" y="3434"/>
                    <a:pt x="1118" y="3428"/>
                    <a:pt x="1101" y="3417"/>
                  </a:cubicBezTo>
                  <a:lnTo>
                    <a:pt x="949" y="3331"/>
                  </a:lnTo>
                  <a:cubicBezTo>
                    <a:pt x="913" y="3310"/>
                    <a:pt x="913" y="3274"/>
                    <a:pt x="949" y="3251"/>
                  </a:cubicBezTo>
                  <a:lnTo>
                    <a:pt x="1460" y="2958"/>
                  </a:lnTo>
                  <a:cubicBezTo>
                    <a:pt x="1478" y="2947"/>
                    <a:pt x="1503" y="2941"/>
                    <a:pt x="1528" y="2941"/>
                  </a:cubicBezTo>
                  <a:close/>
                  <a:moveTo>
                    <a:pt x="3257" y="3150"/>
                  </a:moveTo>
                  <a:cubicBezTo>
                    <a:pt x="3280" y="3150"/>
                    <a:pt x="3303" y="3155"/>
                    <a:pt x="3321" y="3165"/>
                  </a:cubicBezTo>
                  <a:lnTo>
                    <a:pt x="3480" y="3260"/>
                  </a:lnTo>
                  <a:cubicBezTo>
                    <a:pt x="3516" y="3281"/>
                    <a:pt x="3516" y="3310"/>
                    <a:pt x="3480" y="3331"/>
                  </a:cubicBezTo>
                  <a:lnTo>
                    <a:pt x="3328" y="3417"/>
                  </a:lnTo>
                  <a:cubicBezTo>
                    <a:pt x="3310" y="3428"/>
                    <a:pt x="3285" y="3434"/>
                    <a:pt x="3260" y="3434"/>
                  </a:cubicBezTo>
                  <a:cubicBezTo>
                    <a:pt x="3235" y="3434"/>
                    <a:pt x="3210" y="3428"/>
                    <a:pt x="3192" y="3417"/>
                  </a:cubicBezTo>
                  <a:lnTo>
                    <a:pt x="3042" y="3331"/>
                  </a:lnTo>
                  <a:cubicBezTo>
                    <a:pt x="3006" y="3310"/>
                    <a:pt x="3006" y="3274"/>
                    <a:pt x="3042" y="3251"/>
                  </a:cubicBezTo>
                  <a:lnTo>
                    <a:pt x="3192" y="3165"/>
                  </a:lnTo>
                  <a:cubicBezTo>
                    <a:pt x="3210" y="3155"/>
                    <a:pt x="3233" y="3150"/>
                    <a:pt x="3257" y="3150"/>
                  </a:cubicBezTo>
                  <a:close/>
                  <a:moveTo>
                    <a:pt x="5636" y="2179"/>
                  </a:moveTo>
                  <a:cubicBezTo>
                    <a:pt x="5661" y="2179"/>
                    <a:pt x="5686" y="2184"/>
                    <a:pt x="5707" y="2196"/>
                  </a:cubicBezTo>
                  <a:lnTo>
                    <a:pt x="5859" y="2282"/>
                  </a:lnTo>
                  <a:cubicBezTo>
                    <a:pt x="5895" y="2303"/>
                    <a:pt x="5895" y="2339"/>
                    <a:pt x="5859" y="2361"/>
                  </a:cubicBezTo>
                  <a:lnTo>
                    <a:pt x="4018" y="3424"/>
                  </a:lnTo>
                  <a:cubicBezTo>
                    <a:pt x="4000" y="3435"/>
                    <a:pt x="3975" y="3441"/>
                    <a:pt x="3950" y="3441"/>
                  </a:cubicBezTo>
                  <a:cubicBezTo>
                    <a:pt x="3925" y="3441"/>
                    <a:pt x="3900" y="3435"/>
                    <a:pt x="3882" y="3424"/>
                  </a:cubicBezTo>
                  <a:lnTo>
                    <a:pt x="3732" y="3331"/>
                  </a:lnTo>
                  <a:cubicBezTo>
                    <a:pt x="3689" y="3310"/>
                    <a:pt x="3689" y="3281"/>
                    <a:pt x="3732" y="3260"/>
                  </a:cubicBezTo>
                  <a:lnTo>
                    <a:pt x="5571" y="2196"/>
                  </a:lnTo>
                  <a:cubicBezTo>
                    <a:pt x="5589" y="2184"/>
                    <a:pt x="5612" y="2179"/>
                    <a:pt x="5636" y="2179"/>
                  </a:cubicBezTo>
                  <a:close/>
                  <a:moveTo>
                    <a:pt x="605" y="3222"/>
                  </a:moveTo>
                  <a:cubicBezTo>
                    <a:pt x="628" y="3222"/>
                    <a:pt x="652" y="3227"/>
                    <a:pt x="670" y="3238"/>
                  </a:cubicBezTo>
                  <a:lnTo>
                    <a:pt x="697" y="3251"/>
                  </a:lnTo>
                  <a:cubicBezTo>
                    <a:pt x="734" y="3274"/>
                    <a:pt x="734" y="3310"/>
                    <a:pt x="697" y="3331"/>
                  </a:cubicBezTo>
                  <a:lnTo>
                    <a:pt x="511" y="3439"/>
                  </a:lnTo>
                  <a:cubicBezTo>
                    <a:pt x="493" y="3450"/>
                    <a:pt x="468" y="3455"/>
                    <a:pt x="443" y="3455"/>
                  </a:cubicBezTo>
                  <a:cubicBezTo>
                    <a:pt x="418" y="3455"/>
                    <a:pt x="393" y="3450"/>
                    <a:pt x="375" y="3439"/>
                  </a:cubicBezTo>
                  <a:lnTo>
                    <a:pt x="352" y="3424"/>
                  </a:lnTo>
                  <a:cubicBezTo>
                    <a:pt x="316" y="3403"/>
                    <a:pt x="316" y="3367"/>
                    <a:pt x="352" y="3346"/>
                  </a:cubicBezTo>
                  <a:lnTo>
                    <a:pt x="541" y="3238"/>
                  </a:lnTo>
                  <a:cubicBezTo>
                    <a:pt x="558" y="3227"/>
                    <a:pt x="581" y="3222"/>
                    <a:pt x="605" y="3222"/>
                  </a:cubicBezTo>
                  <a:close/>
                  <a:moveTo>
                    <a:pt x="3602" y="3351"/>
                  </a:moveTo>
                  <a:cubicBezTo>
                    <a:pt x="3625" y="3351"/>
                    <a:pt x="3648" y="3357"/>
                    <a:pt x="3666" y="3367"/>
                  </a:cubicBezTo>
                  <a:lnTo>
                    <a:pt x="3825" y="3460"/>
                  </a:lnTo>
                  <a:cubicBezTo>
                    <a:pt x="3861" y="3483"/>
                    <a:pt x="3861" y="3510"/>
                    <a:pt x="3825" y="3533"/>
                  </a:cubicBezTo>
                  <a:lnTo>
                    <a:pt x="3673" y="3619"/>
                  </a:lnTo>
                  <a:cubicBezTo>
                    <a:pt x="3655" y="3629"/>
                    <a:pt x="3632" y="3634"/>
                    <a:pt x="3609" y="3634"/>
                  </a:cubicBezTo>
                  <a:cubicBezTo>
                    <a:pt x="3585" y="3634"/>
                    <a:pt x="3562" y="3629"/>
                    <a:pt x="3544" y="3619"/>
                  </a:cubicBezTo>
                  <a:lnTo>
                    <a:pt x="3387" y="3533"/>
                  </a:lnTo>
                  <a:cubicBezTo>
                    <a:pt x="3351" y="3510"/>
                    <a:pt x="3351" y="3476"/>
                    <a:pt x="3387" y="3453"/>
                  </a:cubicBezTo>
                  <a:lnTo>
                    <a:pt x="3537" y="3367"/>
                  </a:lnTo>
                  <a:cubicBezTo>
                    <a:pt x="3555" y="3357"/>
                    <a:pt x="3578" y="3351"/>
                    <a:pt x="3602" y="3351"/>
                  </a:cubicBezTo>
                  <a:close/>
                  <a:moveTo>
                    <a:pt x="1777" y="3193"/>
                  </a:moveTo>
                  <a:cubicBezTo>
                    <a:pt x="1802" y="3193"/>
                    <a:pt x="1827" y="3198"/>
                    <a:pt x="1848" y="3208"/>
                  </a:cubicBezTo>
                  <a:lnTo>
                    <a:pt x="2014" y="3310"/>
                  </a:lnTo>
                  <a:cubicBezTo>
                    <a:pt x="2050" y="3331"/>
                    <a:pt x="2050" y="3360"/>
                    <a:pt x="2014" y="3381"/>
                  </a:cubicBezTo>
                  <a:lnTo>
                    <a:pt x="1589" y="3626"/>
                  </a:lnTo>
                  <a:cubicBezTo>
                    <a:pt x="1571" y="3637"/>
                    <a:pt x="1548" y="3643"/>
                    <a:pt x="1525" y="3643"/>
                  </a:cubicBezTo>
                  <a:cubicBezTo>
                    <a:pt x="1501" y="3643"/>
                    <a:pt x="1478" y="3637"/>
                    <a:pt x="1460" y="3626"/>
                  </a:cubicBezTo>
                  <a:lnTo>
                    <a:pt x="1287" y="3533"/>
                  </a:lnTo>
                  <a:cubicBezTo>
                    <a:pt x="1251" y="3510"/>
                    <a:pt x="1251" y="3476"/>
                    <a:pt x="1287" y="3453"/>
                  </a:cubicBezTo>
                  <a:lnTo>
                    <a:pt x="1712" y="3208"/>
                  </a:lnTo>
                  <a:cubicBezTo>
                    <a:pt x="1730" y="3198"/>
                    <a:pt x="1753" y="3193"/>
                    <a:pt x="1777" y="3193"/>
                  </a:cubicBezTo>
                  <a:close/>
                  <a:moveTo>
                    <a:pt x="824" y="3351"/>
                  </a:moveTo>
                  <a:cubicBezTo>
                    <a:pt x="849" y="3351"/>
                    <a:pt x="874" y="3357"/>
                    <a:pt x="892" y="3367"/>
                  </a:cubicBezTo>
                  <a:lnTo>
                    <a:pt x="1043" y="3453"/>
                  </a:lnTo>
                  <a:cubicBezTo>
                    <a:pt x="1079" y="3476"/>
                    <a:pt x="1079" y="3510"/>
                    <a:pt x="1043" y="3533"/>
                  </a:cubicBezTo>
                  <a:lnTo>
                    <a:pt x="856" y="3640"/>
                  </a:lnTo>
                  <a:cubicBezTo>
                    <a:pt x="838" y="3647"/>
                    <a:pt x="813" y="3651"/>
                    <a:pt x="788" y="3651"/>
                  </a:cubicBezTo>
                  <a:cubicBezTo>
                    <a:pt x="763" y="3651"/>
                    <a:pt x="738" y="3647"/>
                    <a:pt x="720" y="3640"/>
                  </a:cubicBezTo>
                  <a:lnTo>
                    <a:pt x="568" y="3546"/>
                  </a:lnTo>
                  <a:cubicBezTo>
                    <a:pt x="532" y="3526"/>
                    <a:pt x="532" y="3496"/>
                    <a:pt x="568" y="3476"/>
                  </a:cubicBezTo>
                  <a:lnTo>
                    <a:pt x="756" y="3367"/>
                  </a:lnTo>
                  <a:cubicBezTo>
                    <a:pt x="773" y="3357"/>
                    <a:pt x="798" y="3351"/>
                    <a:pt x="824" y="3351"/>
                  </a:cubicBezTo>
                  <a:close/>
                  <a:moveTo>
                    <a:pt x="3260" y="3552"/>
                  </a:moveTo>
                  <a:cubicBezTo>
                    <a:pt x="3285" y="3552"/>
                    <a:pt x="3310" y="3558"/>
                    <a:pt x="3328" y="3569"/>
                  </a:cubicBezTo>
                  <a:lnTo>
                    <a:pt x="3480" y="3655"/>
                  </a:lnTo>
                  <a:cubicBezTo>
                    <a:pt x="3516" y="3676"/>
                    <a:pt x="3516" y="3712"/>
                    <a:pt x="3480" y="3734"/>
                  </a:cubicBezTo>
                  <a:lnTo>
                    <a:pt x="3351" y="3812"/>
                  </a:lnTo>
                  <a:cubicBezTo>
                    <a:pt x="3329" y="3823"/>
                    <a:pt x="3304" y="3829"/>
                    <a:pt x="3279" y="3829"/>
                  </a:cubicBezTo>
                  <a:cubicBezTo>
                    <a:pt x="3255" y="3829"/>
                    <a:pt x="3232" y="3823"/>
                    <a:pt x="3214" y="3812"/>
                  </a:cubicBezTo>
                  <a:lnTo>
                    <a:pt x="3056" y="3719"/>
                  </a:lnTo>
                  <a:cubicBezTo>
                    <a:pt x="3019" y="3698"/>
                    <a:pt x="3019" y="3662"/>
                    <a:pt x="3063" y="3640"/>
                  </a:cubicBezTo>
                  <a:lnTo>
                    <a:pt x="3192" y="3569"/>
                  </a:lnTo>
                  <a:cubicBezTo>
                    <a:pt x="3210" y="3558"/>
                    <a:pt x="3235" y="3552"/>
                    <a:pt x="3260" y="3552"/>
                  </a:cubicBezTo>
                  <a:close/>
                  <a:moveTo>
                    <a:pt x="2913" y="3351"/>
                  </a:moveTo>
                  <a:cubicBezTo>
                    <a:pt x="2937" y="3351"/>
                    <a:pt x="2962" y="3357"/>
                    <a:pt x="2983" y="3367"/>
                  </a:cubicBezTo>
                  <a:lnTo>
                    <a:pt x="3135" y="3453"/>
                  </a:lnTo>
                  <a:cubicBezTo>
                    <a:pt x="3171" y="3476"/>
                    <a:pt x="3171" y="3510"/>
                    <a:pt x="3135" y="3533"/>
                  </a:cubicBezTo>
                  <a:lnTo>
                    <a:pt x="2638" y="3821"/>
                  </a:lnTo>
                  <a:cubicBezTo>
                    <a:pt x="2620" y="3831"/>
                    <a:pt x="2595" y="3836"/>
                    <a:pt x="2570" y="3836"/>
                  </a:cubicBezTo>
                  <a:cubicBezTo>
                    <a:pt x="2545" y="3836"/>
                    <a:pt x="2520" y="3831"/>
                    <a:pt x="2502" y="3821"/>
                  </a:cubicBezTo>
                  <a:lnTo>
                    <a:pt x="2352" y="3726"/>
                  </a:lnTo>
                  <a:cubicBezTo>
                    <a:pt x="2316" y="3705"/>
                    <a:pt x="2316" y="3676"/>
                    <a:pt x="2352" y="3655"/>
                  </a:cubicBezTo>
                  <a:lnTo>
                    <a:pt x="2847" y="3367"/>
                  </a:lnTo>
                  <a:cubicBezTo>
                    <a:pt x="2865" y="3357"/>
                    <a:pt x="2888" y="3351"/>
                    <a:pt x="2913" y="3351"/>
                  </a:cubicBezTo>
                  <a:close/>
                  <a:moveTo>
                    <a:pt x="2373" y="3265"/>
                  </a:moveTo>
                  <a:cubicBezTo>
                    <a:pt x="2396" y="3265"/>
                    <a:pt x="2420" y="3270"/>
                    <a:pt x="2438" y="3281"/>
                  </a:cubicBezTo>
                  <a:lnTo>
                    <a:pt x="2588" y="3367"/>
                  </a:lnTo>
                  <a:cubicBezTo>
                    <a:pt x="2624" y="3389"/>
                    <a:pt x="2624" y="3424"/>
                    <a:pt x="2588" y="3446"/>
                  </a:cubicBezTo>
                  <a:lnTo>
                    <a:pt x="1934" y="3828"/>
                  </a:lnTo>
                  <a:cubicBezTo>
                    <a:pt x="1916" y="3838"/>
                    <a:pt x="1891" y="3843"/>
                    <a:pt x="1866" y="3843"/>
                  </a:cubicBezTo>
                  <a:cubicBezTo>
                    <a:pt x="1841" y="3843"/>
                    <a:pt x="1816" y="3838"/>
                    <a:pt x="1798" y="3828"/>
                  </a:cubicBezTo>
                  <a:lnTo>
                    <a:pt x="1646" y="3741"/>
                  </a:lnTo>
                  <a:cubicBezTo>
                    <a:pt x="1610" y="3719"/>
                    <a:pt x="1610" y="3683"/>
                    <a:pt x="1653" y="3662"/>
                  </a:cubicBezTo>
                  <a:lnTo>
                    <a:pt x="2309" y="3281"/>
                  </a:lnTo>
                  <a:cubicBezTo>
                    <a:pt x="2326" y="3270"/>
                    <a:pt x="2349" y="3265"/>
                    <a:pt x="2373" y="3265"/>
                  </a:cubicBezTo>
                  <a:close/>
                  <a:moveTo>
                    <a:pt x="1165" y="3545"/>
                  </a:moveTo>
                  <a:cubicBezTo>
                    <a:pt x="1189" y="3545"/>
                    <a:pt x="1212" y="3551"/>
                    <a:pt x="1231" y="3562"/>
                  </a:cubicBezTo>
                  <a:lnTo>
                    <a:pt x="1403" y="3662"/>
                  </a:lnTo>
                  <a:cubicBezTo>
                    <a:pt x="1438" y="3683"/>
                    <a:pt x="1438" y="3719"/>
                    <a:pt x="1403" y="3741"/>
                  </a:cubicBezTo>
                  <a:lnTo>
                    <a:pt x="1215" y="3848"/>
                  </a:lnTo>
                  <a:cubicBezTo>
                    <a:pt x="1197" y="3860"/>
                    <a:pt x="1172" y="3865"/>
                    <a:pt x="1147" y="3865"/>
                  </a:cubicBezTo>
                  <a:cubicBezTo>
                    <a:pt x="1122" y="3865"/>
                    <a:pt x="1097" y="3860"/>
                    <a:pt x="1079" y="3848"/>
                  </a:cubicBezTo>
                  <a:lnTo>
                    <a:pt x="913" y="3748"/>
                  </a:lnTo>
                  <a:cubicBezTo>
                    <a:pt x="877" y="3726"/>
                    <a:pt x="877" y="3691"/>
                    <a:pt x="913" y="3669"/>
                  </a:cubicBezTo>
                  <a:lnTo>
                    <a:pt x="1101" y="3562"/>
                  </a:lnTo>
                  <a:cubicBezTo>
                    <a:pt x="1118" y="3551"/>
                    <a:pt x="1142" y="3545"/>
                    <a:pt x="1165" y="3545"/>
                  </a:cubicBezTo>
                  <a:close/>
                  <a:moveTo>
                    <a:pt x="2933" y="3740"/>
                  </a:moveTo>
                  <a:cubicBezTo>
                    <a:pt x="2957" y="3740"/>
                    <a:pt x="2981" y="3745"/>
                    <a:pt x="2999" y="3755"/>
                  </a:cubicBezTo>
                  <a:lnTo>
                    <a:pt x="3156" y="3841"/>
                  </a:lnTo>
                  <a:cubicBezTo>
                    <a:pt x="3192" y="3864"/>
                    <a:pt x="3192" y="3898"/>
                    <a:pt x="3156" y="3921"/>
                  </a:cubicBezTo>
                  <a:lnTo>
                    <a:pt x="2983" y="4021"/>
                  </a:lnTo>
                  <a:cubicBezTo>
                    <a:pt x="2965" y="4032"/>
                    <a:pt x="2942" y="4038"/>
                    <a:pt x="2918" y="4038"/>
                  </a:cubicBezTo>
                  <a:cubicBezTo>
                    <a:pt x="2894" y="4038"/>
                    <a:pt x="2869" y="4032"/>
                    <a:pt x="2847" y="4021"/>
                  </a:cubicBezTo>
                  <a:lnTo>
                    <a:pt x="2697" y="3928"/>
                  </a:lnTo>
                  <a:cubicBezTo>
                    <a:pt x="2661" y="3907"/>
                    <a:pt x="2661" y="3878"/>
                    <a:pt x="2697" y="3855"/>
                  </a:cubicBezTo>
                  <a:lnTo>
                    <a:pt x="2869" y="3755"/>
                  </a:lnTo>
                  <a:cubicBezTo>
                    <a:pt x="2887" y="3745"/>
                    <a:pt x="2910" y="3740"/>
                    <a:pt x="2933" y="3740"/>
                  </a:cubicBezTo>
                  <a:close/>
                  <a:moveTo>
                    <a:pt x="2222" y="3747"/>
                  </a:moveTo>
                  <a:cubicBezTo>
                    <a:pt x="2247" y="3747"/>
                    <a:pt x="2272" y="3752"/>
                    <a:pt x="2293" y="3762"/>
                  </a:cubicBezTo>
                  <a:lnTo>
                    <a:pt x="2445" y="3855"/>
                  </a:lnTo>
                  <a:cubicBezTo>
                    <a:pt x="2481" y="3878"/>
                    <a:pt x="2481" y="3907"/>
                    <a:pt x="2445" y="3928"/>
                  </a:cubicBezTo>
                  <a:lnTo>
                    <a:pt x="2279" y="4028"/>
                  </a:lnTo>
                  <a:cubicBezTo>
                    <a:pt x="2261" y="4039"/>
                    <a:pt x="2238" y="4045"/>
                    <a:pt x="2214" y="4045"/>
                  </a:cubicBezTo>
                  <a:cubicBezTo>
                    <a:pt x="2190" y="4045"/>
                    <a:pt x="2165" y="4039"/>
                    <a:pt x="2143" y="4028"/>
                  </a:cubicBezTo>
                  <a:lnTo>
                    <a:pt x="1991" y="3935"/>
                  </a:lnTo>
                  <a:cubicBezTo>
                    <a:pt x="1955" y="3914"/>
                    <a:pt x="1955" y="3878"/>
                    <a:pt x="1991" y="3855"/>
                  </a:cubicBezTo>
                  <a:lnTo>
                    <a:pt x="2157" y="3762"/>
                  </a:lnTo>
                  <a:cubicBezTo>
                    <a:pt x="2175" y="3752"/>
                    <a:pt x="2198" y="3747"/>
                    <a:pt x="2222" y="3747"/>
                  </a:cubicBezTo>
                  <a:close/>
                  <a:moveTo>
                    <a:pt x="1525" y="3753"/>
                  </a:moveTo>
                  <a:cubicBezTo>
                    <a:pt x="1548" y="3753"/>
                    <a:pt x="1571" y="3759"/>
                    <a:pt x="1589" y="3769"/>
                  </a:cubicBezTo>
                  <a:lnTo>
                    <a:pt x="1739" y="3855"/>
                  </a:lnTo>
                  <a:cubicBezTo>
                    <a:pt x="1776" y="3878"/>
                    <a:pt x="1776" y="3914"/>
                    <a:pt x="1739" y="3935"/>
                  </a:cubicBezTo>
                  <a:lnTo>
                    <a:pt x="1553" y="4043"/>
                  </a:lnTo>
                  <a:cubicBezTo>
                    <a:pt x="1535" y="4054"/>
                    <a:pt x="1512" y="4059"/>
                    <a:pt x="1488" y="4059"/>
                  </a:cubicBezTo>
                  <a:cubicBezTo>
                    <a:pt x="1465" y="4059"/>
                    <a:pt x="1442" y="4054"/>
                    <a:pt x="1424" y="4043"/>
                  </a:cubicBezTo>
                  <a:lnTo>
                    <a:pt x="1274" y="3957"/>
                  </a:lnTo>
                  <a:cubicBezTo>
                    <a:pt x="1237" y="3935"/>
                    <a:pt x="1237" y="3898"/>
                    <a:pt x="1274" y="3878"/>
                  </a:cubicBezTo>
                  <a:lnTo>
                    <a:pt x="1460" y="3769"/>
                  </a:lnTo>
                  <a:cubicBezTo>
                    <a:pt x="1478" y="3759"/>
                    <a:pt x="1501" y="3753"/>
                    <a:pt x="1525" y="3753"/>
                  </a:cubicBezTo>
                  <a:close/>
                  <a:moveTo>
                    <a:pt x="2570" y="3947"/>
                  </a:moveTo>
                  <a:cubicBezTo>
                    <a:pt x="2595" y="3947"/>
                    <a:pt x="2620" y="3953"/>
                    <a:pt x="2638" y="3964"/>
                  </a:cubicBezTo>
                  <a:lnTo>
                    <a:pt x="2790" y="4057"/>
                  </a:lnTo>
                  <a:cubicBezTo>
                    <a:pt x="2826" y="4079"/>
                    <a:pt x="2826" y="4107"/>
                    <a:pt x="2790" y="4129"/>
                  </a:cubicBezTo>
                  <a:lnTo>
                    <a:pt x="2624" y="4230"/>
                  </a:lnTo>
                  <a:cubicBezTo>
                    <a:pt x="2606" y="4241"/>
                    <a:pt x="2583" y="4246"/>
                    <a:pt x="2560" y="4246"/>
                  </a:cubicBezTo>
                  <a:cubicBezTo>
                    <a:pt x="2536" y="4246"/>
                    <a:pt x="2513" y="4241"/>
                    <a:pt x="2495" y="4230"/>
                  </a:cubicBezTo>
                  <a:lnTo>
                    <a:pt x="2336" y="4136"/>
                  </a:lnTo>
                  <a:cubicBezTo>
                    <a:pt x="2300" y="4114"/>
                    <a:pt x="2300" y="4079"/>
                    <a:pt x="2336" y="4057"/>
                  </a:cubicBezTo>
                  <a:lnTo>
                    <a:pt x="2502" y="3964"/>
                  </a:lnTo>
                  <a:cubicBezTo>
                    <a:pt x="2520" y="3953"/>
                    <a:pt x="2545" y="3947"/>
                    <a:pt x="2570" y="3947"/>
                  </a:cubicBezTo>
                  <a:close/>
                  <a:moveTo>
                    <a:pt x="1864" y="3955"/>
                  </a:moveTo>
                  <a:cubicBezTo>
                    <a:pt x="1888" y="3955"/>
                    <a:pt x="1913" y="3960"/>
                    <a:pt x="1934" y="3971"/>
                  </a:cubicBezTo>
                  <a:lnTo>
                    <a:pt x="2084" y="4057"/>
                  </a:lnTo>
                  <a:cubicBezTo>
                    <a:pt x="2121" y="4079"/>
                    <a:pt x="2121" y="4114"/>
                    <a:pt x="2084" y="4136"/>
                  </a:cubicBezTo>
                  <a:lnTo>
                    <a:pt x="1898" y="4243"/>
                  </a:lnTo>
                  <a:cubicBezTo>
                    <a:pt x="1880" y="4255"/>
                    <a:pt x="1857" y="4260"/>
                    <a:pt x="1833" y="4260"/>
                  </a:cubicBezTo>
                  <a:cubicBezTo>
                    <a:pt x="1810" y="4260"/>
                    <a:pt x="1787" y="4255"/>
                    <a:pt x="1769" y="4243"/>
                  </a:cubicBezTo>
                  <a:lnTo>
                    <a:pt x="1610" y="4157"/>
                  </a:lnTo>
                  <a:cubicBezTo>
                    <a:pt x="1576" y="4136"/>
                    <a:pt x="1576" y="4100"/>
                    <a:pt x="1610" y="4079"/>
                  </a:cubicBezTo>
                  <a:lnTo>
                    <a:pt x="1798" y="3971"/>
                  </a:lnTo>
                  <a:cubicBezTo>
                    <a:pt x="1816" y="3960"/>
                    <a:pt x="1840" y="3955"/>
                    <a:pt x="1864" y="3955"/>
                  </a:cubicBezTo>
                  <a:close/>
                  <a:moveTo>
                    <a:pt x="2211" y="4156"/>
                  </a:moveTo>
                  <a:cubicBezTo>
                    <a:pt x="2236" y="4156"/>
                    <a:pt x="2261" y="4161"/>
                    <a:pt x="2279" y="4173"/>
                  </a:cubicBezTo>
                  <a:lnTo>
                    <a:pt x="2430" y="4259"/>
                  </a:lnTo>
                  <a:cubicBezTo>
                    <a:pt x="2466" y="4280"/>
                    <a:pt x="2466" y="4316"/>
                    <a:pt x="2430" y="4338"/>
                  </a:cubicBezTo>
                  <a:lnTo>
                    <a:pt x="2243" y="4445"/>
                  </a:lnTo>
                  <a:cubicBezTo>
                    <a:pt x="2225" y="4456"/>
                    <a:pt x="2202" y="4462"/>
                    <a:pt x="2178" y="4462"/>
                  </a:cubicBezTo>
                  <a:cubicBezTo>
                    <a:pt x="2155" y="4462"/>
                    <a:pt x="2132" y="4456"/>
                    <a:pt x="2114" y="4445"/>
                  </a:cubicBezTo>
                  <a:lnTo>
                    <a:pt x="1955" y="4359"/>
                  </a:lnTo>
                  <a:cubicBezTo>
                    <a:pt x="1921" y="4338"/>
                    <a:pt x="1921" y="4302"/>
                    <a:pt x="1955" y="4280"/>
                  </a:cubicBezTo>
                  <a:lnTo>
                    <a:pt x="2143" y="4173"/>
                  </a:lnTo>
                  <a:cubicBezTo>
                    <a:pt x="2161" y="4161"/>
                    <a:pt x="2186" y="4156"/>
                    <a:pt x="2211" y="4156"/>
                  </a:cubicBezTo>
                  <a:close/>
                  <a:moveTo>
                    <a:pt x="5874" y="0"/>
                  </a:moveTo>
                  <a:cubicBezTo>
                    <a:pt x="5787" y="0"/>
                    <a:pt x="5701" y="18"/>
                    <a:pt x="5636" y="53"/>
                  </a:cubicBezTo>
                  <a:lnTo>
                    <a:pt x="101" y="3245"/>
                  </a:lnTo>
                  <a:cubicBezTo>
                    <a:pt x="37" y="3281"/>
                    <a:pt x="1" y="3324"/>
                    <a:pt x="1" y="3374"/>
                  </a:cubicBezTo>
                  <a:lnTo>
                    <a:pt x="1" y="3389"/>
                  </a:lnTo>
                  <a:cubicBezTo>
                    <a:pt x="1" y="3433"/>
                    <a:pt x="37" y="3483"/>
                    <a:pt x="101" y="3519"/>
                  </a:cubicBezTo>
                  <a:lnTo>
                    <a:pt x="1941" y="4588"/>
                  </a:lnTo>
                  <a:cubicBezTo>
                    <a:pt x="2006" y="4625"/>
                    <a:pt x="2092" y="4643"/>
                    <a:pt x="2178" y="4643"/>
                  </a:cubicBezTo>
                  <a:cubicBezTo>
                    <a:pt x="2265" y="4643"/>
                    <a:pt x="2351" y="4625"/>
                    <a:pt x="2416" y="4588"/>
                  </a:cubicBezTo>
                  <a:lnTo>
                    <a:pt x="7950" y="1397"/>
                  </a:lnTo>
                  <a:cubicBezTo>
                    <a:pt x="8015" y="1362"/>
                    <a:pt x="8045" y="1319"/>
                    <a:pt x="8052" y="1268"/>
                  </a:cubicBezTo>
                  <a:lnTo>
                    <a:pt x="8052" y="1254"/>
                  </a:lnTo>
                  <a:lnTo>
                    <a:pt x="8052" y="1247"/>
                  </a:lnTo>
                  <a:cubicBezTo>
                    <a:pt x="8045" y="1204"/>
                    <a:pt x="8009" y="1161"/>
                    <a:pt x="7950" y="1124"/>
                  </a:cubicBezTo>
                  <a:lnTo>
                    <a:pt x="6111" y="53"/>
                  </a:lnTo>
                  <a:cubicBezTo>
                    <a:pt x="6046" y="18"/>
                    <a:pt x="5960" y="0"/>
                    <a:pt x="58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57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57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57"/>
            <p:cNvSpPr/>
            <p:nvPr/>
          </p:nvSpPr>
          <p:spPr>
            <a:xfrm>
              <a:off x="6422809" y="4434697"/>
              <a:ext cx="108598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57"/>
            <p:cNvSpPr/>
            <p:nvPr/>
          </p:nvSpPr>
          <p:spPr>
            <a:xfrm>
              <a:off x="6491178" y="4473142"/>
              <a:ext cx="111372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57"/>
            <p:cNvSpPr/>
            <p:nvPr/>
          </p:nvSpPr>
          <p:spPr>
            <a:xfrm>
              <a:off x="6522687" y="4327684"/>
              <a:ext cx="79863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57"/>
            <p:cNvSpPr/>
            <p:nvPr/>
          </p:nvSpPr>
          <p:spPr>
            <a:xfrm>
              <a:off x="6562718" y="4514362"/>
              <a:ext cx="106814" cy="60640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57"/>
            <p:cNvSpPr/>
            <p:nvPr/>
          </p:nvSpPr>
          <p:spPr>
            <a:xfrm>
              <a:off x="6498510" y="4353446"/>
              <a:ext cx="172409" cy="97698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57"/>
            <p:cNvSpPr/>
            <p:nvPr/>
          </p:nvSpPr>
          <p:spPr>
            <a:xfrm>
              <a:off x="6593831" y="4287851"/>
              <a:ext cx="78872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57"/>
            <p:cNvSpPr/>
            <p:nvPr/>
          </p:nvSpPr>
          <p:spPr>
            <a:xfrm>
              <a:off x="6565493" y="4403187"/>
              <a:ext cx="158339" cy="89375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57"/>
            <p:cNvSpPr/>
            <p:nvPr/>
          </p:nvSpPr>
          <p:spPr>
            <a:xfrm>
              <a:off x="6629700" y="4554393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57"/>
            <p:cNvSpPr/>
            <p:nvPr/>
          </p:nvSpPr>
          <p:spPr>
            <a:xfrm>
              <a:off x="6638222" y="431341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57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57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57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57"/>
            <p:cNvSpPr/>
            <p:nvPr/>
          </p:nvSpPr>
          <p:spPr>
            <a:xfrm>
              <a:off x="6705006" y="4512975"/>
              <a:ext cx="104436" cy="59253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57"/>
            <p:cNvSpPr/>
            <p:nvPr/>
          </p:nvSpPr>
          <p:spPr>
            <a:xfrm>
              <a:off x="6733741" y="4208186"/>
              <a:ext cx="75701" cy="42012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57"/>
            <p:cNvSpPr/>
            <p:nvPr/>
          </p:nvSpPr>
          <p:spPr>
            <a:xfrm>
              <a:off x="6707978" y="4273583"/>
              <a:ext cx="102851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57"/>
            <p:cNvSpPr/>
            <p:nvPr/>
          </p:nvSpPr>
          <p:spPr>
            <a:xfrm>
              <a:off x="6636636" y="4417654"/>
              <a:ext cx="201144" cy="114741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57"/>
            <p:cNvSpPr/>
            <p:nvPr/>
          </p:nvSpPr>
          <p:spPr>
            <a:xfrm>
              <a:off x="6757918" y="4323522"/>
              <a:ext cx="105427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57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57"/>
            <p:cNvSpPr/>
            <p:nvPr/>
          </p:nvSpPr>
          <p:spPr>
            <a:xfrm>
              <a:off x="6773375" y="4552807"/>
              <a:ext cx="104436" cy="59451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57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57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57"/>
            <p:cNvSpPr/>
            <p:nvPr/>
          </p:nvSpPr>
          <p:spPr>
            <a:xfrm>
              <a:off x="6827674" y="4283491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57"/>
            <p:cNvSpPr/>
            <p:nvPr/>
          </p:nvSpPr>
          <p:spPr>
            <a:xfrm>
              <a:off x="6873056" y="4129710"/>
              <a:ext cx="73125" cy="40823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57"/>
            <p:cNvSpPr/>
            <p:nvPr/>
          </p:nvSpPr>
          <p:spPr>
            <a:xfrm>
              <a:off x="6776348" y="4434697"/>
              <a:ext cx="169833" cy="96311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57"/>
            <p:cNvSpPr/>
            <p:nvPr/>
          </p:nvSpPr>
          <p:spPr>
            <a:xfrm>
              <a:off x="6844717" y="4192332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57"/>
            <p:cNvSpPr/>
            <p:nvPr/>
          </p:nvSpPr>
          <p:spPr>
            <a:xfrm>
              <a:off x="6844717" y="4511587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57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57"/>
            <p:cNvSpPr/>
            <p:nvPr/>
          </p:nvSpPr>
          <p:spPr>
            <a:xfrm>
              <a:off x="6894656" y="4242271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57"/>
            <p:cNvSpPr/>
            <p:nvPr/>
          </p:nvSpPr>
          <p:spPr>
            <a:xfrm>
              <a:off x="6917248" y="4155472"/>
              <a:ext cx="97302" cy="53506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57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57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57"/>
            <p:cNvSpPr/>
            <p:nvPr/>
          </p:nvSpPr>
          <p:spPr>
            <a:xfrm>
              <a:off x="6915861" y="4474529"/>
              <a:ext cx="98689" cy="54893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57"/>
            <p:cNvSpPr/>
            <p:nvPr/>
          </p:nvSpPr>
          <p:spPr>
            <a:xfrm>
              <a:off x="6941425" y="4297958"/>
              <a:ext cx="104238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57"/>
            <p:cNvSpPr/>
            <p:nvPr/>
          </p:nvSpPr>
          <p:spPr>
            <a:xfrm>
              <a:off x="6967187" y="4205213"/>
              <a:ext cx="99878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57"/>
            <p:cNvSpPr/>
            <p:nvPr/>
          </p:nvSpPr>
          <p:spPr>
            <a:xfrm>
              <a:off x="7007218" y="4051432"/>
              <a:ext cx="75701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57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57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57"/>
            <p:cNvSpPr/>
            <p:nvPr/>
          </p:nvSpPr>
          <p:spPr>
            <a:xfrm>
              <a:off x="6980069" y="4353446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57"/>
            <p:cNvSpPr/>
            <p:nvPr/>
          </p:nvSpPr>
          <p:spPr>
            <a:xfrm>
              <a:off x="7014352" y="4260701"/>
              <a:ext cx="95519" cy="53704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57"/>
            <p:cNvSpPr/>
            <p:nvPr/>
          </p:nvSpPr>
          <p:spPr>
            <a:xfrm>
              <a:off x="7031395" y="4165381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57"/>
            <p:cNvSpPr/>
            <p:nvPr/>
          </p:nvSpPr>
          <p:spPr>
            <a:xfrm>
              <a:off x="7052600" y="4316388"/>
              <a:ext cx="96906" cy="54893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57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57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57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57"/>
            <p:cNvSpPr/>
            <p:nvPr/>
          </p:nvSpPr>
          <p:spPr>
            <a:xfrm>
              <a:off x="7099765" y="4125350"/>
              <a:ext cx="104238" cy="59451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57"/>
            <p:cNvSpPr/>
            <p:nvPr/>
          </p:nvSpPr>
          <p:spPr>
            <a:xfrm>
              <a:off x="7116807" y="427655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57"/>
            <p:cNvSpPr/>
            <p:nvPr/>
          </p:nvSpPr>
          <p:spPr>
            <a:xfrm>
              <a:off x="7118195" y="4034389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57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57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57"/>
            <p:cNvSpPr/>
            <p:nvPr/>
          </p:nvSpPr>
          <p:spPr>
            <a:xfrm>
              <a:off x="7168134" y="4084328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57"/>
            <p:cNvSpPr/>
            <p:nvPr/>
          </p:nvSpPr>
          <p:spPr>
            <a:xfrm>
              <a:off x="7185177" y="4237713"/>
              <a:ext cx="101067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57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57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57"/>
            <p:cNvSpPr/>
            <p:nvPr/>
          </p:nvSpPr>
          <p:spPr>
            <a:xfrm>
              <a:off x="7214903" y="4139816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57"/>
            <p:cNvSpPr/>
            <p:nvPr/>
          </p:nvSpPr>
          <p:spPr>
            <a:xfrm>
              <a:off x="7239278" y="4045288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57"/>
            <p:cNvSpPr/>
            <p:nvPr/>
          </p:nvSpPr>
          <p:spPr>
            <a:xfrm>
              <a:off x="7253546" y="4195305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57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57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57"/>
            <p:cNvSpPr/>
            <p:nvPr/>
          </p:nvSpPr>
          <p:spPr>
            <a:xfrm>
              <a:off x="7286046" y="4099786"/>
              <a:ext cx="101464" cy="56875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57"/>
            <p:cNvSpPr/>
            <p:nvPr/>
          </p:nvSpPr>
          <p:spPr>
            <a:xfrm>
              <a:off x="7307647" y="4005456"/>
              <a:ext cx="105427" cy="58064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57"/>
            <p:cNvSpPr/>
            <p:nvPr/>
          </p:nvSpPr>
          <p:spPr>
            <a:xfrm>
              <a:off x="7324690" y="4156859"/>
              <a:ext cx="102851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57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57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57"/>
            <p:cNvSpPr/>
            <p:nvPr/>
          </p:nvSpPr>
          <p:spPr>
            <a:xfrm>
              <a:off x="7354416" y="405995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57"/>
            <p:cNvSpPr/>
            <p:nvPr/>
          </p:nvSpPr>
          <p:spPr>
            <a:xfrm>
              <a:off x="7377404" y="396602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57"/>
            <p:cNvSpPr/>
            <p:nvPr/>
          </p:nvSpPr>
          <p:spPr>
            <a:xfrm>
              <a:off x="7048438" y="4202241"/>
              <a:ext cx="437562" cy="250290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57"/>
            <p:cNvSpPr/>
            <p:nvPr/>
          </p:nvSpPr>
          <p:spPr>
            <a:xfrm>
              <a:off x="7393059" y="4116828"/>
              <a:ext cx="104238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57"/>
            <p:cNvSpPr/>
            <p:nvPr/>
          </p:nvSpPr>
          <p:spPr>
            <a:xfrm>
              <a:off x="7395834" y="3874860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57"/>
            <p:cNvSpPr/>
            <p:nvPr/>
          </p:nvSpPr>
          <p:spPr>
            <a:xfrm>
              <a:off x="7424569" y="3806491"/>
              <a:ext cx="81250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57"/>
            <p:cNvSpPr/>
            <p:nvPr/>
          </p:nvSpPr>
          <p:spPr>
            <a:xfrm>
              <a:off x="7424569" y="4021508"/>
              <a:ext cx="99680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57"/>
            <p:cNvSpPr/>
            <p:nvPr/>
          </p:nvSpPr>
          <p:spPr>
            <a:xfrm>
              <a:off x="7444386" y="3924602"/>
              <a:ext cx="108598" cy="60640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57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57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57"/>
            <p:cNvSpPr/>
            <p:nvPr/>
          </p:nvSpPr>
          <p:spPr>
            <a:xfrm>
              <a:off x="7467374" y="3832055"/>
              <a:ext cx="106814" cy="59253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57"/>
            <p:cNvSpPr/>
            <p:nvPr/>
          </p:nvSpPr>
          <p:spPr>
            <a:xfrm>
              <a:off x="7492938" y="398009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57"/>
            <p:cNvSpPr/>
            <p:nvPr/>
          </p:nvSpPr>
          <p:spPr>
            <a:xfrm>
              <a:off x="7521277" y="412257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57"/>
            <p:cNvSpPr/>
            <p:nvPr/>
          </p:nvSpPr>
          <p:spPr>
            <a:xfrm>
              <a:off x="7529798" y="4035776"/>
              <a:ext cx="107013" cy="59253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57"/>
            <p:cNvSpPr/>
            <p:nvPr/>
          </p:nvSpPr>
          <p:spPr>
            <a:xfrm>
              <a:off x="7516917" y="3870699"/>
              <a:ext cx="128415" cy="73323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57"/>
            <p:cNvSpPr/>
            <p:nvPr/>
          </p:nvSpPr>
          <p:spPr>
            <a:xfrm>
              <a:off x="7589646" y="408274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57"/>
            <p:cNvSpPr/>
            <p:nvPr/>
          </p:nvSpPr>
          <p:spPr>
            <a:xfrm>
              <a:off x="7564082" y="3911720"/>
              <a:ext cx="149619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57"/>
            <p:cNvSpPr/>
            <p:nvPr/>
          </p:nvSpPr>
          <p:spPr>
            <a:xfrm>
              <a:off x="7658015" y="4041523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57"/>
            <p:cNvSpPr/>
            <p:nvPr/>
          </p:nvSpPr>
          <p:spPr>
            <a:xfrm>
              <a:off x="7602329" y="3951751"/>
              <a:ext cx="179741" cy="101860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57"/>
            <p:cNvSpPr/>
            <p:nvPr/>
          </p:nvSpPr>
          <p:spPr>
            <a:xfrm>
              <a:off x="7729159" y="3991584"/>
              <a:ext cx="121281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57"/>
            <p:cNvSpPr/>
            <p:nvPr/>
          </p:nvSpPr>
          <p:spPr>
            <a:xfrm>
              <a:off x="7913063" y="4017544"/>
              <a:ext cx="198" cy="1585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57"/>
            <p:cNvSpPr/>
            <p:nvPr/>
          </p:nvSpPr>
          <p:spPr>
            <a:xfrm>
              <a:off x="6317579" y="4021706"/>
              <a:ext cx="1595676" cy="700140"/>
            </a:xfrm>
            <a:custGeom>
              <a:rect b="b" l="l" r="r" t="t"/>
              <a:pathLst>
                <a:path extrusionOk="0" h="3533" w="8052">
                  <a:moveTo>
                    <a:pt x="8052" y="1"/>
                  </a:moveTo>
                  <a:cubicBezTo>
                    <a:pt x="8045" y="52"/>
                    <a:pt x="8015" y="95"/>
                    <a:pt x="7950" y="130"/>
                  </a:cubicBezTo>
                  <a:lnTo>
                    <a:pt x="2416" y="3321"/>
                  </a:lnTo>
                  <a:cubicBezTo>
                    <a:pt x="2351" y="3358"/>
                    <a:pt x="2265" y="3376"/>
                    <a:pt x="2178" y="3376"/>
                  </a:cubicBezTo>
                  <a:cubicBezTo>
                    <a:pt x="2092" y="3376"/>
                    <a:pt x="2006" y="3358"/>
                    <a:pt x="1941" y="3321"/>
                  </a:cubicBezTo>
                  <a:lnTo>
                    <a:pt x="101" y="2252"/>
                  </a:lnTo>
                  <a:cubicBezTo>
                    <a:pt x="37" y="2216"/>
                    <a:pt x="1" y="2166"/>
                    <a:pt x="1" y="2122"/>
                  </a:cubicBezTo>
                  <a:lnTo>
                    <a:pt x="1" y="2266"/>
                  </a:lnTo>
                  <a:cubicBezTo>
                    <a:pt x="1" y="2316"/>
                    <a:pt x="30" y="2366"/>
                    <a:pt x="101" y="2402"/>
                  </a:cubicBezTo>
                  <a:lnTo>
                    <a:pt x="1941" y="3473"/>
                  </a:lnTo>
                  <a:cubicBezTo>
                    <a:pt x="2006" y="3513"/>
                    <a:pt x="2092" y="3533"/>
                    <a:pt x="2178" y="3533"/>
                  </a:cubicBezTo>
                  <a:cubicBezTo>
                    <a:pt x="2265" y="3533"/>
                    <a:pt x="2351" y="3513"/>
                    <a:pt x="2416" y="3473"/>
                  </a:cubicBezTo>
                  <a:lnTo>
                    <a:pt x="7950" y="289"/>
                  </a:lnTo>
                  <a:cubicBezTo>
                    <a:pt x="8009" y="252"/>
                    <a:pt x="8045" y="209"/>
                    <a:pt x="8052" y="159"/>
                  </a:cubicBezTo>
                  <a:lnTo>
                    <a:pt x="8052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57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57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57"/>
            <p:cNvSpPr/>
            <p:nvPr/>
          </p:nvSpPr>
          <p:spPr>
            <a:xfrm>
              <a:off x="6422809" y="4434697"/>
              <a:ext cx="108598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57"/>
            <p:cNvSpPr/>
            <p:nvPr/>
          </p:nvSpPr>
          <p:spPr>
            <a:xfrm>
              <a:off x="6491178" y="4473142"/>
              <a:ext cx="111372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57"/>
            <p:cNvSpPr/>
            <p:nvPr/>
          </p:nvSpPr>
          <p:spPr>
            <a:xfrm>
              <a:off x="6522687" y="4327684"/>
              <a:ext cx="79863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57"/>
            <p:cNvSpPr/>
            <p:nvPr/>
          </p:nvSpPr>
          <p:spPr>
            <a:xfrm>
              <a:off x="6562718" y="4514362"/>
              <a:ext cx="106814" cy="60640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57"/>
            <p:cNvSpPr/>
            <p:nvPr/>
          </p:nvSpPr>
          <p:spPr>
            <a:xfrm>
              <a:off x="6498510" y="4353446"/>
              <a:ext cx="172409" cy="97698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57"/>
            <p:cNvSpPr/>
            <p:nvPr/>
          </p:nvSpPr>
          <p:spPr>
            <a:xfrm>
              <a:off x="6593831" y="4287851"/>
              <a:ext cx="78872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57"/>
            <p:cNvSpPr/>
            <p:nvPr/>
          </p:nvSpPr>
          <p:spPr>
            <a:xfrm>
              <a:off x="6565493" y="4403187"/>
              <a:ext cx="158339" cy="89375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57"/>
            <p:cNvSpPr/>
            <p:nvPr/>
          </p:nvSpPr>
          <p:spPr>
            <a:xfrm>
              <a:off x="6629700" y="4554393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57"/>
            <p:cNvSpPr/>
            <p:nvPr/>
          </p:nvSpPr>
          <p:spPr>
            <a:xfrm>
              <a:off x="6638222" y="431341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57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57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57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57"/>
            <p:cNvSpPr/>
            <p:nvPr/>
          </p:nvSpPr>
          <p:spPr>
            <a:xfrm>
              <a:off x="6705006" y="4512975"/>
              <a:ext cx="104436" cy="59253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57"/>
            <p:cNvSpPr/>
            <p:nvPr/>
          </p:nvSpPr>
          <p:spPr>
            <a:xfrm>
              <a:off x="6733741" y="4208186"/>
              <a:ext cx="75701" cy="42012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57"/>
            <p:cNvSpPr/>
            <p:nvPr/>
          </p:nvSpPr>
          <p:spPr>
            <a:xfrm>
              <a:off x="6707978" y="4273583"/>
              <a:ext cx="102851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57"/>
            <p:cNvSpPr/>
            <p:nvPr/>
          </p:nvSpPr>
          <p:spPr>
            <a:xfrm>
              <a:off x="6636636" y="4417654"/>
              <a:ext cx="201144" cy="114741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57"/>
            <p:cNvSpPr/>
            <p:nvPr/>
          </p:nvSpPr>
          <p:spPr>
            <a:xfrm>
              <a:off x="6757918" y="4323522"/>
              <a:ext cx="105427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57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57"/>
            <p:cNvSpPr/>
            <p:nvPr/>
          </p:nvSpPr>
          <p:spPr>
            <a:xfrm>
              <a:off x="6773375" y="4552807"/>
              <a:ext cx="104436" cy="59451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57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57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57"/>
            <p:cNvSpPr/>
            <p:nvPr/>
          </p:nvSpPr>
          <p:spPr>
            <a:xfrm>
              <a:off x="6827674" y="4283491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57"/>
            <p:cNvSpPr/>
            <p:nvPr/>
          </p:nvSpPr>
          <p:spPr>
            <a:xfrm>
              <a:off x="6873056" y="4129710"/>
              <a:ext cx="73125" cy="40823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57"/>
            <p:cNvSpPr/>
            <p:nvPr/>
          </p:nvSpPr>
          <p:spPr>
            <a:xfrm>
              <a:off x="6776348" y="4434697"/>
              <a:ext cx="169833" cy="96311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57"/>
            <p:cNvSpPr/>
            <p:nvPr/>
          </p:nvSpPr>
          <p:spPr>
            <a:xfrm>
              <a:off x="6844717" y="4192332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57"/>
            <p:cNvSpPr/>
            <p:nvPr/>
          </p:nvSpPr>
          <p:spPr>
            <a:xfrm>
              <a:off x="6844717" y="4511587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57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57"/>
            <p:cNvSpPr/>
            <p:nvPr/>
          </p:nvSpPr>
          <p:spPr>
            <a:xfrm>
              <a:off x="6894656" y="4242271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57"/>
            <p:cNvSpPr/>
            <p:nvPr/>
          </p:nvSpPr>
          <p:spPr>
            <a:xfrm>
              <a:off x="6917248" y="4155472"/>
              <a:ext cx="97302" cy="53506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57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57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57"/>
            <p:cNvSpPr/>
            <p:nvPr/>
          </p:nvSpPr>
          <p:spPr>
            <a:xfrm>
              <a:off x="6915861" y="4474529"/>
              <a:ext cx="98689" cy="54893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57"/>
            <p:cNvSpPr/>
            <p:nvPr/>
          </p:nvSpPr>
          <p:spPr>
            <a:xfrm>
              <a:off x="6941425" y="4297958"/>
              <a:ext cx="104238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57"/>
            <p:cNvSpPr/>
            <p:nvPr/>
          </p:nvSpPr>
          <p:spPr>
            <a:xfrm>
              <a:off x="6967187" y="4205213"/>
              <a:ext cx="99878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57"/>
            <p:cNvSpPr/>
            <p:nvPr/>
          </p:nvSpPr>
          <p:spPr>
            <a:xfrm>
              <a:off x="7007218" y="4051432"/>
              <a:ext cx="75701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57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57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57"/>
            <p:cNvSpPr/>
            <p:nvPr/>
          </p:nvSpPr>
          <p:spPr>
            <a:xfrm>
              <a:off x="6980069" y="4353446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57"/>
            <p:cNvSpPr/>
            <p:nvPr/>
          </p:nvSpPr>
          <p:spPr>
            <a:xfrm>
              <a:off x="7014352" y="4260701"/>
              <a:ext cx="95519" cy="53704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57"/>
            <p:cNvSpPr/>
            <p:nvPr/>
          </p:nvSpPr>
          <p:spPr>
            <a:xfrm>
              <a:off x="7031395" y="4165381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57"/>
            <p:cNvSpPr/>
            <p:nvPr/>
          </p:nvSpPr>
          <p:spPr>
            <a:xfrm>
              <a:off x="7052600" y="4316388"/>
              <a:ext cx="96906" cy="54893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57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57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57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57"/>
            <p:cNvSpPr/>
            <p:nvPr/>
          </p:nvSpPr>
          <p:spPr>
            <a:xfrm>
              <a:off x="7099765" y="4125350"/>
              <a:ext cx="104238" cy="59451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57"/>
            <p:cNvSpPr/>
            <p:nvPr/>
          </p:nvSpPr>
          <p:spPr>
            <a:xfrm>
              <a:off x="7116807" y="427655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57"/>
            <p:cNvSpPr/>
            <p:nvPr/>
          </p:nvSpPr>
          <p:spPr>
            <a:xfrm>
              <a:off x="7118195" y="4034389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57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57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57"/>
            <p:cNvSpPr/>
            <p:nvPr/>
          </p:nvSpPr>
          <p:spPr>
            <a:xfrm>
              <a:off x="7168134" y="4084328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57"/>
            <p:cNvSpPr/>
            <p:nvPr/>
          </p:nvSpPr>
          <p:spPr>
            <a:xfrm>
              <a:off x="7185177" y="4237713"/>
              <a:ext cx="101067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57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57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57"/>
            <p:cNvSpPr/>
            <p:nvPr/>
          </p:nvSpPr>
          <p:spPr>
            <a:xfrm>
              <a:off x="7214903" y="4139816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57"/>
            <p:cNvSpPr/>
            <p:nvPr/>
          </p:nvSpPr>
          <p:spPr>
            <a:xfrm>
              <a:off x="7239278" y="4045288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57"/>
            <p:cNvSpPr/>
            <p:nvPr/>
          </p:nvSpPr>
          <p:spPr>
            <a:xfrm>
              <a:off x="7253546" y="4195305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57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57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57"/>
            <p:cNvSpPr/>
            <p:nvPr/>
          </p:nvSpPr>
          <p:spPr>
            <a:xfrm>
              <a:off x="7286046" y="4099786"/>
              <a:ext cx="101464" cy="56875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57"/>
            <p:cNvSpPr/>
            <p:nvPr/>
          </p:nvSpPr>
          <p:spPr>
            <a:xfrm>
              <a:off x="7307647" y="4005456"/>
              <a:ext cx="105427" cy="58064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57"/>
            <p:cNvSpPr/>
            <p:nvPr/>
          </p:nvSpPr>
          <p:spPr>
            <a:xfrm>
              <a:off x="7324690" y="4156859"/>
              <a:ext cx="102851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57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57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57"/>
            <p:cNvSpPr/>
            <p:nvPr/>
          </p:nvSpPr>
          <p:spPr>
            <a:xfrm>
              <a:off x="7354416" y="405995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57"/>
            <p:cNvSpPr/>
            <p:nvPr/>
          </p:nvSpPr>
          <p:spPr>
            <a:xfrm>
              <a:off x="7377404" y="396602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57"/>
            <p:cNvSpPr/>
            <p:nvPr/>
          </p:nvSpPr>
          <p:spPr>
            <a:xfrm>
              <a:off x="7048438" y="4202241"/>
              <a:ext cx="437562" cy="250290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57"/>
            <p:cNvSpPr/>
            <p:nvPr/>
          </p:nvSpPr>
          <p:spPr>
            <a:xfrm>
              <a:off x="7393059" y="4116828"/>
              <a:ext cx="104238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57"/>
            <p:cNvSpPr/>
            <p:nvPr/>
          </p:nvSpPr>
          <p:spPr>
            <a:xfrm>
              <a:off x="7395834" y="3874860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57"/>
            <p:cNvSpPr/>
            <p:nvPr/>
          </p:nvSpPr>
          <p:spPr>
            <a:xfrm>
              <a:off x="7424569" y="3806491"/>
              <a:ext cx="81250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57"/>
            <p:cNvSpPr/>
            <p:nvPr/>
          </p:nvSpPr>
          <p:spPr>
            <a:xfrm>
              <a:off x="7424569" y="4021508"/>
              <a:ext cx="99680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57"/>
            <p:cNvSpPr/>
            <p:nvPr/>
          </p:nvSpPr>
          <p:spPr>
            <a:xfrm>
              <a:off x="7444386" y="3924602"/>
              <a:ext cx="108598" cy="60640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57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57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57"/>
            <p:cNvSpPr/>
            <p:nvPr/>
          </p:nvSpPr>
          <p:spPr>
            <a:xfrm>
              <a:off x="7467374" y="3832055"/>
              <a:ext cx="106814" cy="59253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57"/>
            <p:cNvSpPr/>
            <p:nvPr/>
          </p:nvSpPr>
          <p:spPr>
            <a:xfrm>
              <a:off x="7492938" y="398009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57"/>
            <p:cNvSpPr/>
            <p:nvPr/>
          </p:nvSpPr>
          <p:spPr>
            <a:xfrm>
              <a:off x="7521277" y="412257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57"/>
            <p:cNvSpPr/>
            <p:nvPr/>
          </p:nvSpPr>
          <p:spPr>
            <a:xfrm>
              <a:off x="7529798" y="4035776"/>
              <a:ext cx="107013" cy="59253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57"/>
            <p:cNvSpPr/>
            <p:nvPr/>
          </p:nvSpPr>
          <p:spPr>
            <a:xfrm>
              <a:off x="7516917" y="3870699"/>
              <a:ext cx="128415" cy="73323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57"/>
            <p:cNvSpPr/>
            <p:nvPr/>
          </p:nvSpPr>
          <p:spPr>
            <a:xfrm>
              <a:off x="7589646" y="408274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57"/>
            <p:cNvSpPr/>
            <p:nvPr/>
          </p:nvSpPr>
          <p:spPr>
            <a:xfrm>
              <a:off x="7564082" y="3911720"/>
              <a:ext cx="149619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57"/>
            <p:cNvSpPr/>
            <p:nvPr/>
          </p:nvSpPr>
          <p:spPr>
            <a:xfrm>
              <a:off x="7658015" y="4041523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57"/>
            <p:cNvSpPr/>
            <p:nvPr/>
          </p:nvSpPr>
          <p:spPr>
            <a:xfrm>
              <a:off x="7602329" y="3951751"/>
              <a:ext cx="179741" cy="101860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57"/>
            <p:cNvSpPr/>
            <p:nvPr/>
          </p:nvSpPr>
          <p:spPr>
            <a:xfrm>
              <a:off x="7729159" y="3991584"/>
              <a:ext cx="121281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57"/>
            <p:cNvSpPr/>
            <p:nvPr/>
          </p:nvSpPr>
          <p:spPr>
            <a:xfrm>
              <a:off x="6844717" y="4511587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57"/>
            <p:cNvSpPr/>
            <p:nvPr/>
          </p:nvSpPr>
          <p:spPr>
            <a:xfrm>
              <a:off x="6705006" y="4512975"/>
              <a:ext cx="104436" cy="59253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57"/>
            <p:cNvSpPr/>
            <p:nvPr/>
          </p:nvSpPr>
          <p:spPr>
            <a:xfrm>
              <a:off x="6773375" y="4552807"/>
              <a:ext cx="104436" cy="59451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57"/>
            <p:cNvSpPr/>
            <p:nvPr/>
          </p:nvSpPr>
          <p:spPr>
            <a:xfrm>
              <a:off x="6776348" y="4434697"/>
              <a:ext cx="169833" cy="96311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57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57"/>
            <p:cNvSpPr/>
            <p:nvPr/>
          </p:nvSpPr>
          <p:spPr>
            <a:xfrm>
              <a:off x="6827674" y="4283491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57"/>
            <p:cNvSpPr/>
            <p:nvPr/>
          </p:nvSpPr>
          <p:spPr>
            <a:xfrm>
              <a:off x="6757918" y="4323522"/>
              <a:ext cx="105427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57"/>
            <p:cNvSpPr/>
            <p:nvPr/>
          </p:nvSpPr>
          <p:spPr>
            <a:xfrm>
              <a:off x="6873056" y="4129710"/>
              <a:ext cx="73125" cy="40823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57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57"/>
            <p:cNvSpPr/>
            <p:nvPr/>
          </p:nvSpPr>
          <p:spPr>
            <a:xfrm>
              <a:off x="6844717" y="4192332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57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57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57"/>
            <p:cNvSpPr/>
            <p:nvPr/>
          </p:nvSpPr>
          <p:spPr>
            <a:xfrm>
              <a:off x="7377404" y="396602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57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57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57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57"/>
            <p:cNvSpPr/>
            <p:nvPr/>
          </p:nvSpPr>
          <p:spPr>
            <a:xfrm>
              <a:off x="7007218" y="4051432"/>
              <a:ext cx="75701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57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57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57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57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57"/>
            <p:cNvSpPr/>
            <p:nvPr/>
          </p:nvSpPr>
          <p:spPr>
            <a:xfrm>
              <a:off x="7118195" y="4034389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57"/>
            <p:cNvSpPr/>
            <p:nvPr/>
          </p:nvSpPr>
          <p:spPr>
            <a:xfrm>
              <a:off x="7492938" y="398009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57"/>
            <p:cNvSpPr/>
            <p:nvPr/>
          </p:nvSpPr>
          <p:spPr>
            <a:xfrm>
              <a:off x="7424569" y="4021508"/>
              <a:ext cx="99680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57"/>
            <p:cNvSpPr/>
            <p:nvPr/>
          </p:nvSpPr>
          <p:spPr>
            <a:xfrm>
              <a:off x="7307647" y="4005456"/>
              <a:ext cx="105427" cy="58064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57"/>
            <p:cNvSpPr/>
            <p:nvPr/>
          </p:nvSpPr>
          <p:spPr>
            <a:xfrm>
              <a:off x="7239278" y="4045288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57"/>
            <p:cNvSpPr/>
            <p:nvPr/>
          </p:nvSpPr>
          <p:spPr>
            <a:xfrm>
              <a:off x="7168134" y="4084328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57"/>
            <p:cNvSpPr/>
            <p:nvPr/>
          </p:nvSpPr>
          <p:spPr>
            <a:xfrm>
              <a:off x="7286046" y="4099786"/>
              <a:ext cx="101464" cy="56875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57"/>
            <p:cNvSpPr/>
            <p:nvPr/>
          </p:nvSpPr>
          <p:spPr>
            <a:xfrm>
              <a:off x="7099765" y="4125350"/>
              <a:ext cx="104238" cy="59451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57"/>
            <p:cNvSpPr/>
            <p:nvPr/>
          </p:nvSpPr>
          <p:spPr>
            <a:xfrm>
              <a:off x="7214903" y="4139816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57"/>
            <p:cNvSpPr/>
            <p:nvPr/>
          </p:nvSpPr>
          <p:spPr>
            <a:xfrm>
              <a:off x="7324690" y="4156859"/>
              <a:ext cx="102851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57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57"/>
            <p:cNvSpPr/>
            <p:nvPr/>
          </p:nvSpPr>
          <p:spPr>
            <a:xfrm>
              <a:off x="7031395" y="4165381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57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57"/>
            <p:cNvSpPr/>
            <p:nvPr/>
          </p:nvSpPr>
          <p:spPr>
            <a:xfrm>
              <a:off x="7253546" y="4195305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57"/>
            <p:cNvSpPr/>
            <p:nvPr/>
          </p:nvSpPr>
          <p:spPr>
            <a:xfrm>
              <a:off x="6967187" y="4205213"/>
              <a:ext cx="99878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57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57"/>
            <p:cNvSpPr/>
            <p:nvPr/>
          </p:nvSpPr>
          <p:spPr>
            <a:xfrm>
              <a:off x="7185177" y="4237713"/>
              <a:ext cx="101067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57"/>
            <p:cNvSpPr/>
            <p:nvPr/>
          </p:nvSpPr>
          <p:spPr>
            <a:xfrm>
              <a:off x="6894656" y="4242271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57"/>
            <p:cNvSpPr/>
            <p:nvPr/>
          </p:nvSpPr>
          <p:spPr>
            <a:xfrm>
              <a:off x="7014352" y="4260701"/>
              <a:ext cx="95519" cy="53704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57"/>
            <p:cNvSpPr/>
            <p:nvPr/>
          </p:nvSpPr>
          <p:spPr>
            <a:xfrm>
              <a:off x="7116807" y="427655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57"/>
            <p:cNvSpPr/>
            <p:nvPr/>
          </p:nvSpPr>
          <p:spPr>
            <a:xfrm>
              <a:off x="6941425" y="4297958"/>
              <a:ext cx="104238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57"/>
            <p:cNvSpPr/>
            <p:nvPr/>
          </p:nvSpPr>
          <p:spPr>
            <a:xfrm>
              <a:off x="7052600" y="4316388"/>
              <a:ext cx="96906" cy="54893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57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57"/>
            <p:cNvSpPr/>
            <p:nvPr/>
          </p:nvSpPr>
          <p:spPr>
            <a:xfrm>
              <a:off x="6980069" y="4353446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57"/>
            <p:cNvSpPr/>
            <p:nvPr/>
          </p:nvSpPr>
          <p:spPr>
            <a:xfrm>
              <a:off x="7048438" y="4202241"/>
              <a:ext cx="437562" cy="250290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57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57"/>
            <p:cNvSpPr/>
            <p:nvPr/>
          </p:nvSpPr>
          <p:spPr>
            <a:xfrm>
              <a:off x="6915861" y="4474529"/>
              <a:ext cx="98689" cy="54893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57"/>
            <p:cNvSpPr/>
            <p:nvPr/>
          </p:nvSpPr>
          <p:spPr>
            <a:xfrm>
              <a:off x="7521277" y="412257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57"/>
            <p:cNvSpPr/>
            <p:nvPr/>
          </p:nvSpPr>
          <p:spPr>
            <a:xfrm>
              <a:off x="7589646" y="408274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57"/>
            <p:cNvSpPr/>
            <p:nvPr/>
          </p:nvSpPr>
          <p:spPr>
            <a:xfrm>
              <a:off x="7658015" y="4041523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57"/>
            <p:cNvSpPr/>
            <p:nvPr/>
          </p:nvSpPr>
          <p:spPr>
            <a:xfrm>
              <a:off x="6562718" y="4514362"/>
              <a:ext cx="106814" cy="60640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57"/>
            <p:cNvSpPr/>
            <p:nvPr/>
          </p:nvSpPr>
          <p:spPr>
            <a:xfrm>
              <a:off x="6629700" y="4554393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57"/>
            <p:cNvSpPr/>
            <p:nvPr/>
          </p:nvSpPr>
          <p:spPr>
            <a:xfrm>
              <a:off x="7393059" y="4116828"/>
              <a:ext cx="104238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57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57"/>
            <p:cNvSpPr/>
            <p:nvPr/>
          </p:nvSpPr>
          <p:spPr>
            <a:xfrm>
              <a:off x="7424569" y="3806491"/>
              <a:ext cx="81250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57"/>
            <p:cNvSpPr/>
            <p:nvPr/>
          </p:nvSpPr>
          <p:spPr>
            <a:xfrm>
              <a:off x="7467374" y="3832055"/>
              <a:ext cx="106814" cy="59253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57"/>
            <p:cNvSpPr/>
            <p:nvPr/>
          </p:nvSpPr>
          <p:spPr>
            <a:xfrm>
              <a:off x="7395834" y="3874860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57"/>
            <p:cNvSpPr/>
            <p:nvPr/>
          </p:nvSpPr>
          <p:spPr>
            <a:xfrm>
              <a:off x="7516917" y="3870699"/>
              <a:ext cx="128415" cy="73323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57"/>
            <p:cNvSpPr/>
            <p:nvPr/>
          </p:nvSpPr>
          <p:spPr>
            <a:xfrm>
              <a:off x="7444386" y="3924602"/>
              <a:ext cx="108598" cy="60640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57"/>
            <p:cNvSpPr/>
            <p:nvPr/>
          </p:nvSpPr>
          <p:spPr>
            <a:xfrm>
              <a:off x="7564082" y="3911720"/>
              <a:ext cx="149619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57"/>
            <p:cNvSpPr/>
            <p:nvPr/>
          </p:nvSpPr>
          <p:spPr>
            <a:xfrm>
              <a:off x="7729159" y="3991584"/>
              <a:ext cx="121281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57"/>
            <p:cNvSpPr/>
            <p:nvPr/>
          </p:nvSpPr>
          <p:spPr>
            <a:xfrm>
              <a:off x="7602329" y="3951751"/>
              <a:ext cx="179741" cy="101860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57"/>
            <p:cNvSpPr/>
            <p:nvPr/>
          </p:nvSpPr>
          <p:spPr>
            <a:xfrm>
              <a:off x="7529798" y="4035776"/>
              <a:ext cx="107013" cy="59253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57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57"/>
            <p:cNvSpPr/>
            <p:nvPr/>
          </p:nvSpPr>
          <p:spPr>
            <a:xfrm>
              <a:off x="6565493" y="4403187"/>
              <a:ext cx="158339" cy="89375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57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57"/>
            <p:cNvSpPr/>
            <p:nvPr/>
          </p:nvSpPr>
          <p:spPr>
            <a:xfrm>
              <a:off x="6636636" y="4417654"/>
              <a:ext cx="201144" cy="114741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57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57"/>
            <p:cNvSpPr/>
            <p:nvPr/>
          </p:nvSpPr>
          <p:spPr>
            <a:xfrm>
              <a:off x="7354416" y="405995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57"/>
            <p:cNvSpPr/>
            <p:nvPr/>
          </p:nvSpPr>
          <p:spPr>
            <a:xfrm>
              <a:off x="6422809" y="4434697"/>
              <a:ext cx="108598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57"/>
            <p:cNvSpPr/>
            <p:nvPr/>
          </p:nvSpPr>
          <p:spPr>
            <a:xfrm>
              <a:off x="6491178" y="4473142"/>
              <a:ext cx="111372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57"/>
            <p:cNvSpPr/>
            <p:nvPr/>
          </p:nvSpPr>
          <p:spPr>
            <a:xfrm>
              <a:off x="6917248" y="4155472"/>
              <a:ext cx="97302" cy="53506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57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57"/>
            <p:cNvSpPr/>
            <p:nvPr/>
          </p:nvSpPr>
          <p:spPr>
            <a:xfrm>
              <a:off x="6522687" y="4327684"/>
              <a:ext cx="79863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57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57"/>
            <p:cNvSpPr/>
            <p:nvPr/>
          </p:nvSpPr>
          <p:spPr>
            <a:xfrm>
              <a:off x="6498510" y="4353446"/>
              <a:ext cx="172409" cy="97698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57"/>
            <p:cNvSpPr/>
            <p:nvPr/>
          </p:nvSpPr>
          <p:spPr>
            <a:xfrm>
              <a:off x="6593831" y="4287851"/>
              <a:ext cx="78872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57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57"/>
            <p:cNvSpPr/>
            <p:nvPr/>
          </p:nvSpPr>
          <p:spPr>
            <a:xfrm>
              <a:off x="6733741" y="4208186"/>
              <a:ext cx="75701" cy="42012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57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57"/>
            <p:cNvSpPr/>
            <p:nvPr/>
          </p:nvSpPr>
          <p:spPr>
            <a:xfrm>
              <a:off x="6707978" y="4273583"/>
              <a:ext cx="102851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57"/>
            <p:cNvSpPr/>
            <p:nvPr/>
          </p:nvSpPr>
          <p:spPr>
            <a:xfrm>
              <a:off x="6638222" y="431341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57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57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57"/>
            <p:cNvSpPr/>
            <p:nvPr/>
          </p:nvSpPr>
          <p:spPr>
            <a:xfrm>
              <a:off x="6844717" y="4511587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73" y="1"/>
                  </a:moveTo>
                  <a:cubicBezTo>
                    <a:pt x="250" y="1"/>
                    <a:pt x="227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68"/>
                    <a:pt x="37" y="189"/>
                  </a:cubicBezTo>
                  <a:lnTo>
                    <a:pt x="187" y="282"/>
                  </a:lnTo>
                  <a:cubicBezTo>
                    <a:pt x="209" y="293"/>
                    <a:pt x="234" y="299"/>
                    <a:pt x="258" y="299"/>
                  </a:cubicBezTo>
                  <a:cubicBezTo>
                    <a:pt x="282" y="299"/>
                    <a:pt x="305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25"/>
                    <a:pt x="496" y="102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57"/>
            <p:cNvSpPr/>
            <p:nvPr/>
          </p:nvSpPr>
          <p:spPr>
            <a:xfrm>
              <a:off x="6705006" y="4512975"/>
              <a:ext cx="104436" cy="59253"/>
            </a:xfrm>
            <a:custGeom>
              <a:rect b="b" l="l" r="r" t="t"/>
              <a:pathLst>
                <a:path extrusionOk="0" h="299" w="527">
                  <a:moveTo>
                    <a:pt x="267" y="1"/>
                  </a:moveTo>
                  <a:cubicBezTo>
                    <a:pt x="243" y="1"/>
                    <a:pt x="220" y="6"/>
                    <a:pt x="202" y="16"/>
                  </a:cubicBezTo>
                  <a:lnTo>
                    <a:pt x="36" y="109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188" y="282"/>
                  </a:lnTo>
                  <a:cubicBezTo>
                    <a:pt x="210" y="293"/>
                    <a:pt x="235" y="299"/>
                    <a:pt x="259" y="299"/>
                  </a:cubicBezTo>
                  <a:cubicBezTo>
                    <a:pt x="283" y="299"/>
                    <a:pt x="306" y="293"/>
                    <a:pt x="324" y="282"/>
                  </a:cubicBezTo>
                  <a:lnTo>
                    <a:pt x="490" y="182"/>
                  </a:lnTo>
                  <a:cubicBezTo>
                    <a:pt x="526" y="161"/>
                    <a:pt x="526" y="132"/>
                    <a:pt x="490" y="109"/>
                  </a:cubicBezTo>
                  <a:lnTo>
                    <a:pt x="338" y="16"/>
                  </a:lnTo>
                  <a:cubicBezTo>
                    <a:pt x="317" y="6"/>
                    <a:pt x="292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57"/>
            <p:cNvSpPr/>
            <p:nvPr/>
          </p:nvSpPr>
          <p:spPr>
            <a:xfrm>
              <a:off x="6773375" y="4552807"/>
              <a:ext cx="104436" cy="59451"/>
            </a:xfrm>
            <a:custGeom>
              <a:rect b="b" l="l" r="r" t="t"/>
              <a:pathLst>
                <a:path extrusionOk="0" h="300" w="527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36" y="110"/>
                  </a:lnTo>
                  <a:cubicBezTo>
                    <a:pt x="0" y="132"/>
                    <a:pt x="0" y="167"/>
                    <a:pt x="36" y="189"/>
                  </a:cubicBezTo>
                  <a:lnTo>
                    <a:pt x="195" y="283"/>
                  </a:lnTo>
                  <a:cubicBezTo>
                    <a:pt x="213" y="294"/>
                    <a:pt x="236" y="299"/>
                    <a:pt x="260" y="299"/>
                  </a:cubicBezTo>
                  <a:cubicBezTo>
                    <a:pt x="283" y="299"/>
                    <a:pt x="306" y="294"/>
                    <a:pt x="324" y="283"/>
                  </a:cubicBezTo>
                  <a:lnTo>
                    <a:pt x="490" y="182"/>
                  </a:lnTo>
                  <a:cubicBezTo>
                    <a:pt x="526" y="160"/>
                    <a:pt x="526" y="132"/>
                    <a:pt x="490" y="110"/>
                  </a:cubicBezTo>
                  <a:lnTo>
                    <a:pt x="338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57"/>
            <p:cNvSpPr/>
            <p:nvPr/>
          </p:nvSpPr>
          <p:spPr>
            <a:xfrm>
              <a:off x="6776348" y="4434697"/>
              <a:ext cx="169833" cy="96311"/>
            </a:xfrm>
            <a:custGeom>
              <a:rect b="b" l="l" r="r" t="t"/>
              <a:pathLst>
                <a:path extrusionOk="0" h="486" w="857">
                  <a:moveTo>
                    <a:pt x="598" y="0"/>
                  </a:moveTo>
                  <a:cubicBezTo>
                    <a:pt x="573" y="0"/>
                    <a:pt x="550" y="6"/>
                    <a:pt x="532" y="16"/>
                  </a:cubicBezTo>
                  <a:lnTo>
                    <a:pt x="37" y="304"/>
                  </a:lnTo>
                  <a:cubicBezTo>
                    <a:pt x="1" y="325"/>
                    <a:pt x="1" y="354"/>
                    <a:pt x="37" y="375"/>
                  </a:cubicBezTo>
                  <a:lnTo>
                    <a:pt x="187" y="470"/>
                  </a:lnTo>
                  <a:cubicBezTo>
                    <a:pt x="205" y="480"/>
                    <a:pt x="230" y="485"/>
                    <a:pt x="255" y="485"/>
                  </a:cubicBezTo>
                  <a:cubicBezTo>
                    <a:pt x="280" y="485"/>
                    <a:pt x="305" y="480"/>
                    <a:pt x="323" y="470"/>
                  </a:cubicBezTo>
                  <a:lnTo>
                    <a:pt x="820" y="182"/>
                  </a:lnTo>
                  <a:cubicBezTo>
                    <a:pt x="856" y="159"/>
                    <a:pt x="856" y="125"/>
                    <a:pt x="820" y="102"/>
                  </a:cubicBezTo>
                  <a:lnTo>
                    <a:pt x="668" y="16"/>
                  </a:lnTo>
                  <a:cubicBezTo>
                    <a:pt x="647" y="6"/>
                    <a:pt x="622" y="0"/>
                    <a:pt x="59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57"/>
            <p:cNvSpPr/>
            <p:nvPr/>
          </p:nvSpPr>
          <p:spPr>
            <a:xfrm>
              <a:off x="6913086" y="439466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30" y="285"/>
                    <a:pt x="255" y="285"/>
                  </a:cubicBezTo>
                  <a:cubicBezTo>
                    <a:pt x="280" y="285"/>
                    <a:pt x="305" y="279"/>
                    <a:pt x="323" y="268"/>
                  </a:cubicBezTo>
                  <a:lnTo>
                    <a:pt x="475" y="182"/>
                  </a:lnTo>
                  <a:cubicBezTo>
                    <a:pt x="511" y="161"/>
                    <a:pt x="511" y="132"/>
                    <a:pt x="475" y="111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57"/>
            <p:cNvSpPr/>
            <p:nvPr/>
          </p:nvSpPr>
          <p:spPr>
            <a:xfrm>
              <a:off x="6827674" y="4283491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51" y="1"/>
                  </a:moveTo>
                  <a:cubicBezTo>
                    <a:pt x="228" y="1"/>
                    <a:pt x="205" y="6"/>
                    <a:pt x="187" y="16"/>
                  </a:cubicBezTo>
                  <a:lnTo>
                    <a:pt x="37" y="103"/>
                  </a:lnTo>
                  <a:cubicBezTo>
                    <a:pt x="0" y="125"/>
                    <a:pt x="0" y="161"/>
                    <a:pt x="37" y="182"/>
                  </a:cubicBezTo>
                  <a:lnTo>
                    <a:pt x="201" y="275"/>
                  </a:lnTo>
                  <a:cubicBezTo>
                    <a:pt x="219" y="286"/>
                    <a:pt x="244" y="292"/>
                    <a:pt x="270" y="292"/>
                  </a:cubicBezTo>
                  <a:cubicBezTo>
                    <a:pt x="295" y="292"/>
                    <a:pt x="320" y="286"/>
                    <a:pt x="339" y="275"/>
                  </a:cubicBezTo>
                  <a:lnTo>
                    <a:pt x="489" y="189"/>
                  </a:lnTo>
                  <a:cubicBezTo>
                    <a:pt x="525" y="168"/>
                    <a:pt x="525" y="139"/>
                    <a:pt x="489" y="118"/>
                  </a:cubicBezTo>
                  <a:lnTo>
                    <a:pt x="316" y="16"/>
                  </a:lnTo>
                  <a:cubicBezTo>
                    <a:pt x="298" y="6"/>
                    <a:pt x="275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57"/>
            <p:cNvSpPr/>
            <p:nvPr/>
          </p:nvSpPr>
          <p:spPr>
            <a:xfrm>
              <a:off x="6757918" y="4323522"/>
              <a:ext cx="105427" cy="57866"/>
            </a:xfrm>
            <a:custGeom>
              <a:rect b="b" l="l" r="r" t="t"/>
              <a:pathLst>
                <a:path extrusionOk="0" h="292" w="532">
                  <a:moveTo>
                    <a:pt x="258" y="1"/>
                  </a:moveTo>
                  <a:cubicBezTo>
                    <a:pt x="235" y="1"/>
                    <a:pt x="212" y="6"/>
                    <a:pt x="194" y="16"/>
                  </a:cubicBezTo>
                  <a:lnTo>
                    <a:pt x="35" y="103"/>
                  </a:lnTo>
                  <a:cubicBezTo>
                    <a:pt x="0" y="125"/>
                    <a:pt x="0" y="160"/>
                    <a:pt x="35" y="182"/>
                  </a:cubicBezTo>
                  <a:lnTo>
                    <a:pt x="208" y="275"/>
                  </a:lnTo>
                  <a:cubicBezTo>
                    <a:pt x="226" y="286"/>
                    <a:pt x="249" y="292"/>
                    <a:pt x="273" y="292"/>
                  </a:cubicBezTo>
                  <a:cubicBezTo>
                    <a:pt x="296" y="292"/>
                    <a:pt x="320" y="286"/>
                    <a:pt x="337" y="275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09"/>
                  </a:cubicBezTo>
                  <a:lnTo>
                    <a:pt x="323" y="16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57"/>
            <p:cNvSpPr/>
            <p:nvPr/>
          </p:nvSpPr>
          <p:spPr>
            <a:xfrm>
              <a:off x="6873056" y="4129710"/>
              <a:ext cx="73125" cy="40823"/>
            </a:xfrm>
            <a:custGeom>
              <a:rect b="b" l="l" r="r" t="t"/>
              <a:pathLst>
                <a:path extrusionOk="0" h="206" w="369">
                  <a:moveTo>
                    <a:pt x="238" y="1"/>
                  </a:moveTo>
                  <a:cubicBezTo>
                    <a:pt x="215" y="1"/>
                    <a:pt x="191" y="6"/>
                    <a:pt x="173" y="16"/>
                  </a:cubicBezTo>
                  <a:lnTo>
                    <a:pt x="37" y="96"/>
                  </a:lnTo>
                  <a:cubicBezTo>
                    <a:pt x="1" y="118"/>
                    <a:pt x="1" y="154"/>
                    <a:pt x="37" y="175"/>
                  </a:cubicBezTo>
                  <a:lnTo>
                    <a:pt x="66" y="189"/>
                  </a:lnTo>
                  <a:cubicBezTo>
                    <a:pt x="84" y="200"/>
                    <a:pt x="107" y="206"/>
                    <a:pt x="130" y="206"/>
                  </a:cubicBezTo>
                  <a:cubicBezTo>
                    <a:pt x="154" y="206"/>
                    <a:pt x="178" y="200"/>
                    <a:pt x="196" y="189"/>
                  </a:cubicBezTo>
                  <a:lnTo>
                    <a:pt x="332" y="111"/>
                  </a:lnTo>
                  <a:cubicBezTo>
                    <a:pt x="368" y="89"/>
                    <a:pt x="368" y="52"/>
                    <a:pt x="332" y="32"/>
                  </a:cubicBezTo>
                  <a:lnTo>
                    <a:pt x="303" y="16"/>
                  </a:lnTo>
                  <a:cubicBezTo>
                    <a:pt x="285" y="6"/>
                    <a:pt x="261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57"/>
            <p:cNvSpPr/>
            <p:nvPr/>
          </p:nvSpPr>
          <p:spPr>
            <a:xfrm>
              <a:off x="6802110" y="416676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3" y="0"/>
                  </a:moveTo>
                  <a:cubicBezTo>
                    <a:pt x="249" y="0"/>
                    <a:pt x="226" y="6"/>
                    <a:pt x="209" y="17"/>
                  </a:cubicBezTo>
                  <a:lnTo>
                    <a:pt x="36" y="117"/>
                  </a:lnTo>
                  <a:cubicBezTo>
                    <a:pt x="0" y="140"/>
                    <a:pt x="0" y="174"/>
                    <a:pt x="36" y="197"/>
                  </a:cubicBezTo>
                  <a:lnTo>
                    <a:pt x="57" y="210"/>
                  </a:lnTo>
                  <a:cubicBezTo>
                    <a:pt x="79" y="222"/>
                    <a:pt x="104" y="227"/>
                    <a:pt x="128" y="227"/>
                  </a:cubicBezTo>
                  <a:cubicBezTo>
                    <a:pt x="152" y="227"/>
                    <a:pt x="175" y="222"/>
                    <a:pt x="193" y="210"/>
                  </a:cubicBezTo>
                  <a:lnTo>
                    <a:pt x="366" y="110"/>
                  </a:lnTo>
                  <a:cubicBezTo>
                    <a:pt x="402" y="88"/>
                    <a:pt x="402" y="53"/>
                    <a:pt x="366" y="31"/>
                  </a:cubicBezTo>
                  <a:lnTo>
                    <a:pt x="338" y="17"/>
                  </a:lnTo>
                  <a:cubicBezTo>
                    <a:pt x="320" y="6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57"/>
            <p:cNvSpPr/>
            <p:nvPr/>
          </p:nvSpPr>
          <p:spPr>
            <a:xfrm>
              <a:off x="6844717" y="4192332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77" y="1"/>
                  </a:moveTo>
                  <a:cubicBezTo>
                    <a:pt x="252" y="1"/>
                    <a:pt x="227" y="6"/>
                    <a:pt x="209" y="18"/>
                  </a:cubicBezTo>
                  <a:lnTo>
                    <a:pt x="44" y="118"/>
                  </a:lnTo>
                  <a:cubicBezTo>
                    <a:pt x="1" y="140"/>
                    <a:pt x="1" y="168"/>
                    <a:pt x="37" y="190"/>
                  </a:cubicBezTo>
                  <a:lnTo>
                    <a:pt x="187" y="283"/>
                  </a:lnTo>
                  <a:cubicBezTo>
                    <a:pt x="205" y="290"/>
                    <a:pt x="230" y="294"/>
                    <a:pt x="255" y="294"/>
                  </a:cubicBezTo>
                  <a:cubicBezTo>
                    <a:pt x="280" y="294"/>
                    <a:pt x="305" y="290"/>
                    <a:pt x="323" y="283"/>
                  </a:cubicBezTo>
                  <a:lnTo>
                    <a:pt x="496" y="183"/>
                  </a:lnTo>
                  <a:cubicBezTo>
                    <a:pt x="532" y="161"/>
                    <a:pt x="532" y="125"/>
                    <a:pt x="496" y="104"/>
                  </a:cubicBezTo>
                  <a:lnTo>
                    <a:pt x="346" y="18"/>
                  </a:lnTo>
                  <a:cubicBezTo>
                    <a:pt x="328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57"/>
            <p:cNvSpPr/>
            <p:nvPr/>
          </p:nvSpPr>
          <p:spPr>
            <a:xfrm>
              <a:off x="7049825" y="4076798"/>
              <a:ext cx="101464" cy="55290"/>
            </a:xfrm>
            <a:custGeom>
              <a:rect b="b" l="l" r="r" t="t"/>
              <a:pathLst>
                <a:path extrusionOk="0" h="279" w="512">
                  <a:moveTo>
                    <a:pt x="255" y="0"/>
                  </a:moveTo>
                  <a:cubicBezTo>
                    <a:pt x="230" y="0"/>
                    <a:pt x="205" y="4"/>
                    <a:pt x="187" y="11"/>
                  </a:cubicBezTo>
                  <a:lnTo>
                    <a:pt x="37" y="104"/>
                  </a:lnTo>
                  <a:cubicBezTo>
                    <a:pt x="1" y="119"/>
                    <a:pt x="1" y="154"/>
                    <a:pt x="37" y="176"/>
                  </a:cubicBezTo>
                  <a:lnTo>
                    <a:pt x="187" y="262"/>
                  </a:lnTo>
                  <a:cubicBezTo>
                    <a:pt x="205" y="273"/>
                    <a:pt x="230" y="278"/>
                    <a:pt x="255" y="278"/>
                  </a:cubicBezTo>
                  <a:cubicBezTo>
                    <a:pt x="280" y="278"/>
                    <a:pt x="305" y="273"/>
                    <a:pt x="323" y="262"/>
                  </a:cubicBezTo>
                  <a:lnTo>
                    <a:pt x="475" y="176"/>
                  </a:lnTo>
                  <a:cubicBezTo>
                    <a:pt x="511" y="154"/>
                    <a:pt x="511" y="126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57"/>
            <p:cNvSpPr/>
            <p:nvPr/>
          </p:nvSpPr>
          <p:spPr>
            <a:xfrm>
              <a:off x="6981456" y="4115441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9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7" y="111"/>
                  </a:lnTo>
                  <a:cubicBezTo>
                    <a:pt x="1" y="131"/>
                    <a:pt x="1" y="161"/>
                    <a:pt x="37" y="183"/>
                  </a:cubicBezTo>
                  <a:lnTo>
                    <a:pt x="187" y="269"/>
                  </a:lnTo>
                  <a:cubicBezTo>
                    <a:pt x="205" y="280"/>
                    <a:pt x="228" y="285"/>
                    <a:pt x="252" y="285"/>
                  </a:cubicBezTo>
                  <a:cubicBezTo>
                    <a:pt x="275" y="285"/>
                    <a:pt x="298" y="280"/>
                    <a:pt x="316" y="269"/>
                  </a:cubicBezTo>
                  <a:lnTo>
                    <a:pt x="475" y="183"/>
                  </a:lnTo>
                  <a:cubicBezTo>
                    <a:pt x="511" y="161"/>
                    <a:pt x="511" y="124"/>
                    <a:pt x="475" y="104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57"/>
            <p:cNvSpPr/>
            <p:nvPr/>
          </p:nvSpPr>
          <p:spPr>
            <a:xfrm>
              <a:off x="7377404" y="396602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52" y="0"/>
                  </a:moveTo>
                  <a:cubicBezTo>
                    <a:pt x="229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0" y="125"/>
                    <a:pt x="0" y="161"/>
                    <a:pt x="37" y="181"/>
                  </a:cubicBezTo>
                  <a:lnTo>
                    <a:pt x="202" y="275"/>
                  </a:lnTo>
                  <a:cubicBezTo>
                    <a:pt x="220" y="286"/>
                    <a:pt x="245" y="291"/>
                    <a:pt x="270" y="291"/>
                  </a:cubicBezTo>
                  <a:cubicBezTo>
                    <a:pt x="295" y="291"/>
                    <a:pt x="320" y="286"/>
                    <a:pt x="339" y="275"/>
                  </a:cubicBezTo>
                  <a:lnTo>
                    <a:pt x="489" y="188"/>
                  </a:lnTo>
                  <a:cubicBezTo>
                    <a:pt x="525" y="168"/>
                    <a:pt x="525" y="138"/>
                    <a:pt x="489" y="118"/>
                  </a:cubicBezTo>
                  <a:lnTo>
                    <a:pt x="316" y="16"/>
                  </a:lnTo>
                  <a:cubicBezTo>
                    <a:pt x="299" y="6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57"/>
            <p:cNvSpPr/>
            <p:nvPr/>
          </p:nvSpPr>
          <p:spPr>
            <a:xfrm>
              <a:off x="7327464" y="3916080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6" y="6"/>
                    <a:pt x="189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9" y="268"/>
                  </a:lnTo>
                  <a:cubicBezTo>
                    <a:pt x="206" y="279"/>
                    <a:pt x="229" y="285"/>
                    <a:pt x="253" y="285"/>
                  </a:cubicBezTo>
                  <a:cubicBezTo>
                    <a:pt x="278" y="285"/>
                    <a:pt x="303" y="279"/>
                    <a:pt x="325" y="268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57"/>
            <p:cNvSpPr/>
            <p:nvPr/>
          </p:nvSpPr>
          <p:spPr>
            <a:xfrm>
              <a:off x="7284659" y="3890516"/>
              <a:ext cx="75900" cy="42211"/>
            </a:xfrm>
            <a:custGeom>
              <a:rect b="b" l="l" r="r" t="t"/>
              <a:pathLst>
                <a:path extrusionOk="0" h="213" w="383">
                  <a:moveTo>
                    <a:pt x="253" y="0"/>
                  </a:moveTo>
                  <a:cubicBezTo>
                    <a:pt x="229" y="0"/>
                    <a:pt x="206" y="5"/>
                    <a:pt x="189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60" y="197"/>
                  </a:lnTo>
                  <a:cubicBezTo>
                    <a:pt x="77" y="207"/>
                    <a:pt x="102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1"/>
                  </a:lnTo>
                  <a:cubicBezTo>
                    <a:pt x="382" y="88"/>
                    <a:pt x="382" y="52"/>
                    <a:pt x="346" y="31"/>
                  </a:cubicBezTo>
                  <a:lnTo>
                    <a:pt x="318" y="16"/>
                  </a:lnTo>
                  <a:cubicBezTo>
                    <a:pt x="300" y="5"/>
                    <a:pt x="276" y="0"/>
                    <a:pt x="25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57"/>
            <p:cNvSpPr/>
            <p:nvPr/>
          </p:nvSpPr>
          <p:spPr>
            <a:xfrm>
              <a:off x="7214903" y="3930349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1" y="1"/>
                  </a:moveTo>
                  <a:cubicBezTo>
                    <a:pt x="236" y="1"/>
                    <a:pt x="213" y="6"/>
                    <a:pt x="196" y="16"/>
                  </a:cubicBezTo>
                  <a:lnTo>
                    <a:pt x="37" y="103"/>
                  </a:lnTo>
                  <a:cubicBezTo>
                    <a:pt x="1" y="125"/>
                    <a:pt x="1" y="160"/>
                    <a:pt x="37" y="182"/>
                  </a:cubicBezTo>
                  <a:lnTo>
                    <a:pt x="67" y="196"/>
                  </a:lnTo>
                  <a:cubicBezTo>
                    <a:pt x="84" y="207"/>
                    <a:pt x="107" y="213"/>
                    <a:pt x="131" y="213"/>
                  </a:cubicBezTo>
                  <a:cubicBezTo>
                    <a:pt x="154" y="213"/>
                    <a:pt x="178" y="207"/>
                    <a:pt x="196" y="196"/>
                  </a:cubicBezTo>
                  <a:lnTo>
                    <a:pt x="353" y="110"/>
                  </a:lnTo>
                  <a:cubicBezTo>
                    <a:pt x="389" y="89"/>
                    <a:pt x="389" y="53"/>
                    <a:pt x="353" y="30"/>
                  </a:cubicBezTo>
                  <a:lnTo>
                    <a:pt x="332" y="16"/>
                  </a:lnTo>
                  <a:cubicBezTo>
                    <a:pt x="311" y="6"/>
                    <a:pt x="285" y="1"/>
                    <a:pt x="26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57"/>
            <p:cNvSpPr/>
            <p:nvPr/>
          </p:nvSpPr>
          <p:spPr>
            <a:xfrm>
              <a:off x="7007218" y="4051432"/>
              <a:ext cx="75701" cy="42211"/>
            </a:xfrm>
            <a:custGeom>
              <a:rect b="b" l="l" r="r" t="t"/>
              <a:pathLst>
                <a:path extrusionOk="0" h="213" w="382">
                  <a:moveTo>
                    <a:pt x="251" y="1"/>
                  </a:moveTo>
                  <a:cubicBezTo>
                    <a:pt x="228" y="1"/>
                    <a:pt x="205" y="6"/>
                    <a:pt x="186" y="16"/>
                  </a:cubicBezTo>
                  <a:lnTo>
                    <a:pt x="36" y="102"/>
                  </a:lnTo>
                  <a:cubicBezTo>
                    <a:pt x="0" y="125"/>
                    <a:pt x="0" y="161"/>
                    <a:pt x="36" y="182"/>
                  </a:cubicBezTo>
                  <a:lnTo>
                    <a:pt x="57" y="196"/>
                  </a:lnTo>
                  <a:cubicBezTo>
                    <a:pt x="79" y="207"/>
                    <a:pt x="104" y="212"/>
                    <a:pt x="128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09"/>
                  </a:lnTo>
                  <a:cubicBezTo>
                    <a:pt x="381" y="89"/>
                    <a:pt x="381" y="52"/>
                    <a:pt x="345" y="32"/>
                  </a:cubicBezTo>
                  <a:lnTo>
                    <a:pt x="316" y="16"/>
                  </a:lnTo>
                  <a:cubicBezTo>
                    <a:pt x="298" y="6"/>
                    <a:pt x="274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57"/>
            <p:cNvSpPr/>
            <p:nvPr/>
          </p:nvSpPr>
          <p:spPr>
            <a:xfrm>
              <a:off x="7146533" y="3970181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60" y="0"/>
                  </a:moveTo>
                  <a:cubicBezTo>
                    <a:pt x="236" y="0"/>
                    <a:pt x="213" y="6"/>
                    <a:pt x="196" y="17"/>
                  </a:cubicBezTo>
                  <a:lnTo>
                    <a:pt x="37" y="104"/>
                  </a:lnTo>
                  <a:cubicBezTo>
                    <a:pt x="1" y="124"/>
                    <a:pt x="1" y="160"/>
                    <a:pt x="37" y="183"/>
                  </a:cubicBezTo>
                  <a:lnTo>
                    <a:pt x="58" y="197"/>
                  </a:lnTo>
                  <a:cubicBezTo>
                    <a:pt x="76" y="207"/>
                    <a:pt x="101" y="212"/>
                    <a:pt x="127" y="212"/>
                  </a:cubicBezTo>
                  <a:cubicBezTo>
                    <a:pt x="152" y="212"/>
                    <a:pt x="178" y="207"/>
                    <a:pt x="196" y="197"/>
                  </a:cubicBezTo>
                  <a:lnTo>
                    <a:pt x="346" y="110"/>
                  </a:lnTo>
                  <a:cubicBezTo>
                    <a:pt x="389" y="88"/>
                    <a:pt x="389" y="54"/>
                    <a:pt x="346" y="31"/>
                  </a:cubicBezTo>
                  <a:lnTo>
                    <a:pt x="325" y="17"/>
                  </a:lnTo>
                  <a:cubicBezTo>
                    <a:pt x="307" y="6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57"/>
            <p:cNvSpPr/>
            <p:nvPr/>
          </p:nvSpPr>
          <p:spPr>
            <a:xfrm>
              <a:off x="7259095" y="395571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59" y="1"/>
                  </a:moveTo>
                  <a:cubicBezTo>
                    <a:pt x="235" y="1"/>
                    <a:pt x="210" y="4"/>
                    <a:pt x="189" y="11"/>
                  </a:cubicBezTo>
                  <a:lnTo>
                    <a:pt x="37" y="104"/>
                  </a:lnTo>
                  <a:cubicBezTo>
                    <a:pt x="1" y="127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75" y="177"/>
                  </a:lnTo>
                  <a:cubicBezTo>
                    <a:pt x="511" y="154"/>
                    <a:pt x="511" y="127"/>
                    <a:pt x="475" y="104"/>
                  </a:cubicBezTo>
                  <a:lnTo>
                    <a:pt x="325" y="11"/>
                  </a:lnTo>
                  <a:cubicBezTo>
                    <a:pt x="307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57"/>
            <p:cNvSpPr/>
            <p:nvPr/>
          </p:nvSpPr>
          <p:spPr>
            <a:xfrm>
              <a:off x="7189338" y="3995745"/>
              <a:ext cx="101464" cy="56677"/>
            </a:xfrm>
            <a:custGeom>
              <a:rect b="b" l="l" r="r" t="t"/>
              <a:pathLst>
                <a:path extrusionOk="0" h="286" w="512">
                  <a:moveTo>
                    <a:pt x="260" y="1"/>
                  </a:moveTo>
                  <a:cubicBezTo>
                    <a:pt x="236" y="1"/>
                    <a:pt x="213" y="6"/>
                    <a:pt x="196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7" y="270"/>
                  </a:lnTo>
                  <a:cubicBezTo>
                    <a:pt x="205" y="280"/>
                    <a:pt x="230" y="285"/>
                    <a:pt x="256" y="285"/>
                  </a:cubicBezTo>
                  <a:cubicBezTo>
                    <a:pt x="281" y="285"/>
                    <a:pt x="307" y="280"/>
                    <a:pt x="325" y="270"/>
                  </a:cubicBezTo>
                  <a:lnTo>
                    <a:pt x="475" y="175"/>
                  </a:lnTo>
                  <a:cubicBezTo>
                    <a:pt x="511" y="161"/>
                    <a:pt x="511" y="125"/>
                    <a:pt x="475" y="104"/>
                  </a:cubicBezTo>
                  <a:lnTo>
                    <a:pt x="325" y="18"/>
                  </a:lnTo>
                  <a:cubicBezTo>
                    <a:pt x="307" y="6"/>
                    <a:pt x="283" y="1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57"/>
            <p:cNvSpPr/>
            <p:nvPr/>
          </p:nvSpPr>
          <p:spPr>
            <a:xfrm>
              <a:off x="7075588" y="4010014"/>
              <a:ext cx="78476" cy="43598"/>
            </a:xfrm>
            <a:custGeom>
              <a:rect b="b" l="l" r="r" t="t"/>
              <a:pathLst>
                <a:path extrusionOk="0" h="220" w="396">
                  <a:moveTo>
                    <a:pt x="269" y="1"/>
                  </a:moveTo>
                  <a:cubicBezTo>
                    <a:pt x="244" y="1"/>
                    <a:pt x="218" y="6"/>
                    <a:pt x="200" y="16"/>
                  </a:cubicBezTo>
                  <a:lnTo>
                    <a:pt x="36" y="111"/>
                  </a:lnTo>
                  <a:cubicBezTo>
                    <a:pt x="0" y="132"/>
                    <a:pt x="0" y="168"/>
                    <a:pt x="36" y="189"/>
                  </a:cubicBezTo>
                  <a:lnTo>
                    <a:pt x="57" y="204"/>
                  </a:lnTo>
                  <a:cubicBezTo>
                    <a:pt x="75" y="215"/>
                    <a:pt x="98" y="220"/>
                    <a:pt x="123" y="220"/>
                  </a:cubicBezTo>
                  <a:cubicBezTo>
                    <a:pt x="147" y="220"/>
                    <a:pt x="172" y="215"/>
                    <a:pt x="193" y="204"/>
                  </a:cubicBezTo>
                  <a:lnTo>
                    <a:pt x="359" y="103"/>
                  </a:lnTo>
                  <a:cubicBezTo>
                    <a:pt x="395" y="89"/>
                    <a:pt x="395" y="53"/>
                    <a:pt x="359" y="32"/>
                  </a:cubicBezTo>
                  <a:lnTo>
                    <a:pt x="338" y="16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57"/>
            <p:cNvSpPr/>
            <p:nvPr/>
          </p:nvSpPr>
          <p:spPr>
            <a:xfrm>
              <a:off x="7118195" y="4034389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0" y="0"/>
                    <a:pt x="227" y="6"/>
                    <a:pt x="210" y="16"/>
                  </a:cubicBezTo>
                  <a:lnTo>
                    <a:pt x="37" y="118"/>
                  </a:lnTo>
                  <a:cubicBezTo>
                    <a:pt x="1" y="138"/>
                    <a:pt x="1" y="175"/>
                    <a:pt x="37" y="195"/>
                  </a:cubicBezTo>
                  <a:lnTo>
                    <a:pt x="187" y="282"/>
                  </a:lnTo>
                  <a:cubicBezTo>
                    <a:pt x="205" y="293"/>
                    <a:pt x="228" y="298"/>
                    <a:pt x="252" y="298"/>
                  </a:cubicBezTo>
                  <a:cubicBezTo>
                    <a:pt x="275" y="298"/>
                    <a:pt x="298" y="293"/>
                    <a:pt x="316" y="282"/>
                  </a:cubicBezTo>
                  <a:lnTo>
                    <a:pt x="489" y="182"/>
                  </a:lnTo>
                  <a:cubicBezTo>
                    <a:pt x="525" y="161"/>
                    <a:pt x="525" y="131"/>
                    <a:pt x="489" y="109"/>
                  </a:cubicBezTo>
                  <a:lnTo>
                    <a:pt x="339" y="16"/>
                  </a:lnTo>
                  <a:cubicBezTo>
                    <a:pt x="321" y="6"/>
                    <a:pt x="297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57"/>
            <p:cNvSpPr/>
            <p:nvPr/>
          </p:nvSpPr>
          <p:spPr>
            <a:xfrm>
              <a:off x="7492938" y="3980090"/>
              <a:ext cx="104040" cy="57866"/>
            </a:xfrm>
            <a:custGeom>
              <a:rect b="b" l="l" r="r" t="t"/>
              <a:pathLst>
                <a:path extrusionOk="0" h="292" w="525">
                  <a:moveTo>
                    <a:pt x="269" y="1"/>
                  </a:moveTo>
                  <a:cubicBezTo>
                    <a:pt x="244" y="1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0" y="133"/>
                    <a:pt x="0" y="167"/>
                    <a:pt x="35" y="190"/>
                  </a:cubicBezTo>
                  <a:lnTo>
                    <a:pt x="180" y="276"/>
                  </a:lnTo>
                  <a:cubicBezTo>
                    <a:pt x="198" y="286"/>
                    <a:pt x="223" y="292"/>
                    <a:pt x="248" y="292"/>
                  </a:cubicBezTo>
                  <a:cubicBezTo>
                    <a:pt x="273" y="292"/>
                    <a:pt x="298" y="286"/>
                    <a:pt x="316" y="276"/>
                  </a:cubicBezTo>
                  <a:lnTo>
                    <a:pt x="489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7" y="17"/>
                  </a:lnTo>
                  <a:cubicBezTo>
                    <a:pt x="320" y="6"/>
                    <a:pt x="295" y="1"/>
                    <a:pt x="26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57"/>
            <p:cNvSpPr/>
            <p:nvPr/>
          </p:nvSpPr>
          <p:spPr>
            <a:xfrm>
              <a:off x="7424569" y="4021508"/>
              <a:ext cx="99680" cy="56479"/>
            </a:xfrm>
            <a:custGeom>
              <a:rect b="b" l="l" r="r" t="t"/>
              <a:pathLst>
                <a:path extrusionOk="0" h="285" w="503">
                  <a:moveTo>
                    <a:pt x="251" y="0"/>
                  </a:moveTo>
                  <a:cubicBezTo>
                    <a:pt x="228" y="0"/>
                    <a:pt x="205" y="6"/>
                    <a:pt x="187" y="17"/>
                  </a:cubicBezTo>
                  <a:lnTo>
                    <a:pt x="35" y="103"/>
                  </a:lnTo>
                  <a:cubicBezTo>
                    <a:pt x="0" y="124"/>
                    <a:pt x="0" y="160"/>
                    <a:pt x="35" y="183"/>
                  </a:cubicBezTo>
                  <a:lnTo>
                    <a:pt x="187" y="269"/>
                  </a:lnTo>
                  <a:cubicBezTo>
                    <a:pt x="205" y="279"/>
                    <a:pt x="228" y="284"/>
                    <a:pt x="251" y="284"/>
                  </a:cubicBezTo>
                  <a:cubicBezTo>
                    <a:pt x="275" y="284"/>
                    <a:pt x="298" y="279"/>
                    <a:pt x="316" y="269"/>
                  </a:cubicBezTo>
                  <a:lnTo>
                    <a:pt x="466" y="183"/>
                  </a:lnTo>
                  <a:cubicBezTo>
                    <a:pt x="502" y="160"/>
                    <a:pt x="502" y="124"/>
                    <a:pt x="466" y="103"/>
                  </a:cubicBezTo>
                  <a:lnTo>
                    <a:pt x="316" y="17"/>
                  </a:lnTo>
                  <a:cubicBezTo>
                    <a:pt x="298" y="6"/>
                    <a:pt x="275" y="0"/>
                    <a:pt x="25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57"/>
            <p:cNvSpPr/>
            <p:nvPr/>
          </p:nvSpPr>
          <p:spPr>
            <a:xfrm>
              <a:off x="7307647" y="4005456"/>
              <a:ext cx="105427" cy="58064"/>
            </a:xfrm>
            <a:custGeom>
              <a:rect b="b" l="l" r="r" t="t"/>
              <a:pathLst>
                <a:path extrusionOk="0" h="293" w="532">
                  <a:moveTo>
                    <a:pt x="263" y="0"/>
                  </a:moveTo>
                  <a:cubicBezTo>
                    <a:pt x="237" y="0"/>
                    <a:pt x="212" y="4"/>
                    <a:pt x="194" y="12"/>
                  </a:cubicBezTo>
                  <a:lnTo>
                    <a:pt x="37" y="105"/>
                  </a:lnTo>
                  <a:cubicBezTo>
                    <a:pt x="0" y="126"/>
                    <a:pt x="0" y="162"/>
                    <a:pt x="37" y="184"/>
                  </a:cubicBezTo>
                  <a:lnTo>
                    <a:pt x="209" y="277"/>
                  </a:lnTo>
                  <a:cubicBezTo>
                    <a:pt x="227" y="288"/>
                    <a:pt x="251" y="293"/>
                    <a:pt x="274" y="293"/>
                  </a:cubicBezTo>
                  <a:cubicBezTo>
                    <a:pt x="297" y="293"/>
                    <a:pt x="320" y="288"/>
                    <a:pt x="339" y="277"/>
                  </a:cubicBezTo>
                  <a:lnTo>
                    <a:pt x="496" y="191"/>
                  </a:lnTo>
                  <a:cubicBezTo>
                    <a:pt x="532" y="169"/>
                    <a:pt x="532" y="134"/>
                    <a:pt x="496" y="112"/>
                  </a:cubicBezTo>
                  <a:lnTo>
                    <a:pt x="332" y="12"/>
                  </a:lnTo>
                  <a:cubicBezTo>
                    <a:pt x="314" y="4"/>
                    <a:pt x="288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57"/>
            <p:cNvSpPr/>
            <p:nvPr/>
          </p:nvSpPr>
          <p:spPr>
            <a:xfrm>
              <a:off x="7239278" y="4045288"/>
              <a:ext cx="105427" cy="58262"/>
            </a:xfrm>
            <a:custGeom>
              <a:rect b="b" l="l" r="r" t="t"/>
              <a:pathLst>
                <a:path extrusionOk="0" h="294" w="532">
                  <a:moveTo>
                    <a:pt x="259" y="1"/>
                  </a:moveTo>
                  <a:cubicBezTo>
                    <a:pt x="235" y="1"/>
                    <a:pt x="212" y="4"/>
                    <a:pt x="194" y="11"/>
                  </a:cubicBezTo>
                  <a:lnTo>
                    <a:pt x="37" y="106"/>
                  </a:lnTo>
                  <a:cubicBezTo>
                    <a:pt x="0" y="127"/>
                    <a:pt x="0" y="163"/>
                    <a:pt x="37" y="183"/>
                  </a:cubicBezTo>
                  <a:lnTo>
                    <a:pt x="209" y="278"/>
                  </a:lnTo>
                  <a:cubicBezTo>
                    <a:pt x="227" y="289"/>
                    <a:pt x="251" y="294"/>
                    <a:pt x="274" y="294"/>
                  </a:cubicBezTo>
                  <a:cubicBezTo>
                    <a:pt x="297" y="294"/>
                    <a:pt x="320" y="289"/>
                    <a:pt x="339" y="278"/>
                  </a:cubicBezTo>
                  <a:lnTo>
                    <a:pt x="496" y="192"/>
                  </a:lnTo>
                  <a:cubicBezTo>
                    <a:pt x="532" y="170"/>
                    <a:pt x="532" y="133"/>
                    <a:pt x="496" y="113"/>
                  </a:cubicBezTo>
                  <a:lnTo>
                    <a:pt x="323" y="11"/>
                  </a:lnTo>
                  <a:cubicBezTo>
                    <a:pt x="306" y="4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57"/>
            <p:cNvSpPr/>
            <p:nvPr/>
          </p:nvSpPr>
          <p:spPr>
            <a:xfrm>
              <a:off x="7168134" y="4084328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0"/>
                  </a:moveTo>
                  <a:cubicBezTo>
                    <a:pt x="249" y="0"/>
                    <a:pt x="226" y="5"/>
                    <a:pt x="208" y="16"/>
                  </a:cubicBezTo>
                  <a:lnTo>
                    <a:pt x="35" y="116"/>
                  </a:lnTo>
                  <a:cubicBezTo>
                    <a:pt x="1" y="138"/>
                    <a:pt x="1" y="174"/>
                    <a:pt x="35" y="195"/>
                  </a:cubicBezTo>
                  <a:lnTo>
                    <a:pt x="201" y="288"/>
                  </a:lnTo>
                  <a:cubicBezTo>
                    <a:pt x="219" y="300"/>
                    <a:pt x="244" y="305"/>
                    <a:pt x="270" y="305"/>
                  </a:cubicBezTo>
                  <a:cubicBezTo>
                    <a:pt x="295" y="305"/>
                    <a:pt x="320" y="300"/>
                    <a:pt x="337" y="288"/>
                  </a:cubicBezTo>
                  <a:lnTo>
                    <a:pt x="503" y="195"/>
                  </a:lnTo>
                  <a:cubicBezTo>
                    <a:pt x="539" y="174"/>
                    <a:pt x="546" y="138"/>
                    <a:pt x="503" y="116"/>
                  </a:cubicBezTo>
                  <a:lnTo>
                    <a:pt x="337" y="16"/>
                  </a:lnTo>
                  <a:cubicBezTo>
                    <a:pt x="320" y="5"/>
                    <a:pt x="296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57"/>
            <p:cNvSpPr/>
            <p:nvPr/>
          </p:nvSpPr>
          <p:spPr>
            <a:xfrm>
              <a:off x="7286046" y="4099786"/>
              <a:ext cx="101464" cy="56875"/>
            </a:xfrm>
            <a:custGeom>
              <a:rect b="b" l="l" r="r" t="t"/>
              <a:pathLst>
                <a:path extrusionOk="0" h="287" w="512">
                  <a:moveTo>
                    <a:pt x="260" y="0"/>
                  </a:moveTo>
                  <a:cubicBezTo>
                    <a:pt x="237" y="0"/>
                    <a:pt x="214" y="6"/>
                    <a:pt x="196" y="17"/>
                  </a:cubicBezTo>
                  <a:lnTo>
                    <a:pt x="37" y="110"/>
                  </a:lnTo>
                  <a:cubicBezTo>
                    <a:pt x="1" y="133"/>
                    <a:pt x="1" y="167"/>
                    <a:pt x="37" y="183"/>
                  </a:cubicBezTo>
                  <a:lnTo>
                    <a:pt x="189" y="276"/>
                  </a:lnTo>
                  <a:cubicBezTo>
                    <a:pt x="207" y="283"/>
                    <a:pt x="230" y="286"/>
                    <a:pt x="254" y="286"/>
                  </a:cubicBezTo>
                  <a:cubicBezTo>
                    <a:pt x="279" y="286"/>
                    <a:pt x="304" y="283"/>
                    <a:pt x="325" y="276"/>
                  </a:cubicBezTo>
                  <a:lnTo>
                    <a:pt x="475" y="183"/>
                  </a:lnTo>
                  <a:cubicBezTo>
                    <a:pt x="511" y="160"/>
                    <a:pt x="511" y="124"/>
                    <a:pt x="475" y="103"/>
                  </a:cubicBezTo>
                  <a:lnTo>
                    <a:pt x="325" y="17"/>
                  </a:lnTo>
                  <a:cubicBezTo>
                    <a:pt x="307" y="6"/>
                    <a:pt x="28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57"/>
            <p:cNvSpPr/>
            <p:nvPr/>
          </p:nvSpPr>
          <p:spPr>
            <a:xfrm>
              <a:off x="7099765" y="4125350"/>
              <a:ext cx="104238" cy="59451"/>
            </a:xfrm>
            <a:custGeom>
              <a:rect b="b" l="l" r="r" t="t"/>
              <a:pathLst>
                <a:path extrusionOk="0" h="300" w="526">
                  <a:moveTo>
                    <a:pt x="255" y="1"/>
                  </a:moveTo>
                  <a:cubicBezTo>
                    <a:pt x="230" y="1"/>
                    <a:pt x="205" y="6"/>
                    <a:pt x="187" y="17"/>
                  </a:cubicBezTo>
                  <a:lnTo>
                    <a:pt x="35" y="104"/>
                  </a:lnTo>
                  <a:cubicBezTo>
                    <a:pt x="1" y="124"/>
                    <a:pt x="1" y="161"/>
                    <a:pt x="35" y="183"/>
                  </a:cubicBezTo>
                  <a:lnTo>
                    <a:pt x="208" y="283"/>
                  </a:lnTo>
                  <a:cubicBezTo>
                    <a:pt x="226" y="294"/>
                    <a:pt x="249" y="300"/>
                    <a:pt x="273" y="300"/>
                  </a:cubicBezTo>
                  <a:cubicBezTo>
                    <a:pt x="296" y="300"/>
                    <a:pt x="320" y="294"/>
                    <a:pt x="337" y="283"/>
                  </a:cubicBezTo>
                  <a:lnTo>
                    <a:pt x="489" y="197"/>
                  </a:lnTo>
                  <a:cubicBezTo>
                    <a:pt x="525" y="176"/>
                    <a:pt x="525" y="140"/>
                    <a:pt x="489" y="118"/>
                  </a:cubicBezTo>
                  <a:lnTo>
                    <a:pt x="323" y="17"/>
                  </a:lnTo>
                  <a:cubicBezTo>
                    <a:pt x="305" y="6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57"/>
            <p:cNvSpPr/>
            <p:nvPr/>
          </p:nvSpPr>
          <p:spPr>
            <a:xfrm>
              <a:off x="7214903" y="4139816"/>
              <a:ext cx="104238" cy="59253"/>
            </a:xfrm>
            <a:custGeom>
              <a:rect b="b" l="l" r="r" t="t"/>
              <a:pathLst>
                <a:path extrusionOk="0" h="299" w="526">
                  <a:moveTo>
                    <a:pt x="274" y="0"/>
                  </a:moveTo>
                  <a:cubicBezTo>
                    <a:pt x="251" y="0"/>
                    <a:pt x="228" y="6"/>
                    <a:pt x="210" y="17"/>
                  </a:cubicBezTo>
                  <a:lnTo>
                    <a:pt x="37" y="117"/>
                  </a:lnTo>
                  <a:cubicBezTo>
                    <a:pt x="1" y="138"/>
                    <a:pt x="1" y="174"/>
                    <a:pt x="37" y="196"/>
                  </a:cubicBezTo>
                  <a:lnTo>
                    <a:pt x="187" y="283"/>
                  </a:lnTo>
                  <a:cubicBezTo>
                    <a:pt x="205" y="293"/>
                    <a:pt x="229" y="298"/>
                    <a:pt x="253" y="298"/>
                  </a:cubicBezTo>
                  <a:cubicBezTo>
                    <a:pt x="276" y="298"/>
                    <a:pt x="299" y="293"/>
                    <a:pt x="317" y="283"/>
                  </a:cubicBezTo>
                  <a:lnTo>
                    <a:pt x="489" y="181"/>
                  </a:lnTo>
                  <a:cubicBezTo>
                    <a:pt x="525" y="160"/>
                    <a:pt x="525" y="124"/>
                    <a:pt x="489" y="103"/>
                  </a:cubicBezTo>
                  <a:lnTo>
                    <a:pt x="339" y="17"/>
                  </a:lnTo>
                  <a:cubicBezTo>
                    <a:pt x="321" y="6"/>
                    <a:pt x="298" y="0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57"/>
            <p:cNvSpPr/>
            <p:nvPr/>
          </p:nvSpPr>
          <p:spPr>
            <a:xfrm>
              <a:off x="7324690" y="4156859"/>
              <a:ext cx="102851" cy="56479"/>
            </a:xfrm>
            <a:custGeom>
              <a:rect b="b" l="l" r="r" t="t"/>
              <a:pathLst>
                <a:path extrusionOk="0" h="285" w="519">
                  <a:moveTo>
                    <a:pt x="259" y="0"/>
                  </a:moveTo>
                  <a:cubicBezTo>
                    <a:pt x="236" y="0"/>
                    <a:pt x="212" y="6"/>
                    <a:pt x="194" y="17"/>
                  </a:cubicBezTo>
                  <a:lnTo>
                    <a:pt x="37" y="103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4" y="267"/>
                  </a:lnTo>
                  <a:cubicBezTo>
                    <a:pt x="212" y="279"/>
                    <a:pt x="236" y="284"/>
                    <a:pt x="259" y="284"/>
                  </a:cubicBezTo>
                  <a:cubicBezTo>
                    <a:pt x="283" y="284"/>
                    <a:pt x="306" y="279"/>
                    <a:pt x="323" y="267"/>
                  </a:cubicBezTo>
                  <a:lnTo>
                    <a:pt x="482" y="181"/>
                  </a:lnTo>
                  <a:cubicBezTo>
                    <a:pt x="518" y="160"/>
                    <a:pt x="518" y="124"/>
                    <a:pt x="482" y="103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57"/>
            <p:cNvSpPr/>
            <p:nvPr/>
          </p:nvSpPr>
          <p:spPr>
            <a:xfrm>
              <a:off x="7452907" y="416260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8"/>
                  </a:lnTo>
                  <a:cubicBezTo>
                    <a:pt x="205" y="279"/>
                    <a:pt x="231" y="284"/>
                    <a:pt x="256" y="284"/>
                  </a:cubicBezTo>
                  <a:cubicBezTo>
                    <a:pt x="281" y="284"/>
                    <a:pt x="306" y="279"/>
                    <a:pt x="323" y="268"/>
                  </a:cubicBezTo>
                  <a:lnTo>
                    <a:pt x="475" y="181"/>
                  </a:lnTo>
                  <a:cubicBezTo>
                    <a:pt x="511" y="161"/>
                    <a:pt x="511" y="124"/>
                    <a:pt x="475" y="102"/>
                  </a:cubicBezTo>
                  <a:lnTo>
                    <a:pt x="323" y="16"/>
                  </a:lnTo>
                  <a:cubicBezTo>
                    <a:pt x="306" y="5"/>
                    <a:pt x="281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57"/>
            <p:cNvSpPr/>
            <p:nvPr/>
          </p:nvSpPr>
          <p:spPr>
            <a:xfrm>
              <a:off x="7031395" y="4165381"/>
              <a:ext cx="105427" cy="59253"/>
            </a:xfrm>
            <a:custGeom>
              <a:rect b="b" l="l" r="r" t="t"/>
              <a:pathLst>
                <a:path extrusionOk="0" h="299" w="532">
                  <a:moveTo>
                    <a:pt x="258" y="1"/>
                  </a:moveTo>
                  <a:cubicBezTo>
                    <a:pt x="235" y="1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24"/>
                    <a:pt x="1" y="161"/>
                    <a:pt x="35" y="181"/>
                  </a:cubicBezTo>
                  <a:lnTo>
                    <a:pt x="201" y="283"/>
                  </a:lnTo>
                  <a:cubicBezTo>
                    <a:pt x="219" y="293"/>
                    <a:pt x="244" y="299"/>
                    <a:pt x="269" y="299"/>
                  </a:cubicBezTo>
                  <a:cubicBezTo>
                    <a:pt x="295" y="299"/>
                    <a:pt x="320" y="293"/>
                    <a:pt x="337" y="283"/>
                  </a:cubicBezTo>
                  <a:lnTo>
                    <a:pt x="489" y="190"/>
                  </a:lnTo>
                  <a:cubicBezTo>
                    <a:pt x="525" y="167"/>
                    <a:pt x="532" y="138"/>
                    <a:pt x="489" y="117"/>
                  </a:cubicBezTo>
                  <a:lnTo>
                    <a:pt x="323" y="17"/>
                  </a:lnTo>
                  <a:cubicBezTo>
                    <a:pt x="305" y="6"/>
                    <a:pt x="282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57"/>
            <p:cNvSpPr/>
            <p:nvPr/>
          </p:nvSpPr>
          <p:spPr>
            <a:xfrm>
              <a:off x="7146533" y="4181036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6" y="0"/>
                  </a:moveTo>
                  <a:cubicBezTo>
                    <a:pt x="231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79"/>
                    <a:pt x="229" y="285"/>
                    <a:pt x="254" y="285"/>
                  </a:cubicBezTo>
                  <a:cubicBezTo>
                    <a:pt x="278" y="285"/>
                    <a:pt x="304" y="279"/>
                    <a:pt x="325" y="268"/>
                  </a:cubicBezTo>
                  <a:lnTo>
                    <a:pt x="468" y="182"/>
                  </a:lnTo>
                  <a:cubicBezTo>
                    <a:pt x="512" y="161"/>
                    <a:pt x="512" y="125"/>
                    <a:pt x="475" y="102"/>
                  </a:cubicBezTo>
                  <a:lnTo>
                    <a:pt x="325" y="16"/>
                  </a:lnTo>
                  <a:cubicBezTo>
                    <a:pt x="307" y="6"/>
                    <a:pt x="282" y="0"/>
                    <a:pt x="25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57"/>
            <p:cNvSpPr/>
            <p:nvPr/>
          </p:nvSpPr>
          <p:spPr>
            <a:xfrm>
              <a:off x="7253546" y="4195305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1"/>
                  </a:moveTo>
                  <a:cubicBezTo>
                    <a:pt x="250" y="1"/>
                    <a:pt x="226" y="6"/>
                    <a:pt x="208" y="16"/>
                  </a:cubicBezTo>
                  <a:lnTo>
                    <a:pt x="35" y="116"/>
                  </a:lnTo>
                  <a:cubicBezTo>
                    <a:pt x="1" y="139"/>
                    <a:pt x="1" y="175"/>
                    <a:pt x="35" y="196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2" y="299"/>
                    <a:pt x="305" y="293"/>
                    <a:pt x="324" y="282"/>
                  </a:cubicBezTo>
                  <a:lnTo>
                    <a:pt x="496" y="189"/>
                  </a:lnTo>
                  <a:cubicBezTo>
                    <a:pt x="532" y="168"/>
                    <a:pt x="532" y="132"/>
                    <a:pt x="496" y="110"/>
                  </a:cubicBezTo>
                  <a:lnTo>
                    <a:pt x="337" y="16"/>
                  </a:lnTo>
                  <a:cubicBezTo>
                    <a:pt x="320" y="6"/>
                    <a:pt x="297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57"/>
            <p:cNvSpPr/>
            <p:nvPr/>
          </p:nvSpPr>
          <p:spPr>
            <a:xfrm>
              <a:off x="6967187" y="4205213"/>
              <a:ext cx="99878" cy="56677"/>
            </a:xfrm>
            <a:custGeom>
              <a:rect b="b" l="l" r="r" t="t"/>
              <a:pathLst>
                <a:path extrusionOk="0" h="286" w="504">
                  <a:moveTo>
                    <a:pt x="231" y="1"/>
                  </a:moveTo>
                  <a:cubicBezTo>
                    <a:pt x="207" y="1"/>
                    <a:pt x="184" y="6"/>
                    <a:pt x="166" y="16"/>
                  </a:cubicBezTo>
                  <a:lnTo>
                    <a:pt x="36" y="96"/>
                  </a:lnTo>
                  <a:cubicBezTo>
                    <a:pt x="0" y="110"/>
                    <a:pt x="0" y="146"/>
                    <a:pt x="36" y="168"/>
                  </a:cubicBezTo>
                  <a:lnTo>
                    <a:pt x="202" y="268"/>
                  </a:lnTo>
                  <a:cubicBezTo>
                    <a:pt x="220" y="280"/>
                    <a:pt x="245" y="285"/>
                    <a:pt x="270" y="285"/>
                  </a:cubicBezTo>
                  <a:cubicBezTo>
                    <a:pt x="295" y="285"/>
                    <a:pt x="320" y="280"/>
                    <a:pt x="338" y="268"/>
                  </a:cubicBezTo>
                  <a:lnTo>
                    <a:pt x="468" y="189"/>
                  </a:lnTo>
                  <a:cubicBezTo>
                    <a:pt x="504" y="168"/>
                    <a:pt x="504" y="132"/>
                    <a:pt x="468" y="118"/>
                  </a:cubicBezTo>
                  <a:lnTo>
                    <a:pt x="295" y="16"/>
                  </a:lnTo>
                  <a:cubicBezTo>
                    <a:pt x="277" y="6"/>
                    <a:pt x="25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57"/>
            <p:cNvSpPr/>
            <p:nvPr/>
          </p:nvSpPr>
          <p:spPr>
            <a:xfrm>
              <a:off x="7078164" y="422106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60" y="0"/>
                  </a:moveTo>
                  <a:cubicBezTo>
                    <a:pt x="236" y="0"/>
                    <a:pt x="213" y="5"/>
                    <a:pt x="196" y="16"/>
                  </a:cubicBezTo>
                  <a:lnTo>
                    <a:pt x="37" y="102"/>
                  </a:lnTo>
                  <a:cubicBezTo>
                    <a:pt x="1" y="124"/>
                    <a:pt x="1" y="159"/>
                    <a:pt x="37" y="181"/>
                  </a:cubicBezTo>
                  <a:lnTo>
                    <a:pt x="187" y="268"/>
                  </a:lnTo>
                  <a:cubicBezTo>
                    <a:pt x="205" y="278"/>
                    <a:pt x="229" y="283"/>
                    <a:pt x="253" y="283"/>
                  </a:cubicBezTo>
                  <a:cubicBezTo>
                    <a:pt x="276" y="283"/>
                    <a:pt x="299" y="278"/>
                    <a:pt x="317" y="268"/>
                  </a:cubicBezTo>
                  <a:lnTo>
                    <a:pt x="475" y="181"/>
                  </a:lnTo>
                  <a:cubicBezTo>
                    <a:pt x="512" y="159"/>
                    <a:pt x="512" y="124"/>
                    <a:pt x="475" y="102"/>
                  </a:cubicBezTo>
                  <a:lnTo>
                    <a:pt x="325" y="16"/>
                  </a:lnTo>
                  <a:cubicBezTo>
                    <a:pt x="307" y="5"/>
                    <a:pt x="283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57"/>
            <p:cNvSpPr/>
            <p:nvPr/>
          </p:nvSpPr>
          <p:spPr>
            <a:xfrm>
              <a:off x="7185177" y="4237713"/>
              <a:ext cx="101067" cy="56677"/>
            </a:xfrm>
            <a:custGeom>
              <a:rect b="b" l="l" r="r" t="t"/>
              <a:pathLst>
                <a:path extrusionOk="0" h="286" w="510">
                  <a:moveTo>
                    <a:pt x="255" y="1"/>
                  </a:moveTo>
                  <a:cubicBezTo>
                    <a:pt x="230" y="1"/>
                    <a:pt x="205" y="4"/>
                    <a:pt x="187" y="11"/>
                  </a:cubicBezTo>
                  <a:lnTo>
                    <a:pt x="35" y="104"/>
                  </a:lnTo>
                  <a:cubicBezTo>
                    <a:pt x="1" y="127"/>
                    <a:pt x="1" y="154"/>
                    <a:pt x="35" y="177"/>
                  </a:cubicBezTo>
                  <a:lnTo>
                    <a:pt x="194" y="270"/>
                  </a:lnTo>
                  <a:cubicBezTo>
                    <a:pt x="212" y="280"/>
                    <a:pt x="235" y="285"/>
                    <a:pt x="259" y="285"/>
                  </a:cubicBezTo>
                  <a:cubicBezTo>
                    <a:pt x="282" y="285"/>
                    <a:pt x="305" y="280"/>
                    <a:pt x="323" y="270"/>
                  </a:cubicBezTo>
                  <a:lnTo>
                    <a:pt x="475" y="184"/>
                  </a:lnTo>
                  <a:cubicBezTo>
                    <a:pt x="510" y="161"/>
                    <a:pt x="510" y="127"/>
                    <a:pt x="475" y="104"/>
                  </a:cubicBezTo>
                  <a:lnTo>
                    <a:pt x="323" y="11"/>
                  </a:lnTo>
                  <a:cubicBezTo>
                    <a:pt x="305" y="4"/>
                    <a:pt x="28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57"/>
            <p:cNvSpPr/>
            <p:nvPr/>
          </p:nvSpPr>
          <p:spPr>
            <a:xfrm>
              <a:off x="6894656" y="4242271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73" y="1"/>
                  </a:moveTo>
                  <a:cubicBezTo>
                    <a:pt x="249" y="1"/>
                    <a:pt x="226" y="6"/>
                    <a:pt x="208" y="17"/>
                  </a:cubicBezTo>
                  <a:lnTo>
                    <a:pt x="35" y="118"/>
                  </a:lnTo>
                  <a:cubicBezTo>
                    <a:pt x="1" y="138"/>
                    <a:pt x="1" y="168"/>
                    <a:pt x="35" y="190"/>
                  </a:cubicBezTo>
                  <a:lnTo>
                    <a:pt x="208" y="290"/>
                  </a:lnTo>
                  <a:cubicBezTo>
                    <a:pt x="226" y="300"/>
                    <a:pt x="249" y="306"/>
                    <a:pt x="273" y="306"/>
                  </a:cubicBezTo>
                  <a:cubicBezTo>
                    <a:pt x="296" y="306"/>
                    <a:pt x="320" y="300"/>
                    <a:pt x="337" y="290"/>
                  </a:cubicBezTo>
                  <a:lnTo>
                    <a:pt x="509" y="190"/>
                  </a:lnTo>
                  <a:cubicBezTo>
                    <a:pt x="546" y="168"/>
                    <a:pt x="546" y="138"/>
                    <a:pt x="509" y="118"/>
                  </a:cubicBezTo>
                  <a:lnTo>
                    <a:pt x="337" y="17"/>
                  </a:lnTo>
                  <a:cubicBezTo>
                    <a:pt x="320" y="6"/>
                    <a:pt x="296" y="1"/>
                    <a:pt x="27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57"/>
            <p:cNvSpPr/>
            <p:nvPr/>
          </p:nvSpPr>
          <p:spPr>
            <a:xfrm>
              <a:off x="7014352" y="4260701"/>
              <a:ext cx="95519" cy="53704"/>
            </a:xfrm>
            <a:custGeom>
              <a:rect b="b" l="l" r="r" t="t"/>
              <a:pathLst>
                <a:path extrusionOk="0" h="271" w="482">
                  <a:moveTo>
                    <a:pt x="231" y="1"/>
                  </a:moveTo>
                  <a:cubicBezTo>
                    <a:pt x="206" y="1"/>
                    <a:pt x="182" y="6"/>
                    <a:pt x="164" y="18"/>
                  </a:cubicBezTo>
                  <a:lnTo>
                    <a:pt x="35" y="88"/>
                  </a:lnTo>
                  <a:cubicBezTo>
                    <a:pt x="0" y="111"/>
                    <a:pt x="0" y="147"/>
                    <a:pt x="35" y="168"/>
                  </a:cubicBezTo>
                  <a:lnTo>
                    <a:pt x="187" y="254"/>
                  </a:lnTo>
                  <a:cubicBezTo>
                    <a:pt x="205" y="265"/>
                    <a:pt x="228" y="271"/>
                    <a:pt x="251" y="271"/>
                  </a:cubicBezTo>
                  <a:cubicBezTo>
                    <a:pt x="275" y="271"/>
                    <a:pt x="298" y="265"/>
                    <a:pt x="316" y="254"/>
                  </a:cubicBezTo>
                  <a:lnTo>
                    <a:pt x="445" y="183"/>
                  </a:lnTo>
                  <a:cubicBezTo>
                    <a:pt x="482" y="161"/>
                    <a:pt x="482" y="125"/>
                    <a:pt x="445" y="104"/>
                  </a:cubicBezTo>
                  <a:lnTo>
                    <a:pt x="302" y="18"/>
                  </a:lnTo>
                  <a:cubicBezTo>
                    <a:pt x="281" y="6"/>
                    <a:pt x="255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57"/>
            <p:cNvSpPr/>
            <p:nvPr/>
          </p:nvSpPr>
          <p:spPr>
            <a:xfrm>
              <a:off x="7116807" y="427655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0"/>
                  </a:moveTo>
                  <a:cubicBezTo>
                    <a:pt x="235" y="0"/>
                    <a:pt x="212" y="6"/>
                    <a:pt x="194" y="17"/>
                  </a:cubicBezTo>
                  <a:lnTo>
                    <a:pt x="35" y="110"/>
                  </a:lnTo>
                  <a:cubicBezTo>
                    <a:pt x="1" y="131"/>
                    <a:pt x="1" y="160"/>
                    <a:pt x="35" y="181"/>
                  </a:cubicBezTo>
                  <a:lnTo>
                    <a:pt x="187" y="276"/>
                  </a:lnTo>
                  <a:cubicBezTo>
                    <a:pt x="205" y="286"/>
                    <a:pt x="230" y="291"/>
                    <a:pt x="255" y="291"/>
                  </a:cubicBezTo>
                  <a:cubicBezTo>
                    <a:pt x="280" y="291"/>
                    <a:pt x="305" y="286"/>
                    <a:pt x="323" y="276"/>
                  </a:cubicBezTo>
                  <a:lnTo>
                    <a:pt x="482" y="181"/>
                  </a:lnTo>
                  <a:cubicBezTo>
                    <a:pt x="518" y="160"/>
                    <a:pt x="518" y="131"/>
                    <a:pt x="482" y="110"/>
                  </a:cubicBezTo>
                  <a:lnTo>
                    <a:pt x="323" y="17"/>
                  </a:lnTo>
                  <a:cubicBezTo>
                    <a:pt x="305" y="6"/>
                    <a:pt x="282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57"/>
            <p:cNvSpPr/>
            <p:nvPr/>
          </p:nvSpPr>
          <p:spPr>
            <a:xfrm>
              <a:off x="6941425" y="4297958"/>
              <a:ext cx="104238" cy="57866"/>
            </a:xfrm>
            <a:custGeom>
              <a:rect b="b" l="l" r="r" t="t"/>
              <a:pathLst>
                <a:path extrusionOk="0" h="292" w="526">
                  <a:moveTo>
                    <a:pt x="275" y="0"/>
                  </a:moveTo>
                  <a:cubicBezTo>
                    <a:pt x="251" y="0"/>
                    <a:pt x="228" y="6"/>
                    <a:pt x="210" y="16"/>
                  </a:cubicBezTo>
                  <a:lnTo>
                    <a:pt x="37" y="109"/>
                  </a:lnTo>
                  <a:cubicBezTo>
                    <a:pt x="1" y="132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31" y="292"/>
                    <a:pt x="256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9" y="182"/>
                  </a:lnTo>
                  <a:cubicBezTo>
                    <a:pt x="525" y="159"/>
                    <a:pt x="525" y="125"/>
                    <a:pt x="489" y="102"/>
                  </a:cubicBezTo>
                  <a:lnTo>
                    <a:pt x="346" y="16"/>
                  </a:lnTo>
                  <a:cubicBezTo>
                    <a:pt x="324" y="6"/>
                    <a:pt x="299" y="0"/>
                    <a:pt x="27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57"/>
            <p:cNvSpPr/>
            <p:nvPr/>
          </p:nvSpPr>
          <p:spPr>
            <a:xfrm>
              <a:off x="7052600" y="4316388"/>
              <a:ext cx="96906" cy="54893"/>
            </a:xfrm>
            <a:custGeom>
              <a:rect b="b" l="l" r="r" t="t"/>
              <a:pathLst>
                <a:path extrusionOk="0" h="277" w="489">
                  <a:moveTo>
                    <a:pt x="232" y="1"/>
                  </a:moveTo>
                  <a:cubicBezTo>
                    <a:pt x="208" y="1"/>
                    <a:pt x="184" y="6"/>
                    <a:pt x="166" y="16"/>
                  </a:cubicBezTo>
                  <a:lnTo>
                    <a:pt x="37" y="95"/>
                  </a:lnTo>
                  <a:cubicBezTo>
                    <a:pt x="1" y="118"/>
                    <a:pt x="1" y="145"/>
                    <a:pt x="37" y="168"/>
                  </a:cubicBezTo>
                  <a:lnTo>
                    <a:pt x="187" y="261"/>
                  </a:lnTo>
                  <a:cubicBezTo>
                    <a:pt x="205" y="271"/>
                    <a:pt x="230" y="277"/>
                    <a:pt x="256" y="277"/>
                  </a:cubicBezTo>
                  <a:cubicBezTo>
                    <a:pt x="281" y="277"/>
                    <a:pt x="307" y="271"/>
                    <a:pt x="325" y="261"/>
                  </a:cubicBezTo>
                  <a:lnTo>
                    <a:pt x="454" y="182"/>
                  </a:lnTo>
                  <a:cubicBezTo>
                    <a:pt x="489" y="161"/>
                    <a:pt x="489" y="132"/>
                    <a:pt x="454" y="109"/>
                  </a:cubicBezTo>
                  <a:lnTo>
                    <a:pt x="302" y="16"/>
                  </a:lnTo>
                  <a:cubicBezTo>
                    <a:pt x="281" y="6"/>
                    <a:pt x="256" y="1"/>
                    <a:pt x="23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57"/>
            <p:cNvSpPr/>
            <p:nvPr/>
          </p:nvSpPr>
          <p:spPr>
            <a:xfrm>
              <a:off x="6874443" y="4338979"/>
              <a:ext cx="100077" cy="56677"/>
            </a:xfrm>
            <a:custGeom>
              <a:rect b="b" l="l" r="r" t="t"/>
              <a:pathLst>
                <a:path extrusionOk="0" h="286" w="505">
                  <a:moveTo>
                    <a:pt x="253" y="1"/>
                  </a:moveTo>
                  <a:cubicBezTo>
                    <a:pt x="229" y="1"/>
                    <a:pt x="206" y="6"/>
                    <a:pt x="189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3"/>
                  </a:cubicBezTo>
                  <a:lnTo>
                    <a:pt x="189" y="270"/>
                  </a:lnTo>
                  <a:cubicBezTo>
                    <a:pt x="206" y="280"/>
                    <a:pt x="229" y="285"/>
                    <a:pt x="253" y="285"/>
                  </a:cubicBezTo>
                  <a:cubicBezTo>
                    <a:pt x="276" y="285"/>
                    <a:pt x="300" y="280"/>
                    <a:pt x="318" y="270"/>
                  </a:cubicBezTo>
                  <a:lnTo>
                    <a:pt x="468" y="183"/>
                  </a:lnTo>
                  <a:cubicBezTo>
                    <a:pt x="504" y="161"/>
                    <a:pt x="504" y="125"/>
                    <a:pt x="468" y="104"/>
                  </a:cubicBezTo>
                  <a:lnTo>
                    <a:pt x="318" y="18"/>
                  </a:lnTo>
                  <a:cubicBezTo>
                    <a:pt x="300" y="6"/>
                    <a:pt x="276" y="1"/>
                    <a:pt x="2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57"/>
            <p:cNvSpPr/>
            <p:nvPr/>
          </p:nvSpPr>
          <p:spPr>
            <a:xfrm>
              <a:off x="6980069" y="4353446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3" y="0"/>
                  </a:moveTo>
                  <a:cubicBezTo>
                    <a:pt x="250" y="0"/>
                    <a:pt x="226" y="6"/>
                    <a:pt x="208" y="17"/>
                  </a:cubicBezTo>
                  <a:lnTo>
                    <a:pt x="35" y="117"/>
                  </a:lnTo>
                  <a:cubicBezTo>
                    <a:pt x="1" y="138"/>
                    <a:pt x="1" y="167"/>
                    <a:pt x="35" y="190"/>
                  </a:cubicBezTo>
                  <a:lnTo>
                    <a:pt x="194" y="283"/>
                  </a:lnTo>
                  <a:cubicBezTo>
                    <a:pt x="212" y="293"/>
                    <a:pt x="235" y="298"/>
                    <a:pt x="260" y="298"/>
                  </a:cubicBezTo>
                  <a:cubicBezTo>
                    <a:pt x="284" y="298"/>
                    <a:pt x="309" y="293"/>
                    <a:pt x="330" y="283"/>
                  </a:cubicBezTo>
                  <a:lnTo>
                    <a:pt x="496" y="181"/>
                  </a:lnTo>
                  <a:cubicBezTo>
                    <a:pt x="532" y="160"/>
                    <a:pt x="532" y="131"/>
                    <a:pt x="496" y="110"/>
                  </a:cubicBezTo>
                  <a:lnTo>
                    <a:pt x="337" y="17"/>
                  </a:lnTo>
                  <a:cubicBezTo>
                    <a:pt x="320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57"/>
            <p:cNvSpPr/>
            <p:nvPr/>
          </p:nvSpPr>
          <p:spPr>
            <a:xfrm>
              <a:off x="7048438" y="4202241"/>
              <a:ext cx="437562" cy="250290"/>
            </a:xfrm>
            <a:custGeom>
              <a:rect b="b" l="l" r="r" t="t"/>
              <a:pathLst>
                <a:path extrusionOk="0" h="1263" w="2208">
                  <a:moveTo>
                    <a:pt x="1948" y="1"/>
                  </a:moveTo>
                  <a:cubicBezTo>
                    <a:pt x="1924" y="1"/>
                    <a:pt x="1901" y="6"/>
                    <a:pt x="1883" y="18"/>
                  </a:cubicBezTo>
                  <a:lnTo>
                    <a:pt x="44" y="1082"/>
                  </a:lnTo>
                  <a:cubicBezTo>
                    <a:pt x="1" y="1103"/>
                    <a:pt x="1" y="1132"/>
                    <a:pt x="44" y="1153"/>
                  </a:cubicBezTo>
                  <a:lnTo>
                    <a:pt x="194" y="1246"/>
                  </a:lnTo>
                  <a:cubicBezTo>
                    <a:pt x="212" y="1257"/>
                    <a:pt x="237" y="1263"/>
                    <a:pt x="262" y="1263"/>
                  </a:cubicBezTo>
                  <a:cubicBezTo>
                    <a:pt x="287" y="1263"/>
                    <a:pt x="312" y="1257"/>
                    <a:pt x="330" y="1246"/>
                  </a:cubicBezTo>
                  <a:lnTo>
                    <a:pt x="2171" y="183"/>
                  </a:lnTo>
                  <a:cubicBezTo>
                    <a:pt x="2207" y="161"/>
                    <a:pt x="2207" y="125"/>
                    <a:pt x="2171" y="104"/>
                  </a:cubicBezTo>
                  <a:lnTo>
                    <a:pt x="2019" y="18"/>
                  </a:lnTo>
                  <a:cubicBezTo>
                    <a:pt x="1998" y="6"/>
                    <a:pt x="1973" y="1"/>
                    <a:pt x="1948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57"/>
            <p:cNvSpPr/>
            <p:nvPr/>
          </p:nvSpPr>
          <p:spPr>
            <a:xfrm>
              <a:off x="6981456" y="4434697"/>
              <a:ext cx="101464" cy="56281"/>
            </a:xfrm>
            <a:custGeom>
              <a:rect b="b" l="l" r="r" t="t"/>
              <a:pathLst>
                <a:path extrusionOk="0" h="284" w="512">
                  <a:moveTo>
                    <a:pt x="252" y="0"/>
                  </a:moveTo>
                  <a:cubicBezTo>
                    <a:pt x="228" y="0"/>
                    <a:pt x="205" y="6"/>
                    <a:pt x="187" y="16"/>
                  </a:cubicBezTo>
                  <a:lnTo>
                    <a:pt x="37" y="102"/>
                  </a:lnTo>
                  <a:cubicBezTo>
                    <a:pt x="1" y="125"/>
                    <a:pt x="1" y="159"/>
                    <a:pt x="37" y="182"/>
                  </a:cubicBezTo>
                  <a:lnTo>
                    <a:pt x="194" y="268"/>
                  </a:lnTo>
                  <a:cubicBezTo>
                    <a:pt x="212" y="278"/>
                    <a:pt x="235" y="283"/>
                    <a:pt x="259" y="283"/>
                  </a:cubicBezTo>
                  <a:cubicBezTo>
                    <a:pt x="282" y="283"/>
                    <a:pt x="305" y="278"/>
                    <a:pt x="323" y="268"/>
                  </a:cubicBezTo>
                  <a:lnTo>
                    <a:pt x="475" y="182"/>
                  </a:lnTo>
                  <a:cubicBezTo>
                    <a:pt x="511" y="159"/>
                    <a:pt x="511" y="132"/>
                    <a:pt x="475" y="109"/>
                  </a:cubicBezTo>
                  <a:lnTo>
                    <a:pt x="316" y="16"/>
                  </a:lnTo>
                  <a:cubicBezTo>
                    <a:pt x="298" y="6"/>
                    <a:pt x="275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57"/>
            <p:cNvSpPr/>
            <p:nvPr/>
          </p:nvSpPr>
          <p:spPr>
            <a:xfrm>
              <a:off x="6915861" y="4474529"/>
              <a:ext cx="98689" cy="54893"/>
            </a:xfrm>
            <a:custGeom>
              <a:rect b="b" l="l" r="r" t="t"/>
              <a:pathLst>
                <a:path extrusionOk="0" h="277" w="498">
                  <a:moveTo>
                    <a:pt x="241" y="0"/>
                  </a:moveTo>
                  <a:cubicBezTo>
                    <a:pt x="216" y="0"/>
                    <a:pt x="191" y="6"/>
                    <a:pt x="173" y="17"/>
                  </a:cubicBezTo>
                  <a:lnTo>
                    <a:pt x="44" y="88"/>
                  </a:lnTo>
                  <a:cubicBezTo>
                    <a:pt x="0" y="110"/>
                    <a:pt x="0" y="146"/>
                    <a:pt x="37" y="167"/>
                  </a:cubicBezTo>
                  <a:lnTo>
                    <a:pt x="195" y="260"/>
                  </a:lnTo>
                  <a:cubicBezTo>
                    <a:pt x="213" y="271"/>
                    <a:pt x="236" y="277"/>
                    <a:pt x="260" y="277"/>
                  </a:cubicBezTo>
                  <a:cubicBezTo>
                    <a:pt x="285" y="277"/>
                    <a:pt x="310" y="271"/>
                    <a:pt x="332" y="260"/>
                  </a:cubicBezTo>
                  <a:lnTo>
                    <a:pt x="461" y="182"/>
                  </a:lnTo>
                  <a:cubicBezTo>
                    <a:pt x="497" y="160"/>
                    <a:pt x="497" y="124"/>
                    <a:pt x="461" y="103"/>
                  </a:cubicBezTo>
                  <a:lnTo>
                    <a:pt x="309" y="17"/>
                  </a:lnTo>
                  <a:cubicBezTo>
                    <a:pt x="291" y="6"/>
                    <a:pt x="266" y="0"/>
                    <a:pt x="24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57"/>
            <p:cNvSpPr/>
            <p:nvPr/>
          </p:nvSpPr>
          <p:spPr>
            <a:xfrm>
              <a:off x="7521277" y="412257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9" y="1"/>
                  </a:moveTo>
                  <a:cubicBezTo>
                    <a:pt x="236" y="1"/>
                    <a:pt x="212" y="6"/>
                    <a:pt x="194" y="18"/>
                  </a:cubicBezTo>
                  <a:lnTo>
                    <a:pt x="37" y="104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94" y="276"/>
                  </a:lnTo>
                  <a:cubicBezTo>
                    <a:pt x="212" y="287"/>
                    <a:pt x="236" y="292"/>
                    <a:pt x="259" y="292"/>
                  </a:cubicBezTo>
                  <a:cubicBezTo>
                    <a:pt x="283" y="292"/>
                    <a:pt x="306" y="287"/>
                    <a:pt x="323" y="276"/>
                  </a:cubicBezTo>
                  <a:lnTo>
                    <a:pt x="482" y="182"/>
                  </a:lnTo>
                  <a:cubicBezTo>
                    <a:pt x="518" y="161"/>
                    <a:pt x="518" y="125"/>
                    <a:pt x="482" y="104"/>
                  </a:cubicBezTo>
                  <a:lnTo>
                    <a:pt x="323" y="18"/>
                  </a:lnTo>
                  <a:cubicBezTo>
                    <a:pt x="306" y="6"/>
                    <a:pt x="2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57"/>
            <p:cNvSpPr/>
            <p:nvPr/>
          </p:nvSpPr>
          <p:spPr>
            <a:xfrm>
              <a:off x="7589646" y="408274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58" y="0"/>
                  </a:moveTo>
                  <a:cubicBezTo>
                    <a:pt x="234" y="0"/>
                    <a:pt x="209" y="6"/>
                    <a:pt x="187" y="17"/>
                  </a:cubicBezTo>
                  <a:lnTo>
                    <a:pt x="44" y="103"/>
                  </a:lnTo>
                  <a:cubicBezTo>
                    <a:pt x="1" y="124"/>
                    <a:pt x="1" y="160"/>
                    <a:pt x="37" y="182"/>
                  </a:cubicBezTo>
                  <a:lnTo>
                    <a:pt x="194" y="276"/>
                  </a:lnTo>
                  <a:cubicBezTo>
                    <a:pt x="212" y="286"/>
                    <a:pt x="236" y="291"/>
                    <a:pt x="260" y="291"/>
                  </a:cubicBezTo>
                  <a:cubicBezTo>
                    <a:pt x="285" y="291"/>
                    <a:pt x="310" y="286"/>
                    <a:pt x="332" y="276"/>
                  </a:cubicBezTo>
                  <a:lnTo>
                    <a:pt x="475" y="182"/>
                  </a:lnTo>
                  <a:cubicBezTo>
                    <a:pt x="518" y="167"/>
                    <a:pt x="518" y="132"/>
                    <a:pt x="482" y="110"/>
                  </a:cubicBezTo>
                  <a:lnTo>
                    <a:pt x="323" y="17"/>
                  </a:lnTo>
                  <a:cubicBezTo>
                    <a:pt x="306" y="6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57"/>
            <p:cNvSpPr/>
            <p:nvPr/>
          </p:nvSpPr>
          <p:spPr>
            <a:xfrm>
              <a:off x="7658015" y="4041523"/>
              <a:ext cx="105625" cy="59253"/>
            </a:xfrm>
            <a:custGeom>
              <a:rect b="b" l="l" r="r" t="t"/>
              <a:pathLst>
                <a:path extrusionOk="0" h="299" w="533">
                  <a:moveTo>
                    <a:pt x="274" y="1"/>
                  </a:moveTo>
                  <a:cubicBezTo>
                    <a:pt x="251" y="1"/>
                    <a:pt x="228" y="6"/>
                    <a:pt x="209" y="16"/>
                  </a:cubicBezTo>
                  <a:lnTo>
                    <a:pt x="37" y="116"/>
                  </a:lnTo>
                  <a:cubicBezTo>
                    <a:pt x="1" y="139"/>
                    <a:pt x="1" y="175"/>
                    <a:pt x="37" y="189"/>
                  </a:cubicBezTo>
                  <a:lnTo>
                    <a:pt x="194" y="282"/>
                  </a:lnTo>
                  <a:cubicBezTo>
                    <a:pt x="212" y="293"/>
                    <a:pt x="236" y="299"/>
                    <a:pt x="259" y="299"/>
                  </a:cubicBezTo>
                  <a:cubicBezTo>
                    <a:pt x="283" y="299"/>
                    <a:pt x="306" y="293"/>
                    <a:pt x="323" y="282"/>
                  </a:cubicBezTo>
                  <a:lnTo>
                    <a:pt x="496" y="182"/>
                  </a:lnTo>
                  <a:cubicBezTo>
                    <a:pt x="532" y="159"/>
                    <a:pt x="532" y="132"/>
                    <a:pt x="496" y="109"/>
                  </a:cubicBezTo>
                  <a:lnTo>
                    <a:pt x="339" y="16"/>
                  </a:lnTo>
                  <a:cubicBezTo>
                    <a:pt x="321" y="6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57"/>
            <p:cNvSpPr/>
            <p:nvPr/>
          </p:nvSpPr>
          <p:spPr>
            <a:xfrm>
              <a:off x="6562718" y="4514362"/>
              <a:ext cx="106814" cy="60640"/>
            </a:xfrm>
            <a:custGeom>
              <a:rect b="b" l="l" r="r" t="t"/>
              <a:pathLst>
                <a:path extrusionOk="0" h="306" w="539">
                  <a:moveTo>
                    <a:pt x="288" y="0"/>
                  </a:moveTo>
                  <a:cubicBezTo>
                    <a:pt x="264" y="0"/>
                    <a:pt x="241" y="6"/>
                    <a:pt x="223" y="16"/>
                  </a:cubicBezTo>
                  <a:lnTo>
                    <a:pt x="37" y="125"/>
                  </a:lnTo>
                  <a:cubicBezTo>
                    <a:pt x="0" y="145"/>
                    <a:pt x="0" y="182"/>
                    <a:pt x="37" y="204"/>
                  </a:cubicBezTo>
                  <a:lnTo>
                    <a:pt x="187" y="290"/>
                  </a:lnTo>
                  <a:cubicBezTo>
                    <a:pt x="205" y="301"/>
                    <a:pt x="228" y="306"/>
                    <a:pt x="251" y="306"/>
                  </a:cubicBezTo>
                  <a:cubicBezTo>
                    <a:pt x="275" y="306"/>
                    <a:pt x="298" y="301"/>
                    <a:pt x="316" y="290"/>
                  </a:cubicBezTo>
                  <a:lnTo>
                    <a:pt x="502" y="182"/>
                  </a:lnTo>
                  <a:cubicBezTo>
                    <a:pt x="539" y="161"/>
                    <a:pt x="539" y="125"/>
                    <a:pt x="502" y="102"/>
                  </a:cubicBezTo>
                  <a:lnTo>
                    <a:pt x="352" y="16"/>
                  </a:lnTo>
                  <a:cubicBezTo>
                    <a:pt x="334" y="6"/>
                    <a:pt x="311" y="0"/>
                    <a:pt x="28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57"/>
            <p:cNvSpPr/>
            <p:nvPr/>
          </p:nvSpPr>
          <p:spPr>
            <a:xfrm>
              <a:off x="6629700" y="4554393"/>
              <a:ext cx="108202" cy="60640"/>
            </a:xfrm>
            <a:custGeom>
              <a:rect b="b" l="l" r="r" t="t"/>
              <a:pathLst>
                <a:path extrusionOk="0" h="306" w="546">
                  <a:moveTo>
                    <a:pt x="289" y="0"/>
                  </a:moveTo>
                  <a:cubicBezTo>
                    <a:pt x="265" y="0"/>
                    <a:pt x="241" y="5"/>
                    <a:pt x="223" y="16"/>
                  </a:cubicBezTo>
                  <a:lnTo>
                    <a:pt x="35" y="124"/>
                  </a:lnTo>
                  <a:cubicBezTo>
                    <a:pt x="1" y="145"/>
                    <a:pt x="1" y="181"/>
                    <a:pt x="35" y="202"/>
                  </a:cubicBezTo>
                  <a:lnTo>
                    <a:pt x="194" y="288"/>
                  </a:lnTo>
                  <a:cubicBezTo>
                    <a:pt x="212" y="300"/>
                    <a:pt x="235" y="305"/>
                    <a:pt x="258" y="305"/>
                  </a:cubicBezTo>
                  <a:cubicBezTo>
                    <a:pt x="282" y="305"/>
                    <a:pt x="305" y="300"/>
                    <a:pt x="323" y="288"/>
                  </a:cubicBezTo>
                  <a:lnTo>
                    <a:pt x="509" y="181"/>
                  </a:lnTo>
                  <a:cubicBezTo>
                    <a:pt x="546" y="159"/>
                    <a:pt x="546" y="124"/>
                    <a:pt x="509" y="102"/>
                  </a:cubicBezTo>
                  <a:lnTo>
                    <a:pt x="359" y="16"/>
                  </a:lnTo>
                  <a:cubicBezTo>
                    <a:pt x="338" y="5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57"/>
            <p:cNvSpPr/>
            <p:nvPr/>
          </p:nvSpPr>
          <p:spPr>
            <a:xfrm>
              <a:off x="7393059" y="4116828"/>
              <a:ext cx="104238" cy="56479"/>
            </a:xfrm>
            <a:custGeom>
              <a:rect b="b" l="l" r="r" t="t"/>
              <a:pathLst>
                <a:path extrusionOk="0" h="285" w="526">
                  <a:moveTo>
                    <a:pt x="263" y="1"/>
                  </a:moveTo>
                  <a:cubicBezTo>
                    <a:pt x="238" y="1"/>
                    <a:pt x="212" y="6"/>
                    <a:pt x="194" y="17"/>
                  </a:cubicBezTo>
                  <a:lnTo>
                    <a:pt x="44" y="104"/>
                  </a:lnTo>
                  <a:cubicBezTo>
                    <a:pt x="1" y="124"/>
                    <a:pt x="1" y="161"/>
                    <a:pt x="37" y="183"/>
                  </a:cubicBezTo>
                  <a:lnTo>
                    <a:pt x="194" y="269"/>
                  </a:lnTo>
                  <a:cubicBezTo>
                    <a:pt x="212" y="280"/>
                    <a:pt x="236" y="285"/>
                    <a:pt x="260" y="285"/>
                  </a:cubicBezTo>
                  <a:cubicBezTo>
                    <a:pt x="285" y="285"/>
                    <a:pt x="310" y="280"/>
                    <a:pt x="332" y="269"/>
                  </a:cubicBezTo>
                  <a:lnTo>
                    <a:pt x="482" y="183"/>
                  </a:lnTo>
                  <a:cubicBezTo>
                    <a:pt x="525" y="161"/>
                    <a:pt x="525" y="124"/>
                    <a:pt x="489" y="104"/>
                  </a:cubicBezTo>
                  <a:lnTo>
                    <a:pt x="332" y="17"/>
                  </a:lnTo>
                  <a:cubicBezTo>
                    <a:pt x="314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57"/>
            <p:cNvSpPr/>
            <p:nvPr/>
          </p:nvSpPr>
          <p:spPr>
            <a:xfrm>
              <a:off x="7351840" y="3849098"/>
              <a:ext cx="79665" cy="45183"/>
            </a:xfrm>
            <a:custGeom>
              <a:rect b="b" l="l" r="r" t="t"/>
              <a:pathLst>
                <a:path extrusionOk="0" h="228" w="402">
                  <a:moveTo>
                    <a:pt x="274" y="1"/>
                  </a:moveTo>
                  <a:cubicBezTo>
                    <a:pt x="250" y="1"/>
                    <a:pt x="227" y="6"/>
                    <a:pt x="209" y="18"/>
                  </a:cubicBezTo>
                  <a:lnTo>
                    <a:pt x="36" y="118"/>
                  </a:lnTo>
                  <a:cubicBezTo>
                    <a:pt x="0" y="138"/>
                    <a:pt x="0" y="175"/>
                    <a:pt x="36" y="197"/>
                  </a:cubicBezTo>
                  <a:lnTo>
                    <a:pt x="66" y="211"/>
                  </a:lnTo>
                  <a:cubicBezTo>
                    <a:pt x="83" y="222"/>
                    <a:pt x="106" y="228"/>
                    <a:pt x="130" y="228"/>
                  </a:cubicBezTo>
                  <a:cubicBezTo>
                    <a:pt x="153" y="228"/>
                    <a:pt x="177" y="222"/>
                    <a:pt x="195" y="211"/>
                  </a:cubicBezTo>
                  <a:lnTo>
                    <a:pt x="367" y="111"/>
                  </a:lnTo>
                  <a:cubicBezTo>
                    <a:pt x="402" y="88"/>
                    <a:pt x="402" y="52"/>
                    <a:pt x="367" y="31"/>
                  </a:cubicBezTo>
                  <a:lnTo>
                    <a:pt x="345" y="18"/>
                  </a:lnTo>
                  <a:cubicBezTo>
                    <a:pt x="323" y="6"/>
                    <a:pt x="298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57"/>
            <p:cNvSpPr/>
            <p:nvPr/>
          </p:nvSpPr>
          <p:spPr>
            <a:xfrm>
              <a:off x="7424569" y="3806491"/>
              <a:ext cx="81250" cy="46372"/>
            </a:xfrm>
            <a:custGeom>
              <a:rect b="b" l="l" r="r" t="t"/>
              <a:pathLst>
                <a:path extrusionOk="0" h="234" w="410">
                  <a:moveTo>
                    <a:pt x="284" y="0"/>
                  </a:moveTo>
                  <a:cubicBezTo>
                    <a:pt x="258" y="0"/>
                    <a:pt x="233" y="6"/>
                    <a:pt x="216" y="17"/>
                  </a:cubicBezTo>
                  <a:lnTo>
                    <a:pt x="35" y="124"/>
                  </a:lnTo>
                  <a:cubicBezTo>
                    <a:pt x="0" y="146"/>
                    <a:pt x="0" y="181"/>
                    <a:pt x="35" y="203"/>
                  </a:cubicBezTo>
                  <a:lnTo>
                    <a:pt x="57" y="217"/>
                  </a:lnTo>
                  <a:cubicBezTo>
                    <a:pt x="76" y="228"/>
                    <a:pt x="101" y="234"/>
                    <a:pt x="126" y="234"/>
                  </a:cubicBezTo>
                  <a:cubicBezTo>
                    <a:pt x="151" y="234"/>
                    <a:pt x="176" y="228"/>
                    <a:pt x="194" y="217"/>
                  </a:cubicBezTo>
                  <a:lnTo>
                    <a:pt x="373" y="110"/>
                  </a:lnTo>
                  <a:cubicBezTo>
                    <a:pt x="409" y="88"/>
                    <a:pt x="409" y="51"/>
                    <a:pt x="373" y="31"/>
                  </a:cubicBezTo>
                  <a:lnTo>
                    <a:pt x="352" y="17"/>
                  </a:lnTo>
                  <a:cubicBezTo>
                    <a:pt x="334" y="6"/>
                    <a:pt x="309" y="0"/>
                    <a:pt x="28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57"/>
            <p:cNvSpPr/>
            <p:nvPr/>
          </p:nvSpPr>
          <p:spPr>
            <a:xfrm>
              <a:off x="7467374" y="3832055"/>
              <a:ext cx="106814" cy="59253"/>
            </a:xfrm>
            <a:custGeom>
              <a:rect b="b" l="l" r="r" t="t"/>
              <a:pathLst>
                <a:path extrusionOk="0" h="299" w="539">
                  <a:moveTo>
                    <a:pt x="287" y="1"/>
                  </a:moveTo>
                  <a:cubicBezTo>
                    <a:pt x="264" y="1"/>
                    <a:pt x="241" y="6"/>
                    <a:pt x="223" y="17"/>
                  </a:cubicBezTo>
                  <a:lnTo>
                    <a:pt x="35" y="124"/>
                  </a:lnTo>
                  <a:cubicBezTo>
                    <a:pt x="0" y="138"/>
                    <a:pt x="0" y="174"/>
                    <a:pt x="35" y="197"/>
                  </a:cubicBezTo>
                  <a:lnTo>
                    <a:pt x="186" y="283"/>
                  </a:lnTo>
                  <a:cubicBezTo>
                    <a:pt x="205" y="293"/>
                    <a:pt x="228" y="299"/>
                    <a:pt x="252" y="299"/>
                  </a:cubicBezTo>
                  <a:cubicBezTo>
                    <a:pt x="276" y="299"/>
                    <a:pt x="301" y="293"/>
                    <a:pt x="323" y="283"/>
                  </a:cubicBezTo>
                  <a:lnTo>
                    <a:pt x="502" y="181"/>
                  </a:lnTo>
                  <a:cubicBezTo>
                    <a:pt x="538" y="161"/>
                    <a:pt x="538" y="124"/>
                    <a:pt x="502" y="104"/>
                  </a:cubicBezTo>
                  <a:lnTo>
                    <a:pt x="352" y="17"/>
                  </a:lnTo>
                  <a:cubicBezTo>
                    <a:pt x="334" y="6"/>
                    <a:pt x="311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57"/>
            <p:cNvSpPr/>
            <p:nvPr/>
          </p:nvSpPr>
          <p:spPr>
            <a:xfrm>
              <a:off x="7395834" y="3874860"/>
              <a:ext cx="104040" cy="58064"/>
            </a:xfrm>
            <a:custGeom>
              <a:rect b="b" l="l" r="r" t="t"/>
              <a:pathLst>
                <a:path extrusionOk="0" h="293" w="525">
                  <a:moveTo>
                    <a:pt x="273" y="0"/>
                  </a:moveTo>
                  <a:cubicBezTo>
                    <a:pt x="249" y="0"/>
                    <a:pt x="224" y="6"/>
                    <a:pt x="202" y="17"/>
                  </a:cubicBezTo>
                  <a:lnTo>
                    <a:pt x="37" y="117"/>
                  </a:lnTo>
                  <a:cubicBezTo>
                    <a:pt x="1" y="138"/>
                    <a:pt x="1" y="167"/>
                    <a:pt x="37" y="190"/>
                  </a:cubicBezTo>
                  <a:lnTo>
                    <a:pt x="189" y="283"/>
                  </a:lnTo>
                  <a:cubicBezTo>
                    <a:pt x="204" y="289"/>
                    <a:pt x="224" y="292"/>
                    <a:pt x="246" y="292"/>
                  </a:cubicBezTo>
                  <a:cubicBezTo>
                    <a:pt x="271" y="292"/>
                    <a:pt x="298" y="287"/>
                    <a:pt x="318" y="276"/>
                  </a:cubicBezTo>
                  <a:lnTo>
                    <a:pt x="490" y="181"/>
                  </a:lnTo>
                  <a:cubicBezTo>
                    <a:pt x="525" y="160"/>
                    <a:pt x="525" y="124"/>
                    <a:pt x="490" y="103"/>
                  </a:cubicBezTo>
                  <a:lnTo>
                    <a:pt x="339" y="17"/>
                  </a:lnTo>
                  <a:cubicBezTo>
                    <a:pt x="321" y="6"/>
                    <a:pt x="297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57"/>
            <p:cNvSpPr/>
            <p:nvPr/>
          </p:nvSpPr>
          <p:spPr>
            <a:xfrm>
              <a:off x="7516917" y="3870699"/>
              <a:ext cx="128415" cy="73323"/>
            </a:xfrm>
            <a:custGeom>
              <a:rect b="b" l="l" r="r" t="t"/>
              <a:pathLst>
                <a:path extrusionOk="0" h="370" w="648">
                  <a:moveTo>
                    <a:pt x="378" y="0"/>
                  </a:moveTo>
                  <a:cubicBezTo>
                    <a:pt x="353" y="0"/>
                    <a:pt x="328" y="5"/>
                    <a:pt x="311" y="16"/>
                  </a:cubicBezTo>
                  <a:lnTo>
                    <a:pt x="36" y="181"/>
                  </a:lnTo>
                  <a:cubicBezTo>
                    <a:pt x="0" y="195"/>
                    <a:pt x="0" y="231"/>
                    <a:pt x="36" y="254"/>
                  </a:cubicBezTo>
                  <a:lnTo>
                    <a:pt x="202" y="354"/>
                  </a:lnTo>
                  <a:cubicBezTo>
                    <a:pt x="220" y="364"/>
                    <a:pt x="245" y="369"/>
                    <a:pt x="270" y="369"/>
                  </a:cubicBezTo>
                  <a:cubicBezTo>
                    <a:pt x="295" y="369"/>
                    <a:pt x="320" y="364"/>
                    <a:pt x="338" y="354"/>
                  </a:cubicBezTo>
                  <a:lnTo>
                    <a:pt x="613" y="195"/>
                  </a:lnTo>
                  <a:cubicBezTo>
                    <a:pt x="647" y="174"/>
                    <a:pt x="647" y="138"/>
                    <a:pt x="613" y="116"/>
                  </a:cubicBezTo>
                  <a:lnTo>
                    <a:pt x="447" y="16"/>
                  </a:lnTo>
                  <a:cubicBezTo>
                    <a:pt x="429" y="5"/>
                    <a:pt x="403" y="0"/>
                    <a:pt x="3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57"/>
            <p:cNvSpPr/>
            <p:nvPr/>
          </p:nvSpPr>
          <p:spPr>
            <a:xfrm>
              <a:off x="7444386" y="3924602"/>
              <a:ext cx="108598" cy="60640"/>
            </a:xfrm>
            <a:custGeom>
              <a:rect b="b" l="l" r="r" t="t"/>
              <a:pathLst>
                <a:path extrusionOk="0" h="306" w="548">
                  <a:moveTo>
                    <a:pt x="277" y="1"/>
                  </a:moveTo>
                  <a:cubicBezTo>
                    <a:pt x="252" y="1"/>
                    <a:pt x="227" y="6"/>
                    <a:pt x="209" y="16"/>
                  </a:cubicBezTo>
                  <a:lnTo>
                    <a:pt x="44" y="118"/>
                  </a:lnTo>
                  <a:cubicBezTo>
                    <a:pt x="1" y="139"/>
                    <a:pt x="1" y="168"/>
                    <a:pt x="44" y="189"/>
                  </a:cubicBezTo>
                  <a:lnTo>
                    <a:pt x="209" y="290"/>
                  </a:lnTo>
                  <a:cubicBezTo>
                    <a:pt x="227" y="301"/>
                    <a:pt x="251" y="306"/>
                    <a:pt x="274" y="306"/>
                  </a:cubicBezTo>
                  <a:cubicBezTo>
                    <a:pt x="297" y="306"/>
                    <a:pt x="321" y="301"/>
                    <a:pt x="339" y="290"/>
                  </a:cubicBezTo>
                  <a:lnTo>
                    <a:pt x="511" y="189"/>
                  </a:lnTo>
                  <a:cubicBezTo>
                    <a:pt x="547" y="168"/>
                    <a:pt x="547" y="139"/>
                    <a:pt x="511" y="118"/>
                  </a:cubicBezTo>
                  <a:lnTo>
                    <a:pt x="346" y="16"/>
                  </a:lnTo>
                  <a:cubicBezTo>
                    <a:pt x="327" y="6"/>
                    <a:pt x="302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57"/>
            <p:cNvSpPr/>
            <p:nvPr/>
          </p:nvSpPr>
          <p:spPr>
            <a:xfrm>
              <a:off x="7564082" y="3911720"/>
              <a:ext cx="149619" cy="85214"/>
            </a:xfrm>
            <a:custGeom>
              <a:rect b="b" l="l" r="r" t="t"/>
              <a:pathLst>
                <a:path extrusionOk="0" h="430" w="755">
                  <a:moveTo>
                    <a:pt x="500" y="0"/>
                  </a:moveTo>
                  <a:cubicBezTo>
                    <a:pt x="475" y="0"/>
                    <a:pt x="450" y="6"/>
                    <a:pt x="432" y="17"/>
                  </a:cubicBezTo>
                  <a:lnTo>
                    <a:pt x="37" y="247"/>
                  </a:lnTo>
                  <a:cubicBezTo>
                    <a:pt x="0" y="269"/>
                    <a:pt x="0" y="305"/>
                    <a:pt x="37" y="326"/>
                  </a:cubicBezTo>
                  <a:lnTo>
                    <a:pt x="187" y="412"/>
                  </a:lnTo>
                  <a:cubicBezTo>
                    <a:pt x="205" y="424"/>
                    <a:pt x="228" y="429"/>
                    <a:pt x="251" y="429"/>
                  </a:cubicBezTo>
                  <a:cubicBezTo>
                    <a:pt x="275" y="429"/>
                    <a:pt x="298" y="424"/>
                    <a:pt x="316" y="412"/>
                  </a:cubicBezTo>
                  <a:lnTo>
                    <a:pt x="720" y="183"/>
                  </a:lnTo>
                  <a:cubicBezTo>
                    <a:pt x="754" y="160"/>
                    <a:pt x="754" y="124"/>
                    <a:pt x="720" y="104"/>
                  </a:cubicBezTo>
                  <a:lnTo>
                    <a:pt x="568" y="17"/>
                  </a:lnTo>
                  <a:cubicBezTo>
                    <a:pt x="550" y="6"/>
                    <a:pt x="525" y="0"/>
                    <a:pt x="50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57"/>
            <p:cNvSpPr/>
            <p:nvPr/>
          </p:nvSpPr>
          <p:spPr>
            <a:xfrm>
              <a:off x="7729159" y="3991584"/>
              <a:ext cx="121281" cy="67775"/>
            </a:xfrm>
            <a:custGeom>
              <a:rect b="b" l="l" r="r" t="t"/>
              <a:pathLst>
                <a:path extrusionOk="0" h="342" w="612">
                  <a:moveTo>
                    <a:pt x="353" y="1"/>
                  </a:moveTo>
                  <a:cubicBezTo>
                    <a:pt x="330" y="1"/>
                    <a:pt x="307" y="6"/>
                    <a:pt x="289" y="16"/>
                  </a:cubicBezTo>
                  <a:lnTo>
                    <a:pt x="44" y="161"/>
                  </a:lnTo>
                  <a:cubicBezTo>
                    <a:pt x="1" y="182"/>
                    <a:pt x="1" y="218"/>
                    <a:pt x="37" y="232"/>
                  </a:cubicBezTo>
                  <a:lnTo>
                    <a:pt x="195" y="325"/>
                  </a:lnTo>
                  <a:cubicBezTo>
                    <a:pt x="214" y="336"/>
                    <a:pt x="237" y="342"/>
                    <a:pt x="261" y="342"/>
                  </a:cubicBezTo>
                  <a:cubicBezTo>
                    <a:pt x="285" y="342"/>
                    <a:pt x="310" y="336"/>
                    <a:pt x="332" y="325"/>
                  </a:cubicBezTo>
                  <a:lnTo>
                    <a:pt x="577" y="182"/>
                  </a:lnTo>
                  <a:cubicBezTo>
                    <a:pt x="611" y="161"/>
                    <a:pt x="611" y="125"/>
                    <a:pt x="577" y="109"/>
                  </a:cubicBezTo>
                  <a:lnTo>
                    <a:pt x="418" y="16"/>
                  </a:lnTo>
                  <a:cubicBezTo>
                    <a:pt x="400" y="6"/>
                    <a:pt x="377" y="1"/>
                    <a:pt x="35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57"/>
            <p:cNvSpPr/>
            <p:nvPr/>
          </p:nvSpPr>
          <p:spPr>
            <a:xfrm>
              <a:off x="7602329" y="3951751"/>
              <a:ext cx="179741" cy="101860"/>
            </a:xfrm>
            <a:custGeom>
              <a:rect b="b" l="l" r="r" t="t"/>
              <a:pathLst>
                <a:path extrusionOk="0" h="514" w="907">
                  <a:moveTo>
                    <a:pt x="648" y="0"/>
                  </a:moveTo>
                  <a:cubicBezTo>
                    <a:pt x="625" y="0"/>
                    <a:pt x="602" y="6"/>
                    <a:pt x="584" y="17"/>
                  </a:cubicBezTo>
                  <a:lnTo>
                    <a:pt x="37" y="333"/>
                  </a:lnTo>
                  <a:cubicBezTo>
                    <a:pt x="1" y="354"/>
                    <a:pt x="1" y="383"/>
                    <a:pt x="37" y="405"/>
                  </a:cubicBezTo>
                  <a:lnTo>
                    <a:pt x="195" y="498"/>
                  </a:lnTo>
                  <a:cubicBezTo>
                    <a:pt x="214" y="509"/>
                    <a:pt x="237" y="514"/>
                    <a:pt x="260" y="514"/>
                  </a:cubicBezTo>
                  <a:cubicBezTo>
                    <a:pt x="283" y="514"/>
                    <a:pt x="307" y="509"/>
                    <a:pt x="325" y="498"/>
                  </a:cubicBezTo>
                  <a:lnTo>
                    <a:pt x="872" y="181"/>
                  </a:lnTo>
                  <a:cubicBezTo>
                    <a:pt x="906" y="160"/>
                    <a:pt x="906" y="131"/>
                    <a:pt x="872" y="110"/>
                  </a:cubicBezTo>
                  <a:lnTo>
                    <a:pt x="713" y="17"/>
                  </a:lnTo>
                  <a:cubicBezTo>
                    <a:pt x="695" y="6"/>
                    <a:pt x="672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57"/>
            <p:cNvSpPr/>
            <p:nvPr/>
          </p:nvSpPr>
          <p:spPr>
            <a:xfrm>
              <a:off x="7529798" y="4035776"/>
              <a:ext cx="107013" cy="59253"/>
            </a:xfrm>
            <a:custGeom>
              <a:rect b="b" l="l" r="r" t="t"/>
              <a:pathLst>
                <a:path extrusionOk="0" h="299" w="540">
                  <a:moveTo>
                    <a:pt x="278" y="0"/>
                  </a:moveTo>
                  <a:cubicBezTo>
                    <a:pt x="253" y="0"/>
                    <a:pt x="228" y="5"/>
                    <a:pt x="210" y="16"/>
                  </a:cubicBezTo>
                  <a:lnTo>
                    <a:pt x="44" y="118"/>
                  </a:lnTo>
                  <a:cubicBezTo>
                    <a:pt x="8" y="138"/>
                    <a:pt x="1" y="168"/>
                    <a:pt x="44" y="188"/>
                  </a:cubicBezTo>
                  <a:lnTo>
                    <a:pt x="194" y="283"/>
                  </a:lnTo>
                  <a:cubicBezTo>
                    <a:pt x="212" y="294"/>
                    <a:pt x="238" y="299"/>
                    <a:pt x="263" y="299"/>
                  </a:cubicBezTo>
                  <a:cubicBezTo>
                    <a:pt x="288" y="299"/>
                    <a:pt x="314" y="294"/>
                    <a:pt x="332" y="283"/>
                  </a:cubicBezTo>
                  <a:lnTo>
                    <a:pt x="496" y="181"/>
                  </a:lnTo>
                  <a:cubicBezTo>
                    <a:pt x="539" y="161"/>
                    <a:pt x="539" y="131"/>
                    <a:pt x="496" y="111"/>
                  </a:cubicBezTo>
                  <a:lnTo>
                    <a:pt x="346" y="16"/>
                  </a:lnTo>
                  <a:cubicBezTo>
                    <a:pt x="328" y="5"/>
                    <a:pt x="303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57"/>
            <p:cNvSpPr/>
            <p:nvPr/>
          </p:nvSpPr>
          <p:spPr>
            <a:xfrm>
              <a:off x="7462816" y="4077194"/>
              <a:ext cx="101464" cy="56479"/>
            </a:xfrm>
            <a:custGeom>
              <a:rect b="b" l="l" r="r" t="t"/>
              <a:pathLst>
                <a:path extrusionOk="0" h="285" w="512">
                  <a:moveTo>
                    <a:pt x="252" y="0"/>
                  </a:moveTo>
                  <a:cubicBezTo>
                    <a:pt x="229" y="0"/>
                    <a:pt x="205" y="5"/>
                    <a:pt x="187" y="16"/>
                  </a:cubicBezTo>
                  <a:lnTo>
                    <a:pt x="37" y="102"/>
                  </a:lnTo>
                  <a:cubicBezTo>
                    <a:pt x="1" y="124"/>
                    <a:pt x="1" y="160"/>
                    <a:pt x="37" y="181"/>
                  </a:cubicBezTo>
                  <a:lnTo>
                    <a:pt x="196" y="267"/>
                  </a:lnTo>
                  <a:cubicBezTo>
                    <a:pt x="213" y="279"/>
                    <a:pt x="236" y="284"/>
                    <a:pt x="260" y="284"/>
                  </a:cubicBezTo>
                  <a:cubicBezTo>
                    <a:pt x="283" y="284"/>
                    <a:pt x="307" y="279"/>
                    <a:pt x="325" y="267"/>
                  </a:cubicBezTo>
                  <a:lnTo>
                    <a:pt x="475" y="181"/>
                  </a:lnTo>
                  <a:cubicBezTo>
                    <a:pt x="511" y="160"/>
                    <a:pt x="511" y="131"/>
                    <a:pt x="475" y="109"/>
                  </a:cubicBezTo>
                  <a:lnTo>
                    <a:pt x="316" y="16"/>
                  </a:lnTo>
                  <a:cubicBezTo>
                    <a:pt x="299" y="5"/>
                    <a:pt x="276" y="0"/>
                    <a:pt x="25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57"/>
            <p:cNvSpPr/>
            <p:nvPr/>
          </p:nvSpPr>
          <p:spPr>
            <a:xfrm>
              <a:off x="6565493" y="4403187"/>
              <a:ext cx="158339" cy="89375"/>
            </a:xfrm>
            <a:custGeom>
              <a:rect b="b" l="l" r="r" t="t"/>
              <a:pathLst>
                <a:path extrusionOk="0" h="451" w="799">
                  <a:moveTo>
                    <a:pt x="526" y="1"/>
                  </a:moveTo>
                  <a:cubicBezTo>
                    <a:pt x="502" y="1"/>
                    <a:pt x="479" y="6"/>
                    <a:pt x="461" y="16"/>
                  </a:cubicBezTo>
                  <a:lnTo>
                    <a:pt x="36" y="261"/>
                  </a:lnTo>
                  <a:cubicBezTo>
                    <a:pt x="0" y="284"/>
                    <a:pt x="0" y="318"/>
                    <a:pt x="36" y="341"/>
                  </a:cubicBezTo>
                  <a:lnTo>
                    <a:pt x="209" y="434"/>
                  </a:lnTo>
                  <a:cubicBezTo>
                    <a:pt x="227" y="445"/>
                    <a:pt x="250" y="451"/>
                    <a:pt x="274" y="451"/>
                  </a:cubicBezTo>
                  <a:cubicBezTo>
                    <a:pt x="297" y="451"/>
                    <a:pt x="320" y="445"/>
                    <a:pt x="338" y="434"/>
                  </a:cubicBezTo>
                  <a:lnTo>
                    <a:pt x="763" y="189"/>
                  </a:lnTo>
                  <a:cubicBezTo>
                    <a:pt x="799" y="168"/>
                    <a:pt x="799" y="139"/>
                    <a:pt x="763" y="118"/>
                  </a:cubicBezTo>
                  <a:lnTo>
                    <a:pt x="597" y="16"/>
                  </a:lnTo>
                  <a:cubicBezTo>
                    <a:pt x="576" y="6"/>
                    <a:pt x="551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57"/>
            <p:cNvSpPr/>
            <p:nvPr/>
          </p:nvSpPr>
          <p:spPr>
            <a:xfrm>
              <a:off x="6687765" y="4362958"/>
              <a:ext cx="105824" cy="59650"/>
            </a:xfrm>
            <a:custGeom>
              <a:rect b="b" l="l" r="r" t="t"/>
              <a:pathLst>
                <a:path extrusionOk="0" h="301" w="534">
                  <a:moveTo>
                    <a:pt x="267" y="1"/>
                  </a:moveTo>
                  <a:cubicBezTo>
                    <a:pt x="242" y="1"/>
                    <a:pt x="217" y="5"/>
                    <a:pt x="196" y="12"/>
                  </a:cubicBezTo>
                  <a:lnTo>
                    <a:pt x="37" y="112"/>
                  </a:lnTo>
                  <a:cubicBezTo>
                    <a:pt x="1" y="133"/>
                    <a:pt x="1" y="162"/>
                    <a:pt x="37" y="185"/>
                  </a:cubicBezTo>
                  <a:lnTo>
                    <a:pt x="203" y="285"/>
                  </a:lnTo>
                  <a:cubicBezTo>
                    <a:pt x="221" y="295"/>
                    <a:pt x="246" y="300"/>
                    <a:pt x="271" y="300"/>
                  </a:cubicBezTo>
                  <a:cubicBezTo>
                    <a:pt x="296" y="300"/>
                    <a:pt x="321" y="295"/>
                    <a:pt x="339" y="285"/>
                  </a:cubicBezTo>
                  <a:lnTo>
                    <a:pt x="498" y="192"/>
                  </a:lnTo>
                  <a:cubicBezTo>
                    <a:pt x="534" y="169"/>
                    <a:pt x="534" y="133"/>
                    <a:pt x="498" y="112"/>
                  </a:cubicBezTo>
                  <a:lnTo>
                    <a:pt x="332" y="12"/>
                  </a:lnTo>
                  <a:cubicBezTo>
                    <a:pt x="314" y="5"/>
                    <a:pt x="291" y="1"/>
                    <a:pt x="26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57"/>
            <p:cNvSpPr/>
            <p:nvPr/>
          </p:nvSpPr>
          <p:spPr>
            <a:xfrm>
              <a:off x="6636636" y="4417654"/>
              <a:ext cx="201144" cy="114741"/>
            </a:xfrm>
            <a:custGeom>
              <a:rect b="b" l="l" r="r" t="t"/>
              <a:pathLst>
                <a:path extrusionOk="0" h="579" w="1015">
                  <a:moveTo>
                    <a:pt x="763" y="0"/>
                  </a:moveTo>
                  <a:cubicBezTo>
                    <a:pt x="739" y="0"/>
                    <a:pt x="716" y="5"/>
                    <a:pt x="699" y="16"/>
                  </a:cubicBezTo>
                  <a:lnTo>
                    <a:pt x="43" y="397"/>
                  </a:lnTo>
                  <a:cubicBezTo>
                    <a:pt x="0" y="418"/>
                    <a:pt x="0" y="454"/>
                    <a:pt x="36" y="476"/>
                  </a:cubicBezTo>
                  <a:lnTo>
                    <a:pt x="188" y="563"/>
                  </a:lnTo>
                  <a:cubicBezTo>
                    <a:pt x="206" y="573"/>
                    <a:pt x="231" y="578"/>
                    <a:pt x="256" y="578"/>
                  </a:cubicBezTo>
                  <a:cubicBezTo>
                    <a:pt x="281" y="578"/>
                    <a:pt x="306" y="573"/>
                    <a:pt x="324" y="563"/>
                  </a:cubicBezTo>
                  <a:lnTo>
                    <a:pt x="978" y="181"/>
                  </a:lnTo>
                  <a:cubicBezTo>
                    <a:pt x="1014" y="159"/>
                    <a:pt x="1014" y="124"/>
                    <a:pt x="978" y="102"/>
                  </a:cubicBezTo>
                  <a:lnTo>
                    <a:pt x="828" y="16"/>
                  </a:lnTo>
                  <a:cubicBezTo>
                    <a:pt x="810" y="5"/>
                    <a:pt x="78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57"/>
            <p:cNvSpPr/>
            <p:nvPr/>
          </p:nvSpPr>
          <p:spPr>
            <a:xfrm>
              <a:off x="6804686" y="4377623"/>
              <a:ext cx="101464" cy="57866"/>
            </a:xfrm>
            <a:custGeom>
              <a:rect b="b" l="l" r="r" t="t"/>
              <a:pathLst>
                <a:path extrusionOk="0" h="292" w="512">
                  <a:moveTo>
                    <a:pt x="261" y="0"/>
                  </a:moveTo>
                  <a:cubicBezTo>
                    <a:pt x="236" y="0"/>
                    <a:pt x="213" y="6"/>
                    <a:pt x="196" y="16"/>
                  </a:cubicBezTo>
                  <a:lnTo>
                    <a:pt x="37" y="111"/>
                  </a:lnTo>
                  <a:cubicBezTo>
                    <a:pt x="1" y="131"/>
                    <a:pt x="1" y="168"/>
                    <a:pt x="37" y="188"/>
                  </a:cubicBezTo>
                  <a:lnTo>
                    <a:pt x="187" y="275"/>
                  </a:lnTo>
                  <a:cubicBezTo>
                    <a:pt x="205" y="286"/>
                    <a:pt x="229" y="291"/>
                    <a:pt x="252" y="291"/>
                  </a:cubicBezTo>
                  <a:cubicBezTo>
                    <a:pt x="276" y="291"/>
                    <a:pt x="299" y="286"/>
                    <a:pt x="317" y="275"/>
                  </a:cubicBezTo>
                  <a:lnTo>
                    <a:pt x="475" y="182"/>
                  </a:lnTo>
                  <a:cubicBezTo>
                    <a:pt x="511" y="161"/>
                    <a:pt x="511" y="125"/>
                    <a:pt x="475" y="102"/>
                  </a:cubicBezTo>
                  <a:lnTo>
                    <a:pt x="332" y="16"/>
                  </a:lnTo>
                  <a:cubicBezTo>
                    <a:pt x="310" y="6"/>
                    <a:pt x="285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57"/>
            <p:cNvSpPr/>
            <p:nvPr/>
          </p:nvSpPr>
          <p:spPr>
            <a:xfrm>
              <a:off x="7354416" y="4059953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1"/>
                  </a:moveTo>
                  <a:cubicBezTo>
                    <a:pt x="242" y="1"/>
                    <a:pt x="217" y="6"/>
                    <a:pt x="196" y="16"/>
                  </a:cubicBezTo>
                  <a:lnTo>
                    <a:pt x="44" y="109"/>
                  </a:lnTo>
                  <a:cubicBezTo>
                    <a:pt x="1" y="132"/>
                    <a:pt x="1" y="168"/>
                    <a:pt x="44" y="189"/>
                  </a:cubicBezTo>
                  <a:lnTo>
                    <a:pt x="189" y="275"/>
                  </a:lnTo>
                  <a:cubicBezTo>
                    <a:pt x="207" y="286"/>
                    <a:pt x="232" y="292"/>
                    <a:pt x="257" y="292"/>
                  </a:cubicBezTo>
                  <a:cubicBezTo>
                    <a:pt x="282" y="292"/>
                    <a:pt x="307" y="286"/>
                    <a:pt x="325" y="275"/>
                  </a:cubicBezTo>
                  <a:lnTo>
                    <a:pt x="484" y="182"/>
                  </a:lnTo>
                  <a:cubicBezTo>
                    <a:pt x="518" y="161"/>
                    <a:pt x="518" y="125"/>
                    <a:pt x="484" y="103"/>
                  </a:cubicBezTo>
                  <a:lnTo>
                    <a:pt x="332" y="16"/>
                  </a:lnTo>
                  <a:cubicBezTo>
                    <a:pt x="314" y="6"/>
                    <a:pt x="291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57"/>
            <p:cNvSpPr/>
            <p:nvPr/>
          </p:nvSpPr>
          <p:spPr>
            <a:xfrm>
              <a:off x="6422809" y="4434697"/>
              <a:ext cx="108598" cy="59650"/>
            </a:xfrm>
            <a:custGeom>
              <a:rect b="b" l="l" r="r" t="t"/>
              <a:pathLst>
                <a:path extrusionOk="0" h="301" w="548">
                  <a:moveTo>
                    <a:pt x="293" y="0"/>
                  </a:moveTo>
                  <a:cubicBezTo>
                    <a:pt x="267" y="0"/>
                    <a:pt x="242" y="6"/>
                    <a:pt x="225" y="16"/>
                  </a:cubicBezTo>
                  <a:lnTo>
                    <a:pt x="37" y="125"/>
                  </a:lnTo>
                  <a:cubicBezTo>
                    <a:pt x="1" y="145"/>
                    <a:pt x="1" y="175"/>
                    <a:pt x="37" y="195"/>
                  </a:cubicBezTo>
                  <a:lnTo>
                    <a:pt x="189" y="289"/>
                  </a:lnTo>
                  <a:cubicBezTo>
                    <a:pt x="207" y="296"/>
                    <a:pt x="232" y="300"/>
                    <a:pt x="257" y="300"/>
                  </a:cubicBezTo>
                  <a:cubicBezTo>
                    <a:pt x="282" y="300"/>
                    <a:pt x="307" y="296"/>
                    <a:pt x="325" y="289"/>
                  </a:cubicBezTo>
                  <a:lnTo>
                    <a:pt x="512" y="182"/>
                  </a:lnTo>
                  <a:cubicBezTo>
                    <a:pt x="548" y="159"/>
                    <a:pt x="548" y="125"/>
                    <a:pt x="512" y="102"/>
                  </a:cubicBezTo>
                  <a:lnTo>
                    <a:pt x="361" y="16"/>
                  </a:lnTo>
                  <a:cubicBezTo>
                    <a:pt x="343" y="6"/>
                    <a:pt x="318" y="0"/>
                    <a:pt x="293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57"/>
            <p:cNvSpPr/>
            <p:nvPr/>
          </p:nvSpPr>
          <p:spPr>
            <a:xfrm>
              <a:off x="6491178" y="4473142"/>
              <a:ext cx="111372" cy="63613"/>
            </a:xfrm>
            <a:custGeom>
              <a:rect b="b" l="l" r="r" t="t"/>
              <a:pathLst>
                <a:path extrusionOk="0" h="321" w="562">
                  <a:moveTo>
                    <a:pt x="289" y="0"/>
                  </a:moveTo>
                  <a:cubicBezTo>
                    <a:pt x="266" y="0"/>
                    <a:pt x="242" y="6"/>
                    <a:pt x="225" y="17"/>
                  </a:cubicBezTo>
                  <a:lnTo>
                    <a:pt x="37" y="124"/>
                  </a:lnTo>
                  <a:cubicBezTo>
                    <a:pt x="1" y="146"/>
                    <a:pt x="1" y="181"/>
                    <a:pt x="37" y="203"/>
                  </a:cubicBezTo>
                  <a:lnTo>
                    <a:pt x="203" y="303"/>
                  </a:lnTo>
                  <a:cubicBezTo>
                    <a:pt x="221" y="315"/>
                    <a:pt x="246" y="320"/>
                    <a:pt x="271" y="320"/>
                  </a:cubicBezTo>
                  <a:cubicBezTo>
                    <a:pt x="296" y="320"/>
                    <a:pt x="321" y="315"/>
                    <a:pt x="339" y="303"/>
                  </a:cubicBezTo>
                  <a:lnTo>
                    <a:pt x="527" y="196"/>
                  </a:lnTo>
                  <a:cubicBezTo>
                    <a:pt x="562" y="174"/>
                    <a:pt x="562" y="138"/>
                    <a:pt x="527" y="117"/>
                  </a:cubicBezTo>
                  <a:lnTo>
                    <a:pt x="355" y="17"/>
                  </a:lnTo>
                  <a:cubicBezTo>
                    <a:pt x="336" y="6"/>
                    <a:pt x="313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57"/>
            <p:cNvSpPr/>
            <p:nvPr/>
          </p:nvSpPr>
          <p:spPr>
            <a:xfrm>
              <a:off x="6917248" y="4155472"/>
              <a:ext cx="97302" cy="53506"/>
            </a:xfrm>
            <a:custGeom>
              <a:rect b="b" l="l" r="r" t="t"/>
              <a:pathLst>
                <a:path extrusionOk="0" h="270" w="491">
                  <a:moveTo>
                    <a:pt x="234" y="0"/>
                  </a:moveTo>
                  <a:cubicBezTo>
                    <a:pt x="209" y="0"/>
                    <a:pt x="184" y="5"/>
                    <a:pt x="166" y="16"/>
                  </a:cubicBezTo>
                  <a:lnTo>
                    <a:pt x="37" y="95"/>
                  </a:lnTo>
                  <a:cubicBezTo>
                    <a:pt x="0" y="117"/>
                    <a:pt x="0" y="145"/>
                    <a:pt x="37" y="167"/>
                  </a:cubicBezTo>
                  <a:lnTo>
                    <a:pt x="188" y="254"/>
                  </a:lnTo>
                  <a:cubicBezTo>
                    <a:pt x="206" y="264"/>
                    <a:pt x="229" y="269"/>
                    <a:pt x="252" y="269"/>
                  </a:cubicBezTo>
                  <a:cubicBezTo>
                    <a:pt x="276" y="269"/>
                    <a:pt x="300" y="264"/>
                    <a:pt x="318" y="254"/>
                  </a:cubicBezTo>
                  <a:lnTo>
                    <a:pt x="454" y="181"/>
                  </a:lnTo>
                  <a:cubicBezTo>
                    <a:pt x="490" y="160"/>
                    <a:pt x="490" y="124"/>
                    <a:pt x="454" y="102"/>
                  </a:cubicBezTo>
                  <a:lnTo>
                    <a:pt x="302" y="16"/>
                  </a:lnTo>
                  <a:cubicBezTo>
                    <a:pt x="284" y="5"/>
                    <a:pt x="259" y="0"/>
                    <a:pt x="234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57"/>
            <p:cNvSpPr/>
            <p:nvPr/>
          </p:nvSpPr>
          <p:spPr>
            <a:xfrm>
              <a:off x="6380202" y="4409132"/>
              <a:ext cx="82836" cy="46174"/>
            </a:xfrm>
            <a:custGeom>
              <a:rect b="b" l="l" r="r" t="t"/>
              <a:pathLst>
                <a:path extrusionOk="0" h="233" w="418">
                  <a:moveTo>
                    <a:pt x="289" y="0"/>
                  </a:moveTo>
                  <a:cubicBezTo>
                    <a:pt x="265" y="0"/>
                    <a:pt x="242" y="5"/>
                    <a:pt x="225" y="16"/>
                  </a:cubicBezTo>
                  <a:lnTo>
                    <a:pt x="36" y="124"/>
                  </a:lnTo>
                  <a:cubicBezTo>
                    <a:pt x="0" y="145"/>
                    <a:pt x="0" y="181"/>
                    <a:pt x="36" y="202"/>
                  </a:cubicBezTo>
                  <a:lnTo>
                    <a:pt x="59" y="217"/>
                  </a:lnTo>
                  <a:cubicBezTo>
                    <a:pt x="77" y="228"/>
                    <a:pt x="102" y="233"/>
                    <a:pt x="127" y="233"/>
                  </a:cubicBezTo>
                  <a:cubicBezTo>
                    <a:pt x="152" y="233"/>
                    <a:pt x="177" y="228"/>
                    <a:pt x="195" y="217"/>
                  </a:cubicBezTo>
                  <a:lnTo>
                    <a:pt x="381" y="109"/>
                  </a:lnTo>
                  <a:cubicBezTo>
                    <a:pt x="418" y="88"/>
                    <a:pt x="418" y="52"/>
                    <a:pt x="381" y="29"/>
                  </a:cubicBezTo>
                  <a:lnTo>
                    <a:pt x="354" y="16"/>
                  </a:lnTo>
                  <a:cubicBezTo>
                    <a:pt x="336" y="5"/>
                    <a:pt x="312" y="0"/>
                    <a:pt x="289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57"/>
            <p:cNvSpPr/>
            <p:nvPr/>
          </p:nvSpPr>
          <p:spPr>
            <a:xfrm>
              <a:off x="6522687" y="4327684"/>
              <a:ext cx="79863" cy="45183"/>
            </a:xfrm>
            <a:custGeom>
              <a:rect b="b" l="l" r="r" t="t"/>
              <a:pathLst>
                <a:path extrusionOk="0" h="228" w="403">
                  <a:moveTo>
                    <a:pt x="274" y="1"/>
                  </a:moveTo>
                  <a:cubicBezTo>
                    <a:pt x="251" y="1"/>
                    <a:pt x="227" y="7"/>
                    <a:pt x="209" y="18"/>
                  </a:cubicBezTo>
                  <a:lnTo>
                    <a:pt x="37" y="118"/>
                  </a:lnTo>
                  <a:cubicBezTo>
                    <a:pt x="1" y="139"/>
                    <a:pt x="1" y="175"/>
                    <a:pt x="37" y="197"/>
                  </a:cubicBezTo>
                  <a:lnTo>
                    <a:pt x="66" y="211"/>
                  </a:lnTo>
                  <a:cubicBezTo>
                    <a:pt x="83" y="222"/>
                    <a:pt x="107" y="228"/>
                    <a:pt x="130" y="228"/>
                  </a:cubicBezTo>
                  <a:cubicBezTo>
                    <a:pt x="154" y="228"/>
                    <a:pt x="177" y="222"/>
                    <a:pt x="196" y="211"/>
                  </a:cubicBezTo>
                  <a:lnTo>
                    <a:pt x="368" y="111"/>
                  </a:lnTo>
                  <a:cubicBezTo>
                    <a:pt x="403" y="88"/>
                    <a:pt x="403" y="52"/>
                    <a:pt x="368" y="32"/>
                  </a:cubicBezTo>
                  <a:lnTo>
                    <a:pt x="339" y="18"/>
                  </a:lnTo>
                  <a:cubicBezTo>
                    <a:pt x="321" y="7"/>
                    <a:pt x="297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57"/>
            <p:cNvSpPr/>
            <p:nvPr/>
          </p:nvSpPr>
          <p:spPr>
            <a:xfrm>
              <a:off x="6454318" y="4370092"/>
              <a:ext cx="77089" cy="41220"/>
            </a:xfrm>
            <a:custGeom>
              <a:rect b="b" l="l" r="r" t="t"/>
              <a:pathLst>
                <a:path extrusionOk="0" h="208" w="389">
                  <a:moveTo>
                    <a:pt x="258" y="0"/>
                  </a:moveTo>
                  <a:cubicBezTo>
                    <a:pt x="234" y="0"/>
                    <a:pt x="208" y="4"/>
                    <a:pt x="187" y="11"/>
                  </a:cubicBezTo>
                  <a:lnTo>
                    <a:pt x="44" y="106"/>
                  </a:lnTo>
                  <a:cubicBezTo>
                    <a:pt x="1" y="126"/>
                    <a:pt x="1" y="156"/>
                    <a:pt x="37" y="176"/>
                  </a:cubicBezTo>
                  <a:lnTo>
                    <a:pt x="66" y="192"/>
                  </a:lnTo>
                  <a:cubicBezTo>
                    <a:pt x="83" y="202"/>
                    <a:pt x="107" y="207"/>
                    <a:pt x="130" y="207"/>
                  </a:cubicBezTo>
                  <a:cubicBezTo>
                    <a:pt x="154" y="207"/>
                    <a:pt x="177" y="202"/>
                    <a:pt x="196" y="192"/>
                  </a:cubicBezTo>
                  <a:lnTo>
                    <a:pt x="346" y="106"/>
                  </a:lnTo>
                  <a:cubicBezTo>
                    <a:pt x="382" y="83"/>
                    <a:pt x="389" y="47"/>
                    <a:pt x="346" y="33"/>
                  </a:cubicBezTo>
                  <a:lnTo>
                    <a:pt x="325" y="11"/>
                  </a:lnTo>
                  <a:cubicBezTo>
                    <a:pt x="307" y="4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57"/>
            <p:cNvSpPr/>
            <p:nvPr/>
          </p:nvSpPr>
          <p:spPr>
            <a:xfrm>
              <a:off x="6498510" y="4353446"/>
              <a:ext cx="172409" cy="97698"/>
            </a:xfrm>
            <a:custGeom>
              <a:rect b="b" l="l" r="r" t="t"/>
              <a:pathLst>
                <a:path extrusionOk="0" h="493" w="870">
                  <a:moveTo>
                    <a:pt x="615" y="0"/>
                  </a:moveTo>
                  <a:cubicBezTo>
                    <a:pt x="590" y="0"/>
                    <a:pt x="565" y="6"/>
                    <a:pt x="547" y="17"/>
                  </a:cubicBezTo>
                  <a:lnTo>
                    <a:pt x="36" y="310"/>
                  </a:lnTo>
                  <a:cubicBezTo>
                    <a:pt x="0" y="333"/>
                    <a:pt x="0" y="369"/>
                    <a:pt x="36" y="390"/>
                  </a:cubicBezTo>
                  <a:lnTo>
                    <a:pt x="188" y="476"/>
                  </a:lnTo>
                  <a:cubicBezTo>
                    <a:pt x="205" y="487"/>
                    <a:pt x="229" y="493"/>
                    <a:pt x="252" y="493"/>
                  </a:cubicBezTo>
                  <a:cubicBezTo>
                    <a:pt x="276" y="493"/>
                    <a:pt x="299" y="487"/>
                    <a:pt x="318" y="476"/>
                  </a:cubicBezTo>
                  <a:lnTo>
                    <a:pt x="835" y="181"/>
                  </a:lnTo>
                  <a:cubicBezTo>
                    <a:pt x="870" y="160"/>
                    <a:pt x="870" y="124"/>
                    <a:pt x="835" y="103"/>
                  </a:cubicBezTo>
                  <a:lnTo>
                    <a:pt x="683" y="17"/>
                  </a:lnTo>
                  <a:cubicBezTo>
                    <a:pt x="665" y="6"/>
                    <a:pt x="640" y="0"/>
                    <a:pt x="615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57"/>
            <p:cNvSpPr/>
            <p:nvPr/>
          </p:nvSpPr>
          <p:spPr>
            <a:xfrm>
              <a:off x="6593831" y="4287851"/>
              <a:ext cx="78872" cy="43796"/>
            </a:xfrm>
            <a:custGeom>
              <a:rect b="b" l="l" r="r" t="t"/>
              <a:pathLst>
                <a:path extrusionOk="0" h="221" w="398">
                  <a:moveTo>
                    <a:pt x="270" y="0"/>
                  </a:moveTo>
                  <a:cubicBezTo>
                    <a:pt x="245" y="0"/>
                    <a:pt x="220" y="6"/>
                    <a:pt x="202" y="17"/>
                  </a:cubicBezTo>
                  <a:lnTo>
                    <a:pt x="44" y="110"/>
                  </a:lnTo>
                  <a:cubicBezTo>
                    <a:pt x="0" y="133"/>
                    <a:pt x="0" y="167"/>
                    <a:pt x="37" y="189"/>
                  </a:cubicBezTo>
                  <a:lnTo>
                    <a:pt x="66" y="203"/>
                  </a:lnTo>
                  <a:cubicBezTo>
                    <a:pt x="84" y="214"/>
                    <a:pt x="107" y="220"/>
                    <a:pt x="131" y="220"/>
                  </a:cubicBezTo>
                  <a:cubicBezTo>
                    <a:pt x="154" y="220"/>
                    <a:pt x="177" y="214"/>
                    <a:pt x="195" y="203"/>
                  </a:cubicBezTo>
                  <a:lnTo>
                    <a:pt x="361" y="110"/>
                  </a:lnTo>
                  <a:cubicBezTo>
                    <a:pt x="397" y="89"/>
                    <a:pt x="397" y="53"/>
                    <a:pt x="361" y="31"/>
                  </a:cubicBezTo>
                  <a:lnTo>
                    <a:pt x="339" y="17"/>
                  </a:lnTo>
                  <a:cubicBezTo>
                    <a:pt x="320" y="6"/>
                    <a:pt x="295" y="0"/>
                    <a:pt x="27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57"/>
            <p:cNvSpPr/>
            <p:nvPr/>
          </p:nvSpPr>
          <p:spPr>
            <a:xfrm>
              <a:off x="6665173" y="4248018"/>
              <a:ext cx="77287" cy="42211"/>
            </a:xfrm>
            <a:custGeom>
              <a:rect b="b" l="l" r="r" t="t"/>
              <a:pathLst>
                <a:path extrusionOk="0" h="213" w="390">
                  <a:moveTo>
                    <a:pt x="259" y="1"/>
                  </a:moveTo>
                  <a:cubicBezTo>
                    <a:pt x="236" y="1"/>
                    <a:pt x="212" y="6"/>
                    <a:pt x="194" y="16"/>
                  </a:cubicBezTo>
                  <a:lnTo>
                    <a:pt x="37" y="109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58" y="195"/>
                  </a:lnTo>
                  <a:cubicBezTo>
                    <a:pt x="76" y="207"/>
                    <a:pt x="101" y="212"/>
                    <a:pt x="126" y="212"/>
                  </a:cubicBezTo>
                  <a:cubicBezTo>
                    <a:pt x="151" y="212"/>
                    <a:pt x="176" y="207"/>
                    <a:pt x="194" y="195"/>
                  </a:cubicBezTo>
                  <a:lnTo>
                    <a:pt x="353" y="109"/>
                  </a:lnTo>
                  <a:cubicBezTo>
                    <a:pt x="389" y="89"/>
                    <a:pt x="389" y="52"/>
                    <a:pt x="353" y="32"/>
                  </a:cubicBezTo>
                  <a:lnTo>
                    <a:pt x="324" y="16"/>
                  </a:lnTo>
                  <a:cubicBezTo>
                    <a:pt x="305" y="6"/>
                    <a:pt x="282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57"/>
            <p:cNvSpPr/>
            <p:nvPr/>
          </p:nvSpPr>
          <p:spPr>
            <a:xfrm>
              <a:off x="6733741" y="4208186"/>
              <a:ext cx="75701" cy="42012"/>
            </a:xfrm>
            <a:custGeom>
              <a:rect b="b" l="l" r="r" t="t"/>
              <a:pathLst>
                <a:path extrusionOk="0" h="212" w="382">
                  <a:moveTo>
                    <a:pt x="257" y="0"/>
                  </a:moveTo>
                  <a:cubicBezTo>
                    <a:pt x="233" y="0"/>
                    <a:pt x="208" y="6"/>
                    <a:pt x="186" y="17"/>
                  </a:cubicBezTo>
                  <a:lnTo>
                    <a:pt x="36" y="103"/>
                  </a:lnTo>
                  <a:cubicBezTo>
                    <a:pt x="0" y="124"/>
                    <a:pt x="0" y="160"/>
                    <a:pt x="36" y="181"/>
                  </a:cubicBezTo>
                  <a:lnTo>
                    <a:pt x="64" y="196"/>
                  </a:lnTo>
                  <a:cubicBezTo>
                    <a:pt x="82" y="207"/>
                    <a:pt x="105" y="212"/>
                    <a:pt x="129" y="212"/>
                  </a:cubicBezTo>
                  <a:cubicBezTo>
                    <a:pt x="152" y="212"/>
                    <a:pt x="175" y="207"/>
                    <a:pt x="193" y="196"/>
                  </a:cubicBezTo>
                  <a:lnTo>
                    <a:pt x="345" y="110"/>
                  </a:lnTo>
                  <a:cubicBezTo>
                    <a:pt x="381" y="88"/>
                    <a:pt x="381" y="51"/>
                    <a:pt x="345" y="31"/>
                  </a:cubicBezTo>
                  <a:lnTo>
                    <a:pt x="323" y="17"/>
                  </a:lnTo>
                  <a:cubicBezTo>
                    <a:pt x="304" y="6"/>
                    <a:pt x="281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57"/>
            <p:cNvSpPr/>
            <p:nvPr/>
          </p:nvSpPr>
          <p:spPr>
            <a:xfrm>
              <a:off x="6777735" y="4233750"/>
              <a:ext cx="100077" cy="56479"/>
            </a:xfrm>
            <a:custGeom>
              <a:rect b="b" l="l" r="r" t="t"/>
              <a:pathLst>
                <a:path extrusionOk="0" h="285" w="505">
                  <a:moveTo>
                    <a:pt x="252" y="1"/>
                  </a:moveTo>
                  <a:cubicBezTo>
                    <a:pt x="228" y="1"/>
                    <a:pt x="205" y="6"/>
                    <a:pt x="187" y="17"/>
                  </a:cubicBezTo>
                  <a:lnTo>
                    <a:pt x="37" y="104"/>
                  </a:lnTo>
                  <a:cubicBezTo>
                    <a:pt x="1" y="124"/>
                    <a:pt x="1" y="161"/>
                    <a:pt x="37" y="181"/>
                  </a:cubicBezTo>
                  <a:lnTo>
                    <a:pt x="187" y="267"/>
                  </a:lnTo>
                  <a:cubicBezTo>
                    <a:pt x="205" y="279"/>
                    <a:pt x="228" y="284"/>
                    <a:pt x="252" y="284"/>
                  </a:cubicBezTo>
                  <a:cubicBezTo>
                    <a:pt x="275" y="284"/>
                    <a:pt x="298" y="279"/>
                    <a:pt x="316" y="267"/>
                  </a:cubicBezTo>
                  <a:lnTo>
                    <a:pt x="468" y="181"/>
                  </a:lnTo>
                  <a:cubicBezTo>
                    <a:pt x="504" y="161"/>
                    <a:pt x="504" y="124"/>
                    <a:pt x="468" y="104"/>
                  </a:cubicBezTo>
                  <a:lnTo>
                    <a:pt x="316" y="17"/>
                  </a:lnTo>
                  <a:cubicBezTo>
                    <a:pt x="298" y="6"/>
                    <a:pt x="275" y="1"/>
                    <a:pt x="252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57"/>
            <p:cNvSpPr/>
            <p:nvPr/>
          </p:nvSpPr>
          <p:spPr>
            <a:xfrm>
              <a:off x="6707978" y="4273583"/>
              <a:ext cx="102851" cy="56677"/>
            </a:xfrm>
            <a:custGeom>
              <a:rect b="b" l="l" r="r" t="t"/>
              <a:pathLst>
                <a:path extrusionOk="0" h="286" w="519">
                  <a:moveTo>
                    <a:pt x="263" y="1"/>
                  </a:moveTo>
                  <a:cubicBezTo>
                    <a:pt x="237" y="1"/>
                    <a:pt x="212" y="6"/>
                    <a:pt x="194" y="16"/>
                  </a:cubicBezTo>
                  <a:lnTo>
                    <a:pt x="37" y="103"/>
                  </a:lnTo>
                  <a:cubicBezTo>
                    <a:pt x="1" y="125"/>
                    <a:pt x="1" y="161"/>
                    <a:pt x="37" y="182"/>
                  </a:cubicBezTo>
                  <a:lnTo>
                    <a:pt x="187" y="268"/>
                  </a:lnTo>
                  <a:cubicBezTo>
                    <a:pt x="205" y="280"/>
                    <a:pt x="230" y="285"/>
                    <a:pt x="255" y="285"/>
                  </a:cubicBezTo>
                  <a:cubicBezTo>
                    <a:pt x="280" y="285"/>
                    <a:pt x="305" y="280"/>
                    <a:pt x="323" y="268"/>
                  </a:cubicBezTo>
                  <a:lnTo>
                    <a:pt x="482" y="175"/>
                  </a:lnTo>
                  <a:cubicBezTo>
                    <a:pt x="518" y="153"/>
                    <a:pt x="518" y="125"/>
                    <a:pt x="482" y="103"/>
                  </a:cubicBezTo>
                  <a:lnTo>
                    <a:pt x="330" y="16"/>
                  </a:lnTo>
                  <a:cubicBezTo>
                    <a:pt x="313" y="6"/>
                    <a:pt x="288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57"/>
            <p:cNvSpPr/>
            <p:nvPr/>
          </p:nvSpPr>
          <p:spPr>
            <a:xfrm>
              <a:off x="6638222" y="4313415"/>
              <a:ext cx="102851" cy="57866"/>
            </a:xfrm>
            <a:custGeom>
              <a:rect b="b" l="l" r="r" t="t"/>
              <a:pathLst>
                <a:path extrusionOk="0" h="292" w="519">
                  <a:moveTo>
                    <a:pt x="266" y="0"/>
                  </a:moveTo>
                  <a:cubicBezTo>
                    <a:pt x="242" y="0"/>
                    <a:pt x="219" y="6"/>
                    <a:pt x="201" y="17"/>
                  </a:cubicBezTo>
                  <a:lnTo>
                    <a:pt x="35" y="110"/>
                  </a:lnTo>
                  <a:cubicBezTo>
                    <a:pt x="1" y="133"/>
                    <a:pt x="1" y="160"/>
                    <a:pt x="35" y="183"/>
                  </a:cubicBezTo>
                  <a:lnTo>
                    <a:pt x="187" y="276"/>
                  </a:lnTo>
                  <a:cubicBezTo>
                    <a:pt x="205" y="286"/>
                    <a:pt x="228" y="292"/>
                    <a:pt x="252" y="292"/>
                  </a:cubicBezTo>
                  <a:cubicBezTo>
                    <a:pt x="275" y="292"/>
                    <a:pt x="298" y="286"/>
                    <a:pt x="316" y="276"/>
                  </a:cubicBezTo>
                  <a:lnTo>
                    <a:pt x="482" y="176"/>
                  </a:lnTo>
                  <a:cubicBezTo>
                    <a:pt x="518" y="160"/>
                    <a:pt x="518" y="124"/>
                    <a:pt x="482" y="104"/>
                  </a:cubicBezTo>
                  <a:lnTo>
                    <a:pt x="330" y="17"/>
                  </a:lnTo>
                  <a:cubicBezTo>
                    <a:pt x="312" y="6"/>
                    <a:pt x="289" y="0"/>
                    <a:pt x="26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57"/>
            <p:cNvSpPr/>
            <p:nvPr/>
          </p:nvSpPr>
          <p:spPr>
            <a:xfrm>
              <a:off x="6937462" y="4089877"/>
              <a:ext cx="77089" cy="43796"/>
            </a:xfrm>
            <a:custGeom>
              <a:rect b="b" l="l" r="r" t="t"/>
              <a:pathLst>
                <a:path extrusionOk="0" h="221" w="389">
                  <a:moveTo>
                    <a:pt x="262" y="0"/>
                  </a:moveTo>
                  <a:cubicBezTo>
                    <a:pt x="237" y="0"/>
                    <a:pt x="212" y="6"/>
                    <a:pt x="193" y="17"/>
                  </a:cubicBezTo>
                  <a:lnTo>
                    <a:pt x="35" y="110"/>
                  </a:lnTo>
                  <a:cubicBezTo>
                    <a:pt x="0" y="131"/>
                    <a:pt x="0" y="167"/>
                    <a:pt x="35" y="190"/>
                  </a:cubicBezTo>
                  <a:lnTo>
                    <a:pt x="64" y="203"/>
                  </a:lnTo>
                  <a:cubicBezTo>
                    <a:pt x="82" y="215"/>
                    <a:pt x="105" y="220"/>
                    <a:pt x="129" y="220"/>
                  </a:cubicBezTo>
                  <a:cubicBezTo>
                    <a:pt x="152" y="220"/>
                    <a:pt x="175" y="215"/>
                    <a:pt x="193" y="203"/>
                  </a:cubicBezTo>
                  <a:lnTo>
                    <a:pt x="352" y="110"/>
                  </a:lnTo>
                  <a:cubicBezTo>
                    <a:pt x="388" y="88"/>
                    <a:pt x="388" y="53"/>
                    <a:pt x="352" y="31"/>
                  </a:cubicBezTo>
                  <a:lnTo>
                    <a:pt x="330" y="17"/>
                  </a:lnTo>
                  <a:cubicBezTo>
                    <a:pt x="312" y="6"/>
                    <a:pt x="287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57"/>
            <p:cNvSpPr/>
            <p:nvPr/>
          </p:nvSpPr>
          <p:spPr>
            <a:xfrm>
              <a:off x="6698070" y="4594027"/>
              <a:ext cx="108202" cy="60839"/>
            </a:xfrm>
            <a:custGeom>
              <a:rect b="b" l="l" r="r" t="t"/>
              <a:pathLst>
                <a:path extrusionOk="0" h="307" w="546">
                  <a:moveTo>
                    <a:pt x="291" y="1"/>
                  </a:moveTo>
                  <a:cubicBezTo>
                    <a:pt x="266" y="1"/>
                    <a:pt x="241" y="6"/>
                    <a:pt x="223" y="18"/>
                  </a:cubicBezTo>
                  <a:lnTo>
                    <a:pt x="35" y="125"/>
                  </a:lnTo>
                  <a:cubicBezTo>
                    <a:pt x="1" y="147"/>
                    <a:pt x="1" y="183"/>
                    <a:pt x="35" y="204"/>
                  </a:cubicBezTo>
                  <a:lnTo>
                    <a:pt x="194" y="290"/>
                  </a:lnTo>
                  <a:cubicBezTo>
                    <a:pt x="212" y="301"/>
                    <a:pt x="235" y="307"/>
                    <a:pt x="258" y="307"/>
                  </a:cubicBezTo>
                  <a:cubicBezTo>
                    <a:pt x="282" y="307"/>
                    <a:pt x="305" y="301"/>
                    <a:pt x="323" y="290"/>
                  </a:cubicBezTo>
                  <a:lnTo>
                    <a:pt x="510" y="183"/>
                  </a:lnTo>
                  <a:cubicBezTo>
                    <a:pt x="546" y="161"/>
                    <a:pt x="546" y="125"/>
                    <a:pt x="510" y="104"/>
                  </a:cubicBezTo>
                  <a:lnTo>
                    <a:pt x="359" y="18"/>
                  </a:lnTo>
                  <a:cubicBezTo>
                    <a:pt x="341" y="6"/>
                    <a:pt x="316" y="1"/>
                    <a:pt x="291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57"/>
            <p:cNvSpPr/>
            <p:nvPr/>
          </p:nvSpPr>
          <p:spPr>
            <a:xfrm>
              <a:off x="6549639" y="3853854"/>
              <a:ext cx="401892" cy="253461"/>
            </a:xfrm>
            <a:custGeom>
              <a:rect b="b" l="l" r="r" t="t"/>
              <a:pathLst>
                <a:path extrusionOk="0" h="1279" w="2028">
                  <a:moveTo>
                    <a:pt x="2028" y="1"/>
                  </a:moveTo>
                  <a:lnTo>
                    <a:pt x="1" y="1186"/>
                  </a:lnTo>
                  <a:lnTo>
                    <a:pt x="1" y="1279"/>
                  </a:lnTo>
                  <a:lnTo>
                    <a:pt x="2028" y="101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57"/>
            <p:cNvSpPr/>
            <p:nvPr/>
          </p:nvSpPr>
          <p:spPr>
            <a:xfrm>
              <a:off x="6284683" y="3845333"/>
              <a:ext cx="265153" cy="261983"/>
            </a:xfrm>
            <a:custGeom>
              <a:rect b="b" l="l" r="r" t="t"/>
              <a:pathLst>
                <a:path extrusionOk="0" h="1322" w="1338">
                  <a:moveTo>
                    <a:pt x="232" y="0"/>
                  </a:moveTo>
                  <a:lnTo>
                    <a:pt x="203" y="21"/>
                  </a:lnTo>
                  <a:lnTo>
                    <a:pt x="87" y="87"/>
                  </a:lnTo>
                  <a:cubicBezTo>
                    <a:pt x="51" y="209"/>
                    <a:pt x="30" y="295"/>
                    <a:pt x="23" y="309"/>
                  </a:cubicBezTo>
                  <a:cubicBezTo>
                    <a:pt x="1" y="373"/>
                    <a:pt x="8" y="452"/>
                    <a:pt x="37" y="518"/>
                  </a:cubicBezTo>
                  <a:cubicBezTo>
                    <a:pt x="60" y="554"/>
                    <a:pt x="87" y="604"/>
                    <a:pt x="153" y="640"/>
                  </a:cubicBezTo>
                  <a:lnTo>
                    <a:pt x="1338" y="1322"/>
                  </a:lnTo>
                  <a:lnTo>
                    <a:pt x="1338" y="1229"/>
                  </a:lnTo>
                  <a:lnTo>
                    <a:pt x="189" y="525"/>
                  </a:lnTo>
                  <a:cubicBezTo>
                    <a:pt x="160" y="502"/>
                    <a:pt x="153" y="482"/>
                    <a:pt x="146" y="475"/>
                  </a:cubicBezTo>
                  <a:cubicBezTo>
                    <a:pt x="130" y="445"/>
                    <a:pt x="130" y="402"/>
                    <a:pt x="146" y="366"/>
                  </a:cubicBezTo>
                  <a:cubicBezTo>
                    <a:pt x="153" y="352"/>
                    <a:pt x="189" y="209"/>
                    <a:pt x="23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57"/>
            <p:cNvSpPr/>
            <p:nvPr/>
          </p:nvSpPr>
          <p:spPr>
            <a:xfrm>
              <a:off x="6310445" y="3617237"/>
              <a:ext cx="641084" cy="471648"/>
            </a:xfrm>
            <a:custGeom>
              <a:rect b="b" l="l" r="r" t="t"/>
              <a:pathLst>
                <a:path extrusionOk="0" h="2380" w="3235">
                  <a:moveTo>
                    <a:pt x="2100" y="1"/>
                  </a:moveTo>
                  <a:lnTo>
                    <a:pt x="102" y="1151"/>
                  </a:lnTo>
                  <a:cubicBezTo>
                    <a:pt x="59" y="1360"/>
                    <a:pt x="23" y="1503"/>
                    <a:pt x="16" y="1517"/>
                  </a:cubicBezTo>
                  <a:cubicBezTo>
                    <a:pt x="0" y="1553"/>
                    <a:pt x="0" y="1596"/>
                    <a:pt x="16" y="1626"/>
                  </a:cubicBezTo>
                  <a:cubicBezTo>
                    <a:pt x="23" y="1633"/>
                    <a:pt x="30" y="1653"/>
                    <a:pt x="59" y="1676"/>
                  </a:cubicBezTo>
                  <a:lnTo>
                    <a:pt x="1208" y="2380"/>
                  </a:lnTo>
                  <a:lnTo>
                    <a:pt x="3235" y="1195"/>
                  </a:lnTo>
                  <a:lnTo>
                    <a:pt x="2050" y="511"/>
                  </a:lnTo>
                  <a:cubicBezTo>
                    <a:pt x="2020" y="498"/>
                    <a:pt x="2007" y="475"/>
                    <a:pt x="2007" y="468"/>
                  </a:cubicBezTo>
                  <a:cubicBezTo>
                    <a:pt x="1991" y="439"/>
                    <a:pt x="1991" y="389"/>
                    <a:pt x="2000" y="353"/>
                  </a:cubicBezTo>
                  <a:cubicBezTo>
                    <a:pt x="2014" y="332"/>
                    <a:pt x="2043" y="196"/>
                    <a:pt x="210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57"/>
            <p:cNvSpPr/>
            <p:nvPr/>
          </p:nvSpPr>
          <p:spPr>
            <a:xfrm>
              <a:off x="5723856" y="4185792"/>
              <a:ext cx="1387" cy="19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57"/>
            <p:cNvSpPr/>
            <p:nvPr/>
          </p:nvSpPr>
          <p:spPr>
            <a:xfrm>
              <a:off x="5416094" y="1905228"/>
              <a:ext cx="1719533" cy="2280754"/>
            </a:xfrm>
            <a:custGeom>
              <a:rect b="b" l="l" r="r" t="t"/>
              <a:pathLst>
                <a:path extrusionOk="0" h="11509" w="8677">
                  <a:moveTo>
                    <a:pt x="8370" y="0"/>
                  </a:moveTo>
                  <a:cubicBezTo>
                    <a:pt x="8348" y="0"/>
                    <a:pt x="8325" y="8"/>
                    <a:pt x="8302" y="21"/>
                  </a:cubicBezTo>
                  <a:lnTo>
                    <a:pt x="137" y="4738"/>
                  </a:lnTo>
                  <a:cubicBezTo>
                    <a:pt x="50" y="4781"/>
                    <a:pt x="0" y="4917"/>
                    <a:pt x="21" y="5024"/>
                  </a:cubicBezTo>
                  <a:lnTo>
                    <a:pt x="1020" y="10322"/>
                  </a:lnTo>
                  <a:lnTo>
                    <a:pt x="1208" y="11314"/>
                  </a:lnTo>
                  <a:cubicBezTo>
                    <a:pt x="1222" y="11379"/>
                    <a:pt x="1258" y="11422"/>
                    <a:pt x="1301" y="11429"/>
                  </a:cubicBezTo>
                  <a:lnTo>
                    <a:pt x="1544" y="11506"/>
                  </a:lnTo>
                  <a:lnTo>
                    <a:pt x="1544" y="11506"/>
                  </a:lnTo>
                  <a:lnTo>
                    <a:pt x="1544" y="11500"/>
                  </a:lnTo>
                  <a:cubicBezTo>
                    <a:pt x="1537" y="11500"/>
                    <a:pt x="1537" y="11500"/>
                    <a:pt x="1531" y="11493"/>
                  </a:cubicBezTo>
                  <a:cubicBezTo>
                    <a:pt x="1524" y="11493"/>
                    <a:pt x="1524" y="11493"/>
                    <a:pt x="1524" y="11486"/>
                  </a:cubicBezTo>
                  <a:lnTo>
                    <a:pt x="1517" y="11486"/>
                  </a:lnTo>
                  <a:cubicBezTo>
                    <a:pt x="1510" y="11479"/>
                    <a:pt x="1510" y="11472"/>
                    <a:pt x="1501" y="11472"/>
                  </a:cubicBezTo>
                  <a:cubicBezTo>
                    <a:pt x="1501" y="11465"/>
                    <a:pt x="1501" y="11465"/>
                    <a:pt x="1494" y="11457"/>
                  </a:cubicBezTo>
                  <a:cubicBezTo>
                    <a:pt x="1494" y="11457"/>
                    <a:pt x="1494" y="11450"/>
                    <a:pt x="1487" y="11443"/>
                  </a:cubicBezTo>
                  <a:cubicBezTo>
                    <a:pt x="1487" y="11436"/>
                    <a:pt x="1481" y="11429"/>
                    <a:pt x="1481" y="11429"/>
                  </a:cubicBezTo>
                  <a:lnTo>
                    <a:pt x="1481" y="11422"/>
                  </a:lnTo>
                  <a:lnTo>
                    <a:pt x="1481" y="11414"/>
                  </a:lnTo>
                  <a:cubicBezTo>
                    <a:pt x="1474" y="11407"/>
                    <a:pt x="1474" y="11400"/>
                    <a:pt x="1474" y="11393"/>
                  </a:cubicBezTo>
                  <a:lnTo>
                    <a:pt x="1286" y="10401"/>
                  </a:lnTo>
                  <a:lnTo>
                    <a:pt x="1258" y="10265"/>
                  </a:lnTo>
                  <a:lnTo>
                    <a:pt x="316" y="5298"/>
                  </a:lnTo>
                  <a:lnTo>
                    <a:pt x="280" y="5103"/>
                  </a:lnTo>
                  <a:cubicBezTo>
                    <a:pt x="259" y="4996"/>
                    <a:pt x="316" y="4867"/>
                    <a:pt x="402" y="4815"/>
                  </a:cubicBezTo>
                  <a:lnTo>
                    <a:pt x="8567" y="100"/>
                  </a:lnTo>
                  <a:cubicBezTo>
                    <a:pt x="8590" y="88"/>
                    <a:pt x="8612" y="79"/>
                    <a:pt x="8635" y="79"/>
                  </a:cubicBezTo>
                  <a:lnTo>
                    <a:pt x="8635" y="79"/>
                  </a:lnTo>
                  <a:lnTo>
                    <a:pt x="8660" y="87"/>
                  </a:lnTo>
                  <a:lnTo>
                    <a:pt x="8676" y="87"/>
                  </a:lnTo>
                  <a:cubicBezTo>
                    <a:pt x="8663" y="81"/>
                    <a:pt x="8650" y="79"/>
                    <a:pt x="8638" y="79"/>
                  </a:cubicBezTo>
                  <a:cubicBezTo>
                    <a:pt x="8637" y="79"/>
                    <a:pt x="8636" y="79"/>
                    <a:pt x="8635" y="79"/>
                  </a:cubicBezTo>
                  <a:lnTo>
                    <a:pt x="8635" y="79"/>
                  </a:lnTo>
                  <a:lnTo>
                    <a:pt x="8402" y="7"/>
                  </a:lnTo>
                  <a:cubicBezTo>
                    <a:pt x="8392" y="2"/>
                    <a:pt x="8381" y="0"/>
                    <a:pt x="8370" y="0"/>
                  </a:cubicBezTo>
                  <a:close/>
                  <a:moveTo>
                    <a:pt x="1544" y="11506"/>
                  </a:moveTo>
                  <a:lnTo>
                    <a:pt x="1544" y="11509"/>
                  </a:lnTo>
                  <a:lnTo>
                    <a:pt x="1553" y="11509"/>
                  </a:lnTo>
                  <a:lnTo>
                    <a:pt x="1544" y="11506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57"/>
            <p:cNvSpPr/>
            <p:nvPr/>
          </p:nvSpPr>
          <p:spPr>
            <a:xfrm>
              <a:off x="5478717" y="1984893"/>
              <a:ext cx="1867369" cy="1954564"/>
            </a:xfrm>
            <a:custGeom>
              <a:rect b="b" l="l" r="r" t="t"/>
              <a:pathLst>
                <a:path extrusionOk="0" h="9863" w="9423">
                  <a:moveTo>
                    <a:pt x="8483" y="0"/>
                  </a:moveTo>
                  <a:lnTo>
                    <a:pt x="0" y="4896"/>
                  </a:lnTo>
                  <a:lnTo>
                    <a:pt x="942" y="9863"/>
                  </a:lnTo>
                  <a:lnTo>
                    <a:pt x="9423" y="4967"/>
                  </a:lnTo>
                  <a:lnTo>
                    <a:pt x="9395" y="4931"/>
                  </a:lnTo>
                  <a:lnTo>
                    <a:pt x="9366" y="4774"/>
                  </a:lnTo>
                  <a:lnTo>
                    <a:pt x="8474" y="43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57"/>
            <p:cNvSpPr/>
            <p:nvPr/>
          </p:nvSpPr>
          <p:spPr>
            <a:xfrm>
              <a:off x="5670745" y="2996165"/>
              <a:ext cx="1721118" cy="1191208"/>
            </a:xfrm>
            <a:custGeom>
              <a:rect b="b" l="l" r="r" t="t"/>
              <a:pathLst>
                <a:path extrusionOk="0" h="6011" w="8685">
                  <a:moveTo>
                    <a:pt x="8476" y="0"/>
                  </a:moveTo>
                  <a:lnTo>
                    <a:pt x="1" y="4896"/>
                  </a:lnTo>
                  <a:lnTo>
                    <a:pt x="189" y="5888"/>
                  </a:lnTo>
                  <a:cubicBezTo>
                    <a:pt x="189" y="5895"/>
                    <a:pt x="189" y="5902"/>
                    <a:pt x="196" y="5909"/>
                  </a:cubicBezTo>
                  <a:lnTo>
                    <a:pt x="196" y="5917"/>
                  </a:lnTo>
                  <a:lnTo>
                    <a:pt x="196" y="5924"/>
                  </a:lnTo>
                  <a:cubicBezTo>
                    <a:pt x="196" y="5924"/>
                    <a:pt x="202" y="5931"/>
                    <a:pt x="202" y="5938"/>
                  </a:cubicBezTo>
                  <a:cubicBezTo>
                    <a:pt x="209" y="5945"/>
                    <a:pt x="209" y="5952"/>
                    <a:pt x="209" y="5952"/>
                  </a:cubicBezTo>
                  <a:cubicBezTo>
                    <a:pt x="216" y="5960"/>
                    <a:pt x="216" y="5960"/>
                    <a:pt x="216" y="5967"/>
                  </a:cubicBezTo>
                  <a:cubicBezTo>
                    <a:pt x="225" y="5967"/>
                    <a:pt x="225" y="5974"/>
                    <a:pt x="232" y="5981"/>
                  </a:cubicBezTo>
                  <a:lnTo>
                    <a:pt x="239" y="5981"/>
                  </a:lnTo>
                  <a:cubicBezTo>
                    <a:pt x="239" y="5988"/>
                    <a:pt x="239" y="5988"/>
                    <a:pt x="246" y="5988"/>
                  </a:cubicBezTo>
                  <a:cubicBezTo>
                    <a:pt x="252" y="5995"/>
                    <a:pt x="252" y="5995"/>
                    <a:pt x="259" y="5995"/>
                  </a:cubicBezTo>
                  <a:lnTo>
                    <a:pt x="259" y="6004"/>
                  </a:lnTo>
                  <a:lnTo>
                    <a:pt x="275" y="6004"/>
                  </a:lnTo>
                  <a:cubicBezTo>
                    <a:pt x="288" y="6008"/>
                    <a:pt x="300" y="6011"/>
                    <a:pt x="312" y="6011"/>
                  </a:cubicBezTo>
                  <a:cubicBezTo>
                    <a:pt x="335" y="6011"/>
                    <a:pt x="358" y="6003"/>
                    <a:pt x="382" y="5988"/>
                  </a:cubicBezTo>
                  <a:lnTo>
                    <a:pt x="3185" y="4372"/>
                  </a:lnTo>
                  <a:lnTo>
                    <a:pt x="3301" y="4306"/>
                  </a:lnTo>
                  <a:lnTo>
                    <a:pt x="3330" y="4285"/>
                  </a:lnTo>
                  <a:lnTo>
                    <a:pt x="5328" y="3135"/>
                  </a:lnTo>
                  <a:lnTo>
                    <a:pt x="8549" y="1280"/>
                  </a:lnTo>
                  <a:cubicBezTo>
                    <a:pt x="8635" y="1230"/>
                    <a:pt x="8685" y="1101"/>
                    <a:pt x="8662" y="992"/>
                  </a:cubicBezTo>
                  <a:lnTo>
                    <a:pt x="847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57"/>
            <p:cNvSpPr/>
            <p:nvPr/>
          </p:nvSpPr>
          <p:spPr>
            <a:xfrm>
              <a:off x="5723856" y="4185792"/>
              <a:ext cx="1387" cy="198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57"/>
            <p:cNvSpPr/>
            <p:nvPr/>
          </p:nvSpPr>
          <p:spPr>
            <a:xfrm>
              <a:off x="5665395" y="2969016"/>
              <a:ext cx="1685249" cy="997595"/>
            </a:xfrm>
            <a:custGeom>
              <a:rect b="b" l="l" r="r" t="t"/>
              <a:pathLst>
                <a:path extrusionOk="0" h="5034" w="8504">
                  <a:moveTo>
                    <a:pt x="8481" y="1"/>
                  </a:moveTo>
                  <a:lnTo>
                    <a:pt x="0" y="4897"/>
                  </a:lnTo>
                  <a:lnTo>
                    <a:pt x="28" y="5033"/>
                  </a:lnTo>
                  <a:lnTo>
                    <a:pt x="8503" y="137"/>
                  </a:lnTo>
                  <a:lnTo>
                    <a:pt x="848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57"/>
            <p:cNvSpPr/>
            <p:nvPr/>
          </p:nvSpPr>
          <p:spPr>
            <a:xfrm>
              <a:off x="5467421" y="1920685"/>
              <a:ext cx="1692384" cy="1034653"/>
            </a:xfrm>
            <a:custGeom>
              <a:rect b="b" l="l" r="r" t="t"/>
              <a:pathLst>
                <a:path extrusionOk="0" h="5221" w="8540">
                  <a:moveTo>
                    <a:pt x="8379" y="1"/>
                  </a:moveTo>
                  <a:cubicBezTo>
                    <a:pt x="8355" y="1"/>
                    <a:pt x="8332" y="9"/>
                    <a:pt x="8308" y="22"/>
                  </a:cubicBezTo>
                  <a:lnTo>
                    <a:pt x="143" y="4737"/>
                  </a:lnTo>
                  <a:cubicBezTo>
                    <a:pt x="57" y="4789"/>
                    <a:pt x="0" y="4918"/>
                    <a:pt x="21" y="5025"/>
                  </a:cubicBezTo>
                  <a:lnTo>
                    <a:pt x="57" y="5220"/>
                  </a:lnTo>
                  <a:lnTo>
                    <a:pt x="8540" y="324"/>
                  </a:lnTo>
                  <a:lnTo>
                    <a:pt x="8503" y="131"/>
                  </a:lnTo>
                  <a:cubicBezTo>
                    <a:pt x="8496" y="116"/>
                    <a:pt x="8496" y="102"/>
                    <a:pt x="8488" y="95"/>
                  </a:cubicBezTo>
                  <a:cubicBezTo>
                    <a:pt x="8488" y="88"/>
                    <a:pt x="8488" y="79"/>
                    <a:pt x="8481" y="72"/>
                  </a:cubicBezTo>
                  <a:cubicBezTo>
                    <a:pt x="8481" y="66"/>
                    <a:pt x="8474" y="59"/>
                    <a:pt x="8467" y="52"/>
                  </a:cubicBezTo>
                  <a:cubicBezTo>
                    <a:pt x="8467" y="45"/>
                    <a:pt x="8460" y="45"/>
                    <a:pt x="8453" y="36"/>
                  </a:cubicBezTo>
                  <a:cubicBezTo>
                    <a:pt x="8445" y="22"/>
                    <a:pt x="8431" y="16"/>
                    <a:pt x="8417" y="9"/>
                  </a:cubicBezTo>
                  <a:cubicBezTo>
                    <a:pt x="8404" y="3"/>
                    <a:pt x="8391" y="1"/>
                    <a:pt x="8379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57"/>
            <p:cNvSpPr/>
            <p:nvPr/>
          </p:nvSpPr>
          <p:spPr>
            <a:xfrm>
              <a:off x="5478717" y="1984893"/>
              <a:ext cx="1867369" cy="1954564"/>
            </a:xfrm>
            <a:custGeom>
              <a:rect b="b" l="l" r="r" t="t"/>
              <a:pathLst>
                <a:path extrusionOk="0" h="9863" w="9423">
                  <a:moveTo>
                    <a:pt x="8483" y="0"/>
                  </a:moveTo>
                  <a:lnTo>
                    <a:pt x="0" y="4896"/>
                  </a:lnTo>
                  <a:lnTo>
                    <a:pt x="942" y="9863"/>
                  </a:lnTo>
                  <a:lnTo>
                    <a:pt x="9423" y="4967"/>
                  </a:lnTo>
                  <a:lnTo>
                    <a:pt x="9395" y="4946"/>
                  </a:lnTo>
                  <a:lnTo>
                    <a:pt x="9395" y="4931"/>
                  </a:lnTo>
                  <a:lnTo>
                    <a:pt x="9366" y="4774"/>
                  </a:lnTo>
                  <a:lnTo>
                    <a:pt x="8474" y="37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57"/>
            <p:cNvSpPr/>
            <p:nvPr/>
          </p:nvSpPr>
          <p:spPr>
            <a:xfrm>
              <a:off x="5478717" y="1984893"/>
              <a:ext cx="1867369" cy="1954564"/>
            </a:xfrm>
            <a:custGeom>
              <a:rect b="b" l="l" r="r" t="t"/>
              <a:pathLst>
                <a:path extrusionOk="0" h="9863" w="9423">
                  <a:moveTo>
                    <a:pt x="8483" y="0"/>
                  </a:moveTo>
                  <a:lnTo>
                    <a:pt x="0" y="4896"/>
                  </a:lnTo>
                  <a:lnTo>
                    <a:pt x="942" y="9863"/>
                  </a:lnTo>
                  <a:lnTo>
                    <a:pt x="9423" y="4967"/>
                  </a:lnTo>
                  <a:lnTo>
                    <a:pt x="8483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miter lim="1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57"/>
            <p:cNvSpPr/>
            <p:nvPr/>
          </p:nvSpPr>
          <p:spPr>
            <a:xfrm>
              <a:off x="5468808" y="4121585"/>
              <a:ext cx="42805" cy="30320"/>
            </a:xfrm>
            <a:custGeom>
              <a:rect b="b" l="l" r="r" t="t"/>
              <a:pathLst>
                <a:path extrusionOk="0" h="153" w="216">
                  <a:moveTo>
                    <a:pt x="0" y="0"/>
                  </a:moveTo>
                  <a:lnTo>
                    <a:pt x="21" y="143"/>
                  </a:lnTo>
                  <a:lnTo>
                    <a:pt x="100" y="143"/>
                  </a:lnTo>
                  <a:cubicBezTo>
                    <a:pt x="129" y="143"/>
                    <a:pt x="157" y="143"/>
                    <a:pt x="186" y="152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57"/>
            <p:cNvSpPr/>
            <p:nvPr/>
          </p:nvSpPr>
          <p:spPr>
            <a:xfrm>
              <a:off x="5175117" y="4135853"/>
              <a:ext cx="625825" cy="336297"/>
            </a:xfrm>
            <a:custGeom>
              <a:rect b="b" l="l" r="r" t="t"/>
              <a:pathLst>
                <a:path extrusionOk="0" h="1697" w="3158">
                  <a:moveTo>
                    <a:pt x="978" y="1"/>
                  </a:moveTo>
                  <a:cubicBezTo>
                    <a:pt x="813" y="37"/>
                    <a:pt x="656" y="101"/>
                    <a:pt x="518" y="173"/>
                  </a:cubicBezTo>
                  <a:cubicBezTo>
                    <a:pt x="152" y="382"/>
                    <a:pt x="0" y="661"/>
                    <a:pt x="66" y="934"/>
                  </a:cubicBezTo>
                  <a:lnTo>
                    <a:pt x="66" y="943"/>
                  </a:lnTo>
                  <a:cubicBezTo>
                    <a:pt x="109" y="1122"/>
                    <a:pt x="245" y="1288"/>
                    <a:pt x="475" y="1431"/>
                  </a:cubicBezTo>
                  <a:cubicBezTo>
                    <a:pt x="683" y="1553"/>
                    <a:pt x="942" y="1640"/>
                    <a:pt x="1208" y="1676"/>
                  </a:cubicBezTo>
                  <a:cubicBezTo>
                    <a:pt x="1230" y="1676"/>
                    <a:pt x="1260" y="1683"/>
                    <a:pt x="1280" y="1683"/>
                  </a:cubicBezTo>
                  <a:cubicBezTo>
                    <a:pt x="1310" y="1683"/>
                    <a:pt x="1330" y="1690"/>
                    <a:pt x="1360" y="1690"/>
                  </a:cubicBezTo>
                  <a:cubicBezTo>
                    <a:pt x="1380" y="1690"/>
                    <a:pt x="1403" y="1697"/>
                    <a:pt x="1423" y="1697"/>
                  </a:cubicBezTo>
                  <a:lnTo>
                    <a:pt x="1725" y="1697"/>
                  </a:lnTo>
                  <a:cubicBezTo>
                    <a:pt x="1777" y="1690"/>
                    <a:pt x="1827" y="1690"/>
                    <a:pt x="1877" y="1683"/>
                  </a:cubicBezTo>
                  <a:cubicBezTo>
                    <a:pt x="2157" y="1646"/>
                    <a:pt x="2424" y="1574"/>
                    <a:pt x="2640" y="1452"/>
                  </a:cubicBezTo>
                  <a:cubicBezTo>
                    <a:pt x="2890" y="1308"/>
                    <a:pt x="3042" y="1129"/>
                    <a:pt x="3092" y="943"/>
                  </a:cubicBezTo>
                  <a:cubicBezTo>
                    <a:pt x="3092" y="934"/>
                    <a:pt x="3099" y="934"/>
                    <a:pt x="3099" y="927"/>
                  </a:cubicBezTo>
                  <a:cubicBezTo>
                    <a:pt x="3157" y="668"/>
                    <a:pt x="3019" y="396"/>
                    <a:pt x="2683" y="194"/>
                  </a:cubicBezTo>
                  <a:cubicBezTo>
                    <a:pt x="2545" y="108"/>
                    <a:pt x="2381" y="44"/>
                    <a:pt x="2200" y="1"/>
                  </a:cubicBezTo>
                  <a:lnTo>
                    <a:pt x="2172" y="158"/>
                  </a:lnTo>
                  <a:cubicBezTo>
                    <a:pt x="2193" y="166"/>
                    <a:pt x="2215" y="173"/>
                    <a:pt x="2236" y="180"/>
                  </a:cubicBezTo>
                  <a:cubicBezTo>
                    <a:pt x="2243" y="180"/>
                    <a:pt x="2251" y="187"/>
                    <a:pt x="2265" y="187"/>
                  </a:cubicBezTo>
                  <a:cubicBezTo>
                    <a:pt x="2279" y="194"/>
                    <a:pt x="2302" y="201"/>
                    <a:pt x="2315" y="209"/>
                  </a:cubicBezTo>
                  <a:cubicBezTo>
                    <a:pt x="2338" y="216"/>
                    <a:pt x="2358" y="230"/>
                    <a:pt x="2388" y="237"/>
                  </a:cubicBezTo>
                  <a:cubicBezTo>
                    <a:pt x="2395" y="244"/>
                    <a:pt x="2408" y="253"/>
                    <a:pt x="2424" y="259"/>
                  </a:cubicBezTo>
                  <a:cubicBezTo>
                    <a:pt x="2452" y="273"/>
                    <a:pt x="2474" y="287"/>
                    <a:pt x="2502" y="303"/>
                  </a:cubicBezTo>
                  <a:cubicBezTo>
                    <a:pt x="2992" y="589"/>
                    <a:pt x="2969" y="1063"/>
                    <a:pt x="2467" y="1345"/>
                  </a:cubicBezTo>
                  <a:cubicBezTo>
                    <a:pt x="2445" y="1351"/>
                    <a:pt x="2424" y="1365"/>
                    <a:pt x="2402" y="1374"/>
                  </a:cubicBezTo>
                  <a:cubicBezTo>
                    <a:pt x="2365" y="1395"/>
                    <a:pt x="2322" y="1408"/>
                    <a:pt x="2286" y="1424"/>
                  </a:cubicBezTo>
                  <a:cubicBezTo>
                    <a:pt x="2272" y="1431"/>
                    <a:pt x="2265" y="1438"/>
                    <a:pt x="2251" y="1438"/>
                  </a:cubicBezTo>
                  <a:lnTo>
                    <a:pt x="2243" y="1445"/>
                  </a:lnTo>
                  <a:cubicBezTo>
                    <a:pt x="2222" y="1452"/>
                    <a:pt x="2200" y="1460"/>
                    <a:pt x="2179" y="1460"/>
                  </a:cubicBezTo>
                  <a:cubicBezTo>
                    <a:pt x="2179" y="1467"/>
                    <a:pt x="2172" y="1467"/>
                    <a:pt x="2165" y="1467"/>
                  </a:cubicBezTo>
                  <a:cubicBezTo>
                    <a:pt x="2143" y="1474"/>
                    <a:pt x="2122" y="1481"/>
                    <a:pt x="2100" y="1488"/>
                  </a:cubicBezTo>
                  <a:lnTo>
                    <a:pt x="2093" y="1488"/>
                  </a:lnTo>
                  <a:cubicBezTo>
                    <a:pt x="2079" y="1488"/>
                    <a:pt x="2063" y="1495"/>
                    <a:pt x="2050" y="1503"/>
                  </a:cubicBezTo>
                  <a:cubicBezTo>
                    <a:pt x="2020" y="1503"/>
                    <a:pt x="1993" y="1510"/>
                    <a:pt x="1970" y="1517"/>
                  </a:cubicBezTo>
                  <a:cubicBezTo>
                    <a:pt x="1950" y="1517"/>
                    <a:pt x="1927" y="1524"/>
                    <a:pt x="1906" y="1524"/>
                  </a:cubicBezTo>
                  <a:cubicBezTo>
                    <a:pt x="1877" y="1531"/>
                    <a:pt x="1848" y="1538"/>
                    <a:pt x="1820" y="1538"/>
                  </a:cubicBezTo>
                  <a:cubicBezTo>
                    <a:pt x="1805" y="1538"/>
                    <a:pt x="1784" y="1546"/>
                    <a:pt x="1768" y="1546"/>
                  </a:cubicBezTo>
                  <a:lnTo>
                    <a:pt x="1698" y="1546"/>
                  </a:lnTo>
                  <a:cubicBezTo>
                    <a:pt x="1639" y="1553"/>
                    <a:pt x="1575" y="1553"/>
                    <a:pt x="1518" y="1553"/>
                  </a:cubicBezTo>
                  <a:lnTo>
                    <a:pt x="1510" y="1553"/>
                  </a:lnTo>
                  <a:cubicBezTo>
                    <a:pt x="1496" y="1553"/>
                    <a:pt x="1482" y="1546"/>
                    <a:pt x="1467" y="1546"/>
                  </a:cubicBezTo>
                  <a:lnTo>
                    <a:pt x="1389" y="1546"/>
                  </a:lnTo>
                  <a:cubicBezTo>
                    <a:pt x="1366" y="1538"/>
                    <a:pt x="1346" y="1538"/>
                    <a:pt x="1323" y="1538"/>
                  </a:cubicBezTo>
                  <a:lnTo>
                    <a:pt x="1310" y="1538"/>
                  </a:lnTo>
                  <a:cubicBezTo>
                    <a:pt x="1294" y="1531"/>
                    <a:pt x="1280" y="1531"/>
                    <a:pt x="1266" y="1531"/>
                  </a:cubicBezTo>
                  <a:lnTo>
                    <a:pt x="1260" y="1531"/>
                  </a:lnTo>
                  <a:cubicBezTo>
                    <a:pt x="1237" y="1524"/>
                    <a:pt x="1208" y="1524"/>
                    <a:pt x="1187" y="1517"/>
                  </a:cubicBezTo>
                  <a:cubicBezTo>
                    <a:pt x="1165" y="1510"/>
                    <a:pt x="1137" y="1510"/>
                    <a:pt x="1108" y="1503"/>
                  </a:cubicBezTo>
                  <a:cubicBezTo>
                    <a:pt x="1101" y="1495"/>
                    <a:pt x="1087" y="1495"/>
                    <a:pt x="1078" y="1495"/>
                  </a:cubicBezTo>
                  <a:cubicBezTo>
                    <a:pt x="1071" y="1488"/>
                    <a:pt x="1058" y="1488"/>
                    <a:pt x="1051" y="1481"/>
                  </a:cubicBezTo>
                  <a:cubicBezTo>
                    <a:pt x="1035" y="1481"/>
                    <a:pt x="1021" y="1481"/>
                    <a:pt x="1008" y="1474"/>
                  </a:cubicBezTo>
                  <a:cubicBezTo>
                    <a:pt x="1001" y="1474"/>
                    <a:pt x="1001" y="1474"/>
                    <a:pt x="992" y="1467"/>
                  </a:cubicBezTo>
                  <a:cubicBezTo>
                    <a:pt x="978" y="1467"/>
                    <a:pt x="965" y="1460"/>
                    <a:pt x="958" y="1460"/>
                  </a:cubicBezTo>
                  <a:cubicBezTo>
                    <a:pt x="935" y="1452"/>
                    <a:pt x="906" y="1445"/>
                    <a:pt x="885" y="1431"/>
                  </a:cubicBezTo>
                  <a:cubicBezTo>
                    <a:pt x="878" y="1431"/>
                    <a:pt x="863" y="1424"/>
                    <a:pt x="856" y="1424"/>
                  </a:cubicBezTo>
                  <a:cubicBezTo>
                    <a:pt x="842" y="1417"/>
                    <a:pt x="835" y="1408"/>
                    <a:pt x="820" y="1408"/>
                  </a:cubicBezTo>
                  <a:cubicBezTo>
                    <a:pt x="806" y="1402"/>
                    <a:pt x="792" y="1395"/>
                    <a:pt x="777" y="1388"/>
                  </a:cubicBezTo>
                  <a:cubicBezTo>
                    <a:pt x="763" y="1381"/>
                    <a:pt x="749" y="1374"/>
                    <a:pt x="733" y="1365"/>
                  </a:cubicBezTo>
                  <a:cubicBezTo>
                    <a:pt x="706" y="1351"/>
                    <a:pt x="683" y="1338"/>
                    <a:pt x="663" y="1322"/>
                  </a:cubicBezTo>
                  <a:cubicBezTo>
                    <a:pt x="173" y="1036"/>
                    <a:pt x="188" y="568"/>
                    <a:pt x="699" y="280"/>
                  </a:cubicBezTo>
                  <a:cubicBezTo>
                    <a:pt x="726" y="266"/>
                    <a:pt x="756" y="253"/>
                    <a:pt x="785" y="237"/>
                  </a:cubicBezTo>
                  <a:cubicBezTo>
                    <a:pt x="835" y="216"/>
                    <a:pt x="885" y="194"/>
                    <a:pt x="935" y="180"/>
                  </a:cubicBezTo>
                  <a:cubicBezTo>
                    <a:pt x="949" y="173"/>
                    <a:pt x="958" y="173"/>
                    <a:pt x="971" y="166"/>
                  </a:cubicBezTo>
                  <a:cubicBezTo>
                    <a:pt x="978" y="166"/>
                    <a:pt x="992" y="158"/>
                    <a:pt x="1001" y="158"/>
                  </a:cubicBezTo>
                  <a:lnTo>
                    <a:pt x="978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57"/>
            <p:cNvSpPr/>
            <p:nvPr/>
          </p:nvSpPr>
          <p:spPr>
            <a:xfrm>
              <a:off x="5209202" y="4166966"/>
              <a:ext cx="201342" cy="269711"/>
            </a:xfrm>
            <a:custGeom>
              <a:rect b="b" l="l" r="r" t="t"/>
              <a:pathLst>
                <a:path extrusionOk="0" h="1361" w="1016">
                  <a:moveTo>
                    <a:pt x="829" y="1"/>
                  </a:moveTo>
                  <a:cubicBezTo>
                    <a:pt x="820" y="1"/>
                    <a:pt x="806" y="9"/>
                    <a:pt x="799" y="9"/>
                  </a:cubicBezTo>
                  <a:cubicBezTo>
                    <a:pt x="786" y="16"/>
                    <a:pt x="777" y="16"/>
                    <a:pt x="763" y="23"/>
                  </a:cubicBezTo>
                  <a:cubicBezTo>
                    <a:pt x="713" y="37"/>
                    <a:pt x="663" y="59"/>
                    <a:pt x="613" y="80"/>
                  </a:cubicBezTo>
                  <a:cubicBezTo>
                    <a:pt x="584" y="96"/>
                    <a:pt x="554" y="109"/>
                    <a:pt x="527" y="123"/>
                  </a:cubicBezTo>
                  <a:cubicBezTo>
                    <a:pt x="16" y="411"/>
                    <a:pt x="1" y="879"/>
                    <a:pt x="491" y="1165"/>
                  </a:cubicBezTo>
                  <a:cubicBezTo>
                    <a:pt x="511" y="1181"/>
                    <a:pt x="534" y="1194"/>
                    <a:pt x="561" y="1208"/>
                  </a:cubicBezTo>
                  <a:cubicBezTo>
                    <a:pt x="577" y="1217"/>
                    <a:pt x="591" y="1224"/>
                    <a:pt x="605" y="1231"/>
                  </a:cubicBezTo>
                  <a:cubicBezTo>
                    <a:pt x="620" y="1238"/>
                    <a:pt x="634" y="1245"/>
                    <a:pt x="648" y="1251"/>
                  </a:cubicBezTo>
                  <a:cubicBezTo>
                    <a:pt x="663" y="1251"/>
                    <a:pt x="670" y="1260"/>
                    <a:pt x="684" y="1267"/>
                  </a:cubicBezTo>
                  <a:cubicBezTo>
                    <a:pt x="691" y="1267"/>
                    <a:pt x="706" y="1274"/>
                    <a:pt x="713" y="1274"/>
                  </a:cubicBezTo>
                  <a:cubicBezTo>
                    <a:pt x="734" y="1288"/>
                    <a:pt x="763" y="1295"/>
                    <a:pt x="786" y="1303"/>
                  </a:cubicBezTo>
                  <a:cubicBezTo>
                    <a:pt x="793" y="1303"/>
                    <a:pt x="806" y="1310"/>
                    <a:pt x="820" y="1310"/>
                  </a:cubicBezTo>
                  <a:cubicBezTo>
                    <a:pt x="829" y="1317"/>
                    <a:pt x="829" y="1317"/>
                    <a:pt x="836" y="1317"/>
                  </a:cubicBezTo>
                  <a:cubicBezTo>
                    <a:pt x="849" y="1324"/>
                    <a:pt x="863" y="1324"/>
                    <a:pt x="879" y="1324"/>
                  </a:cubicBezTo>
                  <a:cubicBezTo>
                    <a:pt x="886" y="1331"/>
                    <a:pt x="899" y="1331"/>
                    <a:pt x="906" y="1338"/>
                  </a:cubicBezTo>
                  <a:cubicBezTo>
                    <a:pt x="915" y="1338"/>
                    <a:pt x="929" y="1338"/>
                    <a:pt x="936" y="1346"/>
                  </a:cubicBezTo>
                  <a:cubicBezTo>
                    <a:pt x="965" y="1353"/>
                    <a:pt x="993" y="1353"/>
                    <a:pt x="1015" y="1360"/>
                  </a:cubicBezTo>
                  <a:lnTo>
                    <a:pt x="829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57"/>
            <p:cNvSpPr/>
            <p:nvPr/>
          </p:nvSpPr>
          <p:spPr>
            <a:xfrm>
              <a:off x="5472771" y="4149923"/>
              <a:ext cx="33095" cy="100077"/>
            </a:xfrm>
            <a:custGeom>
              <a:rect b="b" l="l" r="r" t="t"/>
              <a:pathLst>
                <a:path extrusionOk="0" h="505" w="167">
                  <a:moveTo>
                    <a:pt x="1" y="0"/>
                  </a:moveTo>
                  <a:lnTo>
                    <a:pt x="73" y="504"/>
                  </a:lnTo>
                  <a:lnTo>
                    <a:pt x="166" y="9"/>
                  </a:lnTo>
                  <a:cubicBezTo>
                    <a:pt x="137" y="0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57"/>
            <p:cNvSpPr/>
            <p:nvPr/>
          </p:nvSpPr>
          <p:spPr>
            <a:xfrm>
              <a:off x="5552833" y="4166966"/>
              <a:ext cx="215214" cy="270900"/>
            </a:xfrm>
            <a:custGeom>
              <a:rect b="b" l="l" r="r" t="t"/>
              <a:pathLst>
                <a:path extrusionOk="0" h="1367" w="1086">
                  <a:moveTo>
                    <a:pt x="266" y="1"/>
                  </a:moveTo>
                  <a:lnTo>
                    <a:pt x="0" y="1367"/>
                  </a:lnTo>
                  <a:cubicBezTo>
                    <a:pt x="21" y="1367"/>
                    <a:pt x="44" y="1360"/>
                    <a:pt x="64" y="1360"/>
                  </a:cubicBezTo>
                  <a:cubicBezTo>
                    <a:pt x="87" y="1353"/>
                    <a:pt x="114" y="1346"/>
                    <a:pt x="144" y="1346"/>
                  </a:cubicBezTo>
                  <a:cubicBezTo>
                    <a:pt x="157" y="1338"/>
                    <a:pt x="173" y="1331"/>
                    <a:pt x="187" y="1331"/>
                  </a:cubicBezTo>
                  <a:lnTo>
                    <a:pt x="194" y="1331"/>
                  </a:lnTo>
                  <a:cubicBezTo>
                    <a:pt x="216" y="1324"/>
                    <a:pt x="237" y="1317"/>
                    <a:pt x="259" y="1310"/>
                  </a:cubicBezTo>
                  <a:cubicBezTo>
                    <a:pt x="266" y="1310"/>
                    <a:pt x="273" y="1310"/>
                    <a:pt x="273" y="1303"/>
                  </a:cubicBezTo>
                  <a:cubicBezTo>
                    <a:pt x="294" y="1303"/>
                    <a:pt x="316" y="1295"/>
                    <a:pt x="337" y="1288"/>
                  </a:cubicBezTo>
                  <a:lnTo>
                    <a:pt x="345" y="1281"/>
                  </a:lnTo>
                  <a:cubicBezTo>
                    <a:pt x="359" y="1281"/>
                    <a:pt x="366" y="1274"/>
                    <a:pt x="380" y="1267"/>
                  </a:cubicBezTo>
                  <a:cubicBezTo>
                    <a:pt x="416" y="1251"/>
                    <a:pt x="459" y="1238"/>
                    <a:pt x="496" y="1217"/>
                  </a:cubicBezTo>
                  <a:cubicBezTo>
                    <a:pt x="518" y="1208"/>
                    <a:pt x="539" y="1194"/>
                    <a:pt x="561" y="1188"/>
                  </a:cubicBezTo>
                  <a:cubicBezTo>
                    <a:pt x="1063" y="906"/>
                    <a:pt x="1086" y="432"/>
                    <a:pt x="596" y="146"/>
                  </a:cubicBezTo>
                  <a:cubicBezTo>
                    <a:pt x="568" y="130"/>
                    <a:pt x="546" y="116"/>
                    <a:pt x="518" y="102"/>
                  </a:cubicBezTo>
                  <a:cubicBezTo>
                    <a:pt x="502" y="96"/>
                    <a:pt x="489" y="87"/>
                    <a:pt x="482" y="80"/>
                  </a:cubicBezTo>
                  <a:cubicBezTo>
                    <a:pt x="452" y="73"/>
                    <a:pt x="432" y="59"/>
                    <a:pt x="409" y="52"/>
                  </a:cubicBezTo>
                  <a:cubicBezTo>
                    <a:pt x="396" y="44"/>
                    <a:pt x="373" y="37"/>
                    <a:pt x="359" y="30"/>
                  </a:cubicBezTo>
                  <a:cubicBezTo>
                    <a:pt x="345" y="30"/>
                    <a:pt x="337" y="23"/>
                    <a:pt x="330" y="23"/>
                  </a:cubicBezTo>
                  <a:cubicBezTo>
                    <a:pt x="309" y="16"/>
                    <a:pt x="287" y="9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57"/>
            <p:cNvSpPr/>
            <p:nvPr/>
          </p:nvSpPr>
          <p:spPr>
            <a:xfrm>
              <a:off x="5321962" y="3741292"/>
              <a:ext cx="102851" cy="98491"/>
            </a:xfrm>
            <a:custGeom>
              <a:rect b="b" l="l" r="r" t="t"/>
              <a:pathLst>
                <a:path extrusionOk="0" h="497" w="519">
                  <a:moveTo>
                    <a:pt x="224" y="1"/>
                  </a:moveTo>
                  <a:cubicBezTo>
                    <a:pt x="201" y="8"/>
                    <a:pt x="201" y="8"/>
                    <a:pt x="187" y="8"/>
                  </a:cubicBezTo>
                  <a:cubicBezTo>
                    <a:pt x="180" y="8"/>
                    <a:pt x="165" y="15"/>
                    <a:pt x="158" y="15"/>
                  </a:cubicBezTo>
                  <a:cubicBezTo>
                    <a:pt x="122" y="29"/>
                    <a:pt x="108" y="35"/>
                    <a:pt x="87" y="58"/>
                  </a:cubicBezTo>
                  <a:lnTo>
                    <a:pt x="79" y="58"/>
                  </a:lnTo>
                  <a:cubicBezTo>
                    <a:pt x="79" y="65"/>
                    <a:pt x="79" y="65"/>
                    <a:pt x="72" y="65"/>
                  </a:cubicBezTo>
                  <a:cubicBezTo>
                    <a:pt x="72" y="72"/>
                    <a:pt x="65" y="79"/>
                    <a:pt x="58" y="79"/>
                  </a:cubicBezTo>
                  <a:cubicBezTo>
                    <a:pt x="58" y="87"/>
                    <a:pt x="51" y="94"/>
                    <a:pt x="51" y="94"/>
                  </a:cubicBezTo>
                  <a:lnTo>
                    <a:pt x="44" y="101"/>
                  </a:lnTo>
                  <a:lnTo>
                    <a:pt x="36" y="108"/>
                  </a:lnTo>
                  <a:lnTo>
                    <a:pt x="36" y="115"/>
                  </a:lnTo>
                  <a:lnTo>
                    <a:pt x="29" y="122"/>
                  </a:lnTo>
                  <a:lnTo>
                    <a:pt x="29" y="130"/>
                  </a:lnTo>
                  <a:cubicBezTo>
                    <a:pt x="22" y="130"/>
                    <a:pt x="22" y="137"/>
                    <a:pt x="22" y="137"/>
                  </a:cubicBezTo>
                  <a:cubicBezTo>
                    <a:pt x="22" y="144"/>
                    <a:pt x="22" y="144"/>
                    <a:pt x="15" y="144"/>
                  </a:cubicBezTo>
                  <a:cubicBezTo>
                    <a:pt x="15" y="158"/>
                    <a:pt x="8" y="180"/>
                    <a:pt x="8" y="194"/>
                  </a:cubicBezTo>
                  <a:cubicBezTo>
                    <a:pt x="8" y="201"/>
                    <a:pt x="1" y="208"/>
                    <a:pt x="1" y="223"/>
                  </a:cubicBezTo>
                  <a:cubicBezTo>
                    <a:pt x="1" y="230"/>
                    <a:pt x="8" y="237"/>
                    <a:pt x="8" y="251"/>
                  </a:cubicBezTo>
                  <a:cubicBezTo>
                    <a:pt x="15" y="324"/>
                    <a:pt x="29" y="417"/>
                    <a:pt x="36" y="496"/>
                  </a:cubicBezTo>
                  <a:lnTo>
                    <a:pt x="79" y="360"/>
                  </a:lnTo>
                  <a:lnTo>
                    <a:pt x="324" y="287"/>
                  </a:lnTo>
                  <a:lnTo>
                    <a:pt x="519" y="367"/>
                  </a:lnTo>
                  <a:lnTo>
                    <a:pt x="519" y="367"/>
                  </a:lnTo>
                  <a:lnTo>
                    <a:pt x="496" y="180"/>
                  </a:lnTo>
                  <a:cubicBezTo>
                    <a:pt x="489" y="151"/>
                    <a:pt x="489" y="137"/>
                    <a:pt x="482" y="122"/>
                  </a:cubicBezTo>
                  <a:cubicBezTo>
                    <a:pt x="467" y="101"/>
                    <a:pt x="453" y="79"/>
                    <a:pt x="446" y="72"/>
                  </a:cubicBezTo>
                  <a:cubicBezTo>
                    <a:pt x="424" y="51"/>
                    <a:pt x="389" y="22"/>
                    <a:pt x="353" y="15"/>
                  </a:cubicBezTo>
                  <a:cubicBezTo>
                    <a:pt x="337" y="8"/>
                    <a:pt x="317" y="1"/>
                    <a:pt x="294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57"/>
            <p:cNvSpPr/>
            <p:nvPr/>
          </p:nvSpPr>
          <p:spPr>
            <a:xfrm>
              <a:off x="5334645" y="3859403"/>
              <a:ext cx="90168" cy="579849"/>
            </a:xfrm>
            <a:custGeom>
              <a:rect b="b" l="l" r="r" t="t"/>
              <a:pathLst>
                <a:path extrusionOk="0" h="2926" w="455">
                  <a:moveTo>
                    <a:pt x="51" y="0"/>
                  </a:moveTo>
                  <a:lnTo>
                    <a:pt x="30" y="59"/>
                  </a:lnTo>
                  <a:lnTo>
                    <a:pt x="1" y="159"/>
                  </a:lnTo>
                  <a:lnTo>
                    <a:pt x="173" y="1396"/>
                  </a:lnTo>
                  <a:lnTo>
                    <a:pt x="196" y="1553"/>
                  </a:lnTo>
                  <a:lnTo>
                    <a:pt x="382" y="2912"/>
                  </a:lnTo>
                  <a:cubicBezTo>
                    <a:pt x="403" y="2919"/>
                    <a:pt x="432" y="2919"/>
                    <a:pt x="455" y="2926"/>
                  </a:cubicBezTo>
                  <a:lnTo>
                    <a:pt x="260" y="1532"/>
                  </a:lnTo>
                  <a:lnTo>
                    <a:pt x="239" y="1380"/>
                  </a:lnTo>
                  <a:lnTo>
                    <a:pt x="58" y="79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57"/>
            <p:cNvSpPr/>
            <p:nvPr/>
          </p:nvSpPr>
          <p:spPr>
            <a:xfrm>
              <a:off x="5344554" y="3845333"/>
              <a:ext cx="119894" cy="597090"/>
            </a:xfrm>
            <a:custGeom>
              <a:rect b="b" l="l" r="r" t="t"/>
              <a:pathLst>
                <a:path extrusionOk="0" h="3013" w="605">
                  <a:moveTo>
                    <a:pt x="246" y="0"/>
                  </a:moveTo>
                  <a:lnTo>
                    <a:pt x="1" y="71"/>
                  </a:lnTo>
                  <a:lnTo>
                    <a:pt x="8" y="150"/>
                  </a:lnTo>
                  <a:lnTo>
                    <a:pt x="189" y="1451"/>
                  </a:lnTo>
                  <a:lnTo>
                    <a:pt x="210" y="1603"/>
                  </a:lnTo>
                  <a:lnTo>
                    <a:pt x="405" y="2997"/>
                  </a:lnTo>
                  <a:lnTo>
                    <a:pt x="411" y="2997"/>
                  </a:lnTo>
                  <a:cubicBezTo>
                    <a:pt x="425" y="2997"/>
                    <a:pt x="439" y="2997"/>
                    <a:pt x="455" y="3004"/>
                  </a:cubicBezTo>
                  <a:lnTo>
                    <a:pt x="468" y="3004"/>
                  </a:lnTo>
                  <a:cubicBezTo>
                    <a:pt x="491" y="3004"/>
                    <a:pt x="511" y="3004"/>
                    <a:pt x="534" y="3012"/>
                  </a:cubicBezTo>
                  <a:lnTo>
                    <a:pt x="605" y="2616"/>
                  </a:lnTo>
                  <a:lnTo>
                    <a:pt x="461" y="1560"/>
                  </a:lnTo>
                  <a:lnTo>
                    <a:pt x="439" y="1408"/>
                  </a:lnTo>
                  <a:lnTo>
                    <a:pt x="267" y="157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57"/>
            <p:cNvSpPr/>
            <p:nvPr/>
          </p:nvSpPr>
          <p:spPr>
            <a:xfrm>
              <a:off x="5337420" y="3798168"/>
              <a:ext cx="55884" cy="61433"/>
            </a:xfrm>
            <a:custGeom>
              <a:rect b="b" l="l" r="r" t="t"/>
              <a:pathLst>
                <a:path extrusionOk="0" h="310" w="282">
                  <a:moveTo>
                    <a:pt x="246" y="0"/>
                  </a:moveTo>
                  <a:lnTo>
                    <a:pt x="1" y="73"/>
                  </a:lnTo>
                  <a:lnTo>
                    <a:pt x="37" y="309"/>
                  </a:lnTo>
                  <a:lnTo>
                    <a:pt x="282" y="238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57"/>
            <p:cNvSpPr/>
            <p:nvPr/>
          </p:nvSpPr>
          <p:spPr>
            <a:xfrm>
              <a:off x="5328898" y="3812436"/>
              <a:ext cx="15854" cy="78476"/>
            </a:xfrm>
            <a:custGeom>
              <a:rect b="b" l="l" r="r" t="t"/>
              <a:pathLst>
                <a:path extrusionOk="0" h="396" w="80">
                  <a:moveTo>
                    <a:pt x="44" y="1"/>
                  </a:moveTo>
                  <a:lnTo>
                    <a:pt x="1" y="137"/>
                  </a:lnTo>
                  <a:lnTo>
                    <a:pt x="1" y="159"/>
                  </a:lnTo>
                  <a:lnTo>
                    <a:pt x="30" y="396"/>
                  </a:lnTo>
                  <a:lnTo>
                    <a:pt x="59" y="296"/>
                  </a:lnTo>
                  <a:lnTo>
                    <a:pt x="80" y="237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57"/>
            <p:cNvSpPr/>
            <p:nvPr/>
          </p:nvSpPr>
          <p:spPr>
            <a:xfrm>
              <a:off x="5385972" y="3798168"/>
              <a:ext cx="47363" cy="63019"/>
            </a:xfrm>
            <a:custGeom>
              <a:rect b="b" l="l" r="r" t="t"/>
              <a:pathLst>
                <a:path extrusionOk="0" h="318" w="239">
                  <a:moveTo>
                    <a:pt x="1" y="0"/>
                  </a:moveTo>
                  <a:lnTo>
                    <a:pt x="37" y="238"/>
                  </a:lnTo>
                  <a:lnTo>
                    <a:pt x="202" y="302"/>
                  </a:lnTo>
                  <a:lnTo>
                    <a:pt x="239" y="318"/>
                  </a:lnTo>
                  <a:lnTo>
                    <a:pt x="202" y="80"/>
                  </a:lnTo>
                  <a:lnTo>
                    <a:pt x="196" y="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57"/>
            <p:cNvSpPr/>
            <p:nvPr/>
          </p:nvSpPr>
          <p:spPr>
            <a:xfrm>
              <a:off x="5393106" y="3845333"/>
              <a:ext cx="94330" cy="518416"/>
            </a:xfrm>
            <a:custGeom>
              <a:rect b="b" l="l" r="r" t="t"/>
              <a:pathLst>
                <a:path extrusionOk="0" h="2616" w="476">
                  <a:moveTo>
                    <a:pt x="1" y="0"/>
                  </a:moveTo>
                  <a:lnTo>
                    <a:pt x="22" y="157"/>
                  </a:lnTo>
                  <a:lnTo>
                    <a:pt x="194" y="1408"/>
                  </a:lnTo>
                  <a:lnTo>
                    <a:pt x="216" y="1560"/>
                  </a:lnTo>
                  <a:lnTo>
                    <a:pt x="360" y="2616"/>
                  </a:lnTo>
                  <a:lnTo>
                    <a:pt x="475" y="2041"/>
                  </a:lnTo>
                  <a:lnTo>
                    <a:pt x="403" y="1537"/>
                  </a:lnTo>
                  <a:lnTo>
                    <a:pt x="382" y="1394"/>
                  </a:lnTo>
                  <a:lnTo>
                    <a:pt x="203" y="80"/>
                  </a:lnTo>
                  <a:lnTo>
                    <a:pt x="166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57"/>
            <p:cNvSpPr/>
            <p:nvPr/>
          </p:nvSpPr>
          <p:spPr>
            <a:xfrm>
              <a:off x="5586919" y="3655880"/>
              <a:ext cx="107013" cy="86997"/>
            </a:xfrm>
            <a:custGeom>
              <a:rect b="b" l="l" r="r" t="t"/>
              <a:pathLst>
                <a:path extrusionOk="0" h="439" w="540">
                  <a:moveTo>
                    <a:pt x="267" y="1"/>
                  </a:moveTo>
                  <a:cubicBezTo>
                    <a:pt x="230" y="1"/>
                    <a:pt x="217" y="1"/>
                    <a:pt x="187" y="8"/>
                  </a:cubicBezTo>
                  <a:cubicBezTo>
                    <a:pt x="187" y="14"/>
                    <a:pt x="180" y="14"/>
                    <a:pt x="180" y="14"/>
                  </a:cubicBezTo>
                  <a:lnTo>
                    <a:pt x="173" y="14"/>
                  </a:lnTo>
                  <a:cubicBezTo>
                    <a:pt x="165" y="21"/>
                    <a:pt x="158" y="21"/>
                    <a:pt x="151" y="28"/>
                  </a:cubicBezTo>
                  <a:cubicBezTo>
                    <a:pt x="144" y="28"/>
                    <a:pt x="144" y="35"/>
                    <a:pt x="137" y="35"/>
                  </a:cubicBezTo>
                  <a:lnTo>
                    <a:pt x="130" y="35"/>
                  </a:lnTo>
                  <a:lnTo>
                    <a:pt x="130" y="44"/>
                  </a:lnTo>
                  <a:lnTo>
                    <a:pt x="122" y="44"/>
                  </a:lnTo>
                  <a:lnTo>
                    <a:pt x="122" y="51"/>
                  </a:lnTo>
                  <a:lnTo>
                    <a:pt x="115" y="51"/>
                  </a:lnTo>
                  <a:lnTo>
                    <a:pt x="108" y="58"/>
                  </a:lnTo>
                  <a:lnTo>
                    <a:pt x="101" y="64"/>
                  </a:lnTo>
                  <a:lnTo>
                    <a:pt x="94" y="71"/>
                  </a:lnTo>
                  <a:cubicBezTo>
                    <a:pt x="87" y="78"/>
                    <a:pt x="72" y="101"/>
                    <a:pt x="65" y="115"/>
                  </a:cubicBezTo>
                  <a:cubicBezTo>
                    <a:pt x="58" y="121"/>
                    <a:pt x="58" y="130"/>
                    <a:pt x="51" y="137"/>
                  </a:cubicBezTo>
                  <a:cubicBezTo>
                    <a:pt x="51" y="151"/>
                    <a:pt x="51" y="158"/>
                    <a:pt x="44" y="165"/>
                  </a:cubicBezTo>
                  <a:cubicBezTo>
                    <a:pt x="29" y="244"/>
                    <a:pt x="15" y="330"/>
                    <a:pt x="1" y="416"/>
                  </a:cubicBezTo>
                  <a:lnTo>
                    <a:pt x="79" y="294"/>
                  </a:lnTo>
                  <a:lnTo>
                    <a:pt x="337" y="303"/>
                  </a:lnTo>
                  <a:lnTo>
                    <a:pt x="496" y="439"/>
                  </a:lnTo>
                  <a:lnTo>
                    <a:pt x="532" y="259"/>
                  </a:lnTo>
                  <a:cubicBezTo>
                    <a:pt x="539" y="237"/>
                    <a:pt x="539" y="216"/>
                    <a:pt x="532" y="201"/>
                  </a:cubicBezTo>
                  <a:cubicBezTo>
                    <a:pt x="532" y="173"/>
                    <a:pt x="525" y="151"/>
                    <a:pt x="518" y="144"/>
                  </a:cubicBezTo>
                  <a:cubicBezTo>
                    <a:pt x="510" y="115"/>
                    <a:pt x="482" y="78"/>
                    <a:pt x="453" y="58"/>
                  </a:cubicBezTo>
                  <a:cubicBezTo>
                    <a:pt x="439" y="51"/>
                    <a:pt x="424" y="35"/>
                    <a:pt x="396" y="21"/>
                  </a:cubicBezTo>
                  <a:cubicBezTo>
                    <a:pt x="367" y="8"/>
                    <a:pt x="337" y="8"/>
                    <a:pt x="330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57"/>
            <p:cNvSpPr/>
            <p:nvPr/>
          </p:nvSpPr>
          <p:spPr>
            <a:xfrm>
              <a:off x="5575425" y="3713945"/>
              <a:ext cx="27149" cy="73125"/>
            </a:xfrm>
            <a:custGeom>
              <a:rect b="b" l="l" r="r" t="t"/>
              <a:pathLst>
                <a:path extrusionOk="0" h="369" w="137">
                  <a:moveTo>
                    <a:pt x="137" y="1"/>
                  </a:moveTo>
                  <a:lnTo>
                    <a:pt x="59" y="123"/>
                  </a:lnTo>
                  <a:lnTo>
                    <a:pt x="43" y="139"/>
                  </a:lnTo>
                  <a:lnTo>
                    <a:pt x="0" y="368"/>
                  </a:lnTo>
                  <a:lnTo>
                    <a:pt x="59" y="289"/>
                  </a:lnTo>
                  <a:lnTo>
                    <a:pt x="93" y="23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57"/>
            <p:cNvSpPr/>
            <p:nvPr/>
          </p:nvSpPr>
          <p:spPr>
            <a:xfrm>
              <a:off x="5593855" y="3713945"/>
              <a:ext cx="60046" cy="48750"/>
            </a:xfrm>
            <a:custGeom>
              <a:rect b="b" l="l" r="r" t="t"/>
              <a:pathLst>
                <a:path extrusionOk="0" h="246" w="303">
                  <a:moveTo>
                    <a:pt x="44" y="1"/>
                  </a:moveTo>
                  <a:lnTo>
                    <a:pt x="0" y="239"/>
                  </a:lnTo>
                  <a:lnTo>
                    <a:pt x="259" y="246"/>
                  </a:lnTo>
                  <a:lnTo>
                    <a:pt x="302" y="1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57"/>
            <p:cNvSpPr/>
            <p:nvPr/>
          </p:nvSpPr>
          <p:spPr>
            <a:xfrm>
              <a:off x="5514189" y="3762497"/>
              <a:ext cx="163888" cy="679926"/>
            </a:xfrm>
            <a:custGeom>
              <a:rect b="b" l="l" r="r" t="t"/>
              <a:pathLst>
                <a:path extrusionOk="0" h="3431" w="827">
                  <a:moveTo>
                    <a:pt x="661" y="1"/>
                  </a:moveTo>
                  <a:lnTo>
                    <a:pt x="634" y="160"/>
                  </a:lnTo>
                  <a:lnTo>
                    <a:pt x="309" y="1848"/>
                  </a:lnTo>
                  <a:lnTo>
                    <a:pt x="282" y="1999"/>
                  </a:lnTo>
                  <a:lnTo>
                    <a:pt x="1" y="3430"/>
                  </a:lnTo>
                  <a:lnTo>
                    <a:pt x="57" y="3430"/>
                  </a:lnTo>
                  <a:cubicBezTo>
                    <a:pt x="73" y="3430"/>
                    <a:pt x="94" y="3422"/>
                    <a:pt x="109" y="3422"/>
                  </a:cubicBezTo>
                  <a:cubicBezTo>
                    <a:pt x="137" y="3422"/>
                    <a:pt x="166" y="3415"/>
                    <a:pt x="195" y="3408"/>
                  </a:cubicBezTo>
                  <a:lnTo>
                    <a:pt x="461" y="2042"/>
                  </a:lnTo>
                  <a:lnTo>
                    <a:pt x="489" y="1885"/>
                  </a:lnTo>
                  <a:lnTo>
                    <a:pt x="827" y="137"/>
                  </a:lnTo>
                  <a:lnTo>
                    <a:pt x="799" y="116"/>
                  </a:lnTo>
                  <a:lnTo>
                    <a:pt x="661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57"/>
            <p:cNvSpPr/>
            <p:nvPr/>
          </p:nvSpPr>
          <p:spPr>
            <a:xfrm>
              <a:off x="5645181" y="3715728"/>
              <a:ext cx="41418" cy="74116"/>
            </a:xfrm>
            <a:custGeom>
              <a:rect b="b" l="l" r="r" t="t"/>
              <a:pathLst>
                <a:path extrusionOk="0" h="374" w="209">
                  <a:moveTo>
                    <a:pt x="43" y="1"/>
                  </a:moveTo>
                  <a:lnTo>
                    <a:pt x="0" y="237"/>
                  </a:lnTo>
                  <a:lnTo>
                    <a:pt x="138" y="352"/>
                  </a:lnTo>
                  <a:lnTo>
                    <a:pt x="166" y="373"/>
                  </a:lnTo>
                  <a:lnTo>
                    <a:pt x="209" y="144"/>
                  </a:lnTo>
                  <a:lnTo>
                    <a:pt x="202" y="137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57"/>
            <p:cNvSpPr/>
            <p:nvPr/>
          </p:nvSpPr>
          <p:spPr>
            <a:xfrm>
              <a:off x="5187998" y="4322531"/>
              <a:ext cx="599865" cy="556465"/>
            </a:xfrm>
            <a:custGeom>
              <a:rect b="b" l="l" r="r" t="t"/>
              <a:pathLst>
                <a:path extrusionOk="0" h="2808" w="3027">
                  <a:moveTo>
                    <a:pt x="3027" y="1"/>
                  </a:moveTo>
                  <a:lnTo>
                    <a:pt x="3027" y="1"/>
                  </a:lnTo>
                  <a:cubicBezTo>
                    <a:pt x="2977" y="187"/>
                    <a:pt x="2825" y="366"/>
                    <a:pt x="2575" y="510"/>
                  </a:cubicBezTo>
                  <a:cubicBezTo>
                    <a:pt x="2359" y="632"/>
                    <a:pt x="2092" y="704"/>
                    <a:pt x="1812" y="741"/>
                  </a:cubicBezTo>
                  <a:cubicBezTo>
                    <a:pt x="1762" y="748"/>
                    <a:pt x="1712" y="748"/>
                    <a:pt x="1660" y="755"/>
                  </a:cubicBezTo>
                  <a:lnTo>
                    <a:pt x="1358" y="755"/>
                  </a:lnTo>
                  <a:cubicBezTo>
                    <a:pt x="1338" y="755"/>
                    <a:pt x="1315" y="748"/>
                    <a:pt x="1295" y="748"/>
                  </a:cubicBezTo>
                  <a:cubicBezTo>
                    <a:pt x="1265" y="748"/>
                    <a:pt x="1245" y="741"/>
                    <a:pt x="1215" y="741"/>
                  </a:cubicBezTo>
                  <a:cubicBezTo>
                    <a:pt x="1195" y="741"/>
                    <a:pt x="1165" y="734"/>
                    <a:pt x="1143" y="734"/>
                  </a:cubicBezTo>
                  <a:cubicBezTo>
                    <a:pt x="877" y="698"/>
                    <a:pt x="618" y="611"/>
                    <a:pt x="410" y="489"/>
                  </a:cubicBezTo>
                  <a:cubicBezTo>
                    <a:pt x="180" y="346"/>
                    <a:pt x="44" y="180"/>
                    <a:pt x="1" y="1"/>
                  </a:cubicBezTo>
                  <a:lnTo>
                    <a:pt x="1" y="1"/>
                  </a:lnTo>
                  <a:cubicBezTo>
                    <a:pt x="180" y="768"/>
                    <a:pt x="360" y="1538"/>
                    <a:pt x="539" y="2314"/>
                  </a:cubicBezTo>
                  <a:cubicBezTo>
                    <a:pt x="561" y="2430"/>
                    <a:pt x="655" y="2545"/>
                    <a:pt x="806" y="2631"/>
                  </a:cubicBezTo>
                  <a:cubicBezTo>
                    <a:pt x="1000" y="2749"/>
                    <a:pt x="1259" y="2808"/>
                    <a:pt x="1518" y="2808"/>
                  </a:cubicBezTo>
                  <a:cubicBezTo>
                    <a:pt x="1766" y="2808"/>
                    <a:pt x="2014" y="2754"/>
                    <a:pt x="2207" y="2645"/>
                  </a:cubicBezTo>
                  <a:cubicBezTo>
                    <a:pt x="2380" y="2552"/>
                    <a:pt x="2480" y="2430"/>
                    <a:pt x="2509" y="2307"/>
                  </a:cubicBezTo>
                  <a:cubicBezTo>
                    <a:pt x="2682" y="1538"/>
                    <a:pt x="2854" y="768"/>
                    <a:pt x="3027" y="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57"/>
            <p:cNvSpPr/>
            <p:nvPr/>
          </p:nvSpPr>
          <p:spPr>
            <a:xfrm>
              <a:off x="5450180" y="3761308"/>
              <a:ext cx="143872" cy="681115"/>
            </a:xfrm>
            <a:custGeom>
              <a:rect b="b" l="l" r="r" t="t"/>
              <a:pathLst>
                <a:path extrusionOk="0" h="3437" w="726">
                  <a:moveTo>
                    <a:pt x="725" y="0"/>
                  </a:moveTo>
                  <a:lnTo>
                    <a:pt x="691" y="50"/>
                  </a:lnTo>
                  <a:lnTo>
                    <a:pt x="632" y="129"/>
                  </a:lnTo>
                  <a:lnTo>
                    <a:pt x="310" y="1818"/>
                  </a:lnTo>
                  <a:lnTo>
                    <a:pt x="280" y="1970"/>
                  </a:lnTo>
                  <a:lnTo>
                    <a:pt x="187" y="2465"/>
                  </a:lnTo>
                  <a:lnTo>
                    <a:pt x="72" y="3040"/>
                  </a:lnTo>
                  <a:lnTo>
                    <a:pt x="1" y="3436"/>
                  </a:lnTo>
                  <a:lnTo>
                    <a:pt x="65" y="3436"/>
                  </a:lnTo>
                  <a:lnTo>
                    <a:pt x="101" y="3248"/>
                  </a:lnTo>
                  <a:lnTo>
                    <a:pt x="217" y="2674"/>
                  </a:lnTo>
                  <a:lnTo>
                    <a:pt x="346" y="1970"/>
                  </a:lnTo>
                  <a:lnTo>
                    <a:pt x="374" y="1825"/>
                  </a:lnTo>
                  <a:lnTo>
                    <a:pt x="712" y="79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57"/>
            <p:cNvSpPr/>
            <p:nvPr/>
          </p:nvSpPr>
          <p:spPr>
            <a:xfrm>
              <a:off x="5462863" y="3761308"/>
              <a:ext cx="182516" cy="682502"/>
            </a:xfrm>
            <a:custGeom>
              <a:rect b="b" l="l" r="r" t="t"/>
              <a:pathLst>
                <a:path extrusionOk="0" h="3444" w="921">
                  <a:moveTo>
                    <a:pt x="661" y="0"/>
                  </a:moveTo>
                  <a:lnTo>
                    <a:pt x="648" y="79"/>
                  </a:lnTo>
                  <a:lnTo>
                    <a:pt x="310" y="1825"/>
                  </a:lnTo>
                  <a:lnTo>
                    <a:pt x="282" y="1970"/>
                  </a:lnTo>
                  <a:lnTo>
                    <a:pt x="153" y="2674"/>
                  </a:lnTo>
                  <a:lnTo>
                    <a:pt x="37" y="3248"/>
                  </a:lnTo>
                  <a:lnTo>
                    <a:pt x="1" y="3436"/>
                  </a:lnTo>
                  <a:lnTo>
                    <a:pt x="15" y="3436"/>
                  </a:lnTo>
                  <a:cubicBezTo>
                    <a:pt x="30" y="3436"/>
                    <a:pt x="44" y="3443"/>
                    <a:pt x="58" y="3443"/>
                  </a:cubicBezTo>
                  <a:lnTo>
                    <a:pt x="66" y="3443"/>
                  </a:lnTo>
                  <a:cubicBezTo>
                    <a:pt x="123" y="3443"/>
                    <a:pt x="187" y="3443"/>
                    <a:pt x="246" y="3436"/>
                  </a:cubicBezTo>
                  <a:lnTo>
                    <a:pt x="260" y="3436"/>
                  </a:lnTo>
                  <a:lnTo>
                    <a:pt x="541" y="2005"/>
                  </a:lnTo>
                  <a:lnTo>
                    <a:pt x="568" y="1854"/>
                  </a:lnTo>
                  <a:lnTo>
                    <a:pt x="893" y="166"/>
                  </a:lnTo>
                  <a:lnTo>
                    <a:pt x="920" y="7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7" name="Google Shape;3177;p57"/>
            <p:cNvGrpSpPr/>
            <p:nvPr/>
          </p:nvGrpSpPr>
          <p:grpSpPr>
            <a:xfrm>
              <a:off x="6541265" y="891566"/>
              <a:ext cx="1509780" cy="882085"/>
              <a:chOff x="6541265" y="891566"/>
              <a:chExt cx="1509780" cy="882085"/>
            </a:xfrm>
          </p:grpSpPr>
          <p:grpSp>
            <p:nvGrpSpPr>
              <p:cNvPr id="3178" name="Google Shape;3178;p57"/>
              <p:cNvGrpSpPr/>
              <p:nvPr/>
            </p:nvGrpSpPr>
            <p:grpSpPr>
              <a:xfrm>
                <a:off x="6541265" y="1659448"/>
                <a:ext cx="114150" cy="114196"/>
                <a:chOff x="-685100" y="4136737"/>
                <a:chExt cx="38359" cy="38359"/>
              </a:xfrm>
            </p:grpSpPr>
            <p:sp>
              <p:nvSpPr>
                <p:cNvPr id="3179" name="Google Shape;3179;p57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0" name="Google Shape;3180;p57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81" name="Google Shape;3181;p57"/>
              <p:cNvSpPr/>
              <p:nvPr/>
            </p:nvSpPr>
            <p:spPr>
              <a:xfrm>
                <a:off x="7141115" y="13145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57"/>
              <p:cNvSpPr/>
              <p:nvPr/>
            </p:nvSpPr>
            <p:spPr>
              <a:xfrm>
                <a:off x="7901312" y="16743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57"/>
              <p:cNvSpPr/>
              <p:nvPr/>
            </p:nvSpPr>
            <p:spPr>
              <a:xfrm>
                <a:off x="7945985" y="891566"/>
                <a:ext cx="105061" cy="99348"/>
              </a:xfrm>
              <a:custGeom>
                <a:rect b="b" l="l" r="r" t="t"/>
                <a:pathLst>
                  <a:path extrusionOk="0" h="626" w="662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84" name="Google Shape;3184;p57"/>
            <p:cNvGrpSpPr/>
            <p:nvPr/>
          </p:nvGrpSpPr>
          <p:grpSpPr>
            <a:xfrm>
              <a:off x="2443487" y="4081884"/>
              <a:ext cx="1040061" cy="407284"/>
              <a:chOff x="2443487" y="4081884"/>
              <a:chExt cx="1040061" cy="407284"/>
            </a:xfrm>
          </p:grpSpPr>
          <p:sp>
            <p:nvSpPr>
              <p:cNvPr id="3185" name="Google Shape;3185;p57"/>
              <p:cNvSpPr/>
              <p:nvPr/>
            </p:nvSpPr>
            <p:spPr>
              <a:xfrm>
                <a:off x="2443487" y="4212900"/>
                <a:ext cx="99155" cy="99350"/>
              </a:xfrm>
              <a:custGeom>
                <a:rect b="b" l="l" r="r" t="t"/>
                <a:pathLst>
                  <a:path extrusionOk="0" fill="none" h="562" w="561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6" name="Google Shape;3186;p57"/>
              <p:cNvSpPr/>
              <p:nvPr/>
            </p:nvSpPr>
            <p:spPr>
              <a:xfrm>
                <a:off x="3064415" y="4081884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187" name="Google Shape;3187;p57"/>
              <p:cNvGrpSpPr/>
              <p:nvPr/>
            </p:nvGrpSpPr>
            <p:grpSpPr>
              <a:xfrm>
                <a:off x="2887090" y="4374973"/>
                <a:ext cx="114150" cy="114196"/>
                <a:chOff x="-685100" y="4136737"/>
                <a:chExt cx="38359" cy="38359"/>
              </a:xfrm>
            </p:grpSpPr>
            <p:sp>
              <p:nvSpPr>
                <p:cNvPr id="3188" name="Google Shape;3188;p57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9" name="Google Shape;3189;p57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rect b="b" l="l" r="r" t="t"/>
                  <a:pathLst>
                    <a:path extrusionOk="0" fill="none" h="389" w="389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" name="Google Shape;2560;p54"/>
          <p:cNvGrpSpPr/>
          <p:nvPr/>
        </p:nvGrpSpPr>
        <p:grpSpPr>
          <a:xfrm>
            <a:off x="709086" y="2230551"/>
            <a:ext cx="1942552" cy="1576357"/>
            <a:chOff x="709086" y="2230551"/>
            <a:chExt cx="1942552" cy="1576357"/>
          </a:xfrm>
        </p:grpSpPr>
        <p:grpSp>
          <p:nvGrpSpPr>
            <p:cNvPr id="2561" name="Google Shape;2561;p54"/>
            <p:cNvGrpSpPr/>
            <p:nvPr/>
          </p:nvGrpSpPr>
          <p:grpSpPr>
            <a:xfrm>
              <a:off x="709086" y="2230886"/>
              <a:ext cx="1942552" cy="1576022"/>
              <a:chOff x="4547991" y="7961311"/>
              <a:chExt cx="748546" cy="607283"/>
            </a:xfrm>
          </p:grpSpPr>
          <p:sp>
            <p:nvSpPr>
              <p:cNvPr id="2562" name="Google Shape;2562;p54"/>
              <p:cNvSpPr/>
              <p:nvPr/>
            </p:nvSpPr>
            <p:spPr>
              <a:xfrm>
                <a:off x="4836471" y="8108531"/>
                <a:ext cx="100776" cy="74662"/>
              </a:xfrm>
              <a:custGeom>
                <a:rect b="b" l="l" r="r" t="t"/>
                <a:pathLst>
                  <a:path extrusionOk="0" h="426" w="575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54"/>
              <p:cNvSpPr/>
              <p:nvPr/>
            </p:nvSpPr>
            <p:spPr>
              <a:xfrm>
                <a:off x="4547991" y="7961311"/>
                <a:ext cx="748546" cy="470054"/>
              </a:xfrm>
              <a:custGeom>
                <a:rect b="b" l="l" r="r" t="t"/>
                <a:pathLst>
                  <a:path extrusionOk="0" h="2682" w="4271">
                    <a:moveTo>
                      <a:pt x="2005" y="841"/>
                    </a:moveTo>
                    <a:cubicBezTo>
                      <a:pt x="2084" y="841"/>
                      <a:pt x="2171" y="899"/>
                      <a:pt x="2193" y="979"/>
                    </a:cubicBezTo>
                    <a:cubicBezTo>
                      <a:pt x="2200" y="1013"/>
                      <a:pt x="2221" y="1100"/>
                      <a:pt x="2071" y="1215"/>
                    </a:cubicBezTo>
                    <a:lnTo>
                      <a:pt x="2005" y="1265"/>
                    </a:lnTo>
                    <a:lnTo>
                      <a:pt x="1919" y="1215"/>
                    </a:lnTo>
                    <a:cubicBezTo>
                      <a:pt x="1703" y="1100"/>
                      <a:pt x="1676" y="1013"/>
                      <a:pt x="1669" y="979"/>
                    </a:cubicBezTo>
                    <a:cubicBezTo>
                      <a:pt x="1646" y="899"/>
                      <a:pt x="1696" y="841"/>
                      <a:pt x="1769" y="841"/>
                    </a:cubicBezTo>
                    <a:cubicBezTo>
                      <a:pt x="1819" y="841"/>
                      <a:pt x="1869" y="863"/>
                      <a:pt x="1905" y="899"/>
                    </a:cubicBezTo>
                    <a:cubicBezTo>
                      <a:pt x="1927" y="863"/>
                      <a:pt x="1962" y="841"/>
                      <a:pt x="2005" y="841"/>
                    </a:cubicBezTo>
                    <a:close/>
                    <a:moveTo>
                      <a:pt x="107" y="1"/>
                    </a:moveTo>
                    <a:cubicBezTo>
                      <a:pt x="44" y="1"/>
                      <a:pt x="1" y="51"/>
                      <a:pt x="14" y="116"/>
                    </a:cubicBezTo>
                    <a:lnTo>
                      <a:pt x="439" y="2566"/>
                    </a:lnTo>
                    <a:cubicBezTo>
                      <a:pt x="453" y="2625"/>
                      <a:pt x="518" y="2681"/>
                      <a:pt x="582" y="2681"/>
                    </a:cubicBezTo>
                    <a:lnTo>
                      <a:pt x="1301" y="2681"/>
                    </a:lnTo>
                    <a:cubicBezTo>
                      <a:pt x="1331" y="2445"/>
                      <a:pt x="1374" y="2171"/>
                      <a:pt x="1410" y="1962"/>
                    </a:cubicBezTo>
                    <a:cubicBezTo>
                      <a:pt x="1467" y="1683"/>
                      <a:pt x="1689" y="1639"/>
                      <a:pt x="1689" y="1639"/>
                    </a:cubicBezTo>
                    <a:lnTo>
                      <a:pt x="2466" y="1639"/>
                    </a:lnTo>
                    <a:lnTo>
                      <a:pt x="2495" y="1805"/>
                    </a:lnTo>
                    <a:cubicBezTo>
                      <a:pt x="2495" y="1805"/>
                      <a:pt x="2373" y="1812"/>
                      <a:pt x="2329" y="2048"/>
                    </a:cubicBezTo>
                    <a:cubicBezTo>
                      <a:pt x="2286" y="2236"/>
                      <a:pt x="2257" y="2473"/>
                      <a:pt x="2229" y="2681"/>
                    </a:cubicBezTo>
                    <a:lnTo>
                      <a:pt x="4162" y="2681"/>
                    </a:lnTo>
                    <a:cubicBezTo>
                      <a:pt x="4227" y="2681"/>
                      <a:pt x="4270" y="2625"/>
                      <a:pt x="4256" y="2566"/>
                    </a:cubicBezTo>
                    <a:lnTo>
                      <a:pt x="3825" y="116"/>
                    </a:lnTo>
                    <a:cubicBezTo>
                      <a:pt x="3816" y="51"/>
                      <a:pt x="3753" y="1"/>
                      <a:pt x="36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54"/>
              <p:cNvSpPr/>
              <p:nvPr/>
            </p:nvSpPr>
            <p:spPr>
              <a:xfrm>
                <a:off x="4836471" y="8108531"/>
                <a:ext cx="100776" cy="74662"/>
              </a:xfrm>
              <a:custGeom>
                <a:rect b="b" l="l" r="r" t="t"/>
                <a:pathLst>
                  <a:path extrusionOk="0" h="426" w="575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54"/>
              <p:cNvSpPr/>
              <p:nvPr/>
            </p:nvSpPr>
            <p:spPr>
              <a:xfrm>
                <a:off x="4757253" y="8248565"/>
                <a:ext cx="221707" cy="320029"/>
              </a:xfrm>
              <a:custGeom>
                <a:rect b="b" l="l" r="r" t="t"/>
                <a:pathLst>
                  <a:path extrusionOk="0" h="1826" w="1265">
                    <a:moveTo>
                      <a:pt x="495" y="0"/>
                    </a:moveTo>
                    <a:cubicBezTo>
                      <a:pt x="495" y="0"/>
                      <a:pt x="273" y="44"/>
                      <a:pt x="216" y="323"/>
                    </a:cubicBezTo>
                    <a:cubicBezTo>
                      <a:pt x="180" y="532"/>
                      <a:pt x="137" y="806"/>
                      <a:pt x="107" y="1042"/>
                    </a:cubicBezTo>
                    <a:cubicBezTo>
                      <a:pt x="71" y="1315"/>
                      <a:pt x="43" y="1553"/>
                      <a:pt x="28" y="1617"/>
                    </a:cubicBezTo>
                    <a:cubicBezTo>
                      <a:pt x="0" y="1739"/>
                      <a:pt x="57" y="1826"/>
                      <a:pt x="230" y="1826"/>
                    </a:cubicBezTo>
                    <a:lnTo>
                      <a:pt x="1006" y="1826"/>
                    </a:lnTo>
                    <a:cubicBezTo>
                      <a:pt x="834" y="1826"/>
                      <a:pt x="784" y="1739"/>
                      <a:pt x="804" y="1617"/>
                    </a:cubicBezTo>
                    <a:cubicBezTo>
                      <a:pt x="820" y="1553"/>
                      <a:pt x="847" y="1315"/>
                      <a:pt x="884" y="1042"/>
                    </a:cubicBezTo>
                    <a:cubicBezTo>
                      <a:pt x="913" y="806"/>
                      <a:pt x="956" y="532"/>
                      <a:pt x="999" y="323"/>
                    </a:cubicBezTo>
                    <a:cubicBezTo>
                      <a:pt x="1049" y="73"/>
                      <a:pt x="1222" y="14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54"/>
              <p:cNvSpPr/>
              <p:nvPr/>
            </p:nvSpPr>
            <p:spPr>
              <a:xfrm>
                <a:off x="4894483" y="8248565"/>
                <a:ext cx="170180" cy="320029"/>
              </a:xfrm>
              <a:custGeom>
                <a:rect b="b" l="l" r="r" t="t"/>
                <a:pathLst>
                  <a:path extrusionOk="0" h="1826" w="971">
                    <a:moveTo>
                      <a:pt x="482" y="0"/>
                    </a:moveTo>
                    <a:cubicBezTo>
                      <a:pt x="439" y="14"/>
                      <a:pt x="266" y="73"/>
                      <a:pt x="216" y="323"/>
                    </a:cubicBezTo>
                    <a:cubicBezTo>
                      <a:pt x="173" y="532"/>
                      <a:pt x="130" y="806"/>
                      <a:pt x="101" y="1042"/>
                    </a:cubicBezTo>
                    <a:cubicBezTo>
                      <a:pt x="64" y="1315"/>
                      <a:pt x="37" y="1553"/>
                      <a:pt x="21" y="1617"/>
                    </a:cubicBezTo>
                    <a:cubicBezTo>
                      <a:pt x="1" y="1739"/>
                      <a:pt x="51" y="1826"/>
                      <a:pt x="223" y="1826"/>
                    </a:cubicBezTo>
                    <a:lnTo>
                      <a:pt x="970" y="1826"/>
                    </a:lnTo>
                    <a:lnTo>
                      <a:pt x="848" y="1660"/>
                    </a:lnTo>
                    <a:lnTo>
                      <a:pt x="373" y="1660"/>
                    </a:lnTo>
                    <a:cubicBezTo>
                      <a:pt x="223" y="1660"/>
                      <a:pt x="166" y="1632"/>
                      <a:pt x="187" y="1524"/>
                    </a:cubicBezTo>
                    <a:cubicBezTo>
                      <a:pt x="194" y="1467"/>
                      <a:pt x="223" y="1272"/>
                      <a:pt x="252" y="1042"/>
                    </a:cubicBezTo>
                    <a:cubicBezTo>
                      <a:pt x="280" y="834"/>
                      <a:pt x="309" y="597"/>
                      <a:pt x="352" y="409"/>
                    </a:cubicBezTo>
                    <a:cubicBezTo>
                      <a:pt x="396" y="173"/>
                      <a:pt x="518" y="166"/>
                      <a:pt x="518" y="166"/>
                    </a:cubicBez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54"/>
              <p:cNvSpPr/>
              <p:nvPr/>
            </p:nvSpPr>
            <p:spPr>
              <a:xfrm>
                <a:off x="4826313" y="8100995"/>
                <a:ext cx="121099" cy="89736"/>
              </a:xfrm>
              <a:custGeom>
                <a:rect b="b" l="l" r="r" t="t"/>
                <a:pathLst>
                  <a:path extrusionOk="0" h="426" w="575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68" name="Google Shape;2568;p54"/>
            <p:cNvSpPr/>
            <p:nvPr/>
          </p:nvSpPr>
          <p:spPr>
            <a:xfrm>
              <a:off x="1511050" y="2230551"/>
              <a:ext cx="163200" cy="163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54"/>
            <p:cNvSpPr/>
            <p:nvPr/>
          </p:nvSpPr>
          <p:spPr>
            <a:xfrm>
              <a:off x="2379027" y="2719807"/>
              <a:ext cx="163200" cy="163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54"/>
            <p:cNvSpPr/>
            <p:nvPr/>
          </p:nvSpPr>
          <p:spPr>
            <a:xfrm>
              <a:off x="2448027" y="3127532"/>
              <a:ext cx="163200" cy="163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54"/>
            <p:cNvSpPr/>
            <p:nvPr/>
          </p:nvSpPr>
          <p:spPr>
            <a:xfrm>
              <a:off x="1511050" y="3641872"/>
              <a:ext cx="163200" cy="163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2" name="Google Shape;2572;p5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usar — e o limite do modelo</a:t>
            </a:r>
            <a:endParaRPr/>
          </a:p>
        </p:txBody>
      </p:sp>
      <p:sp>
        <p:nvSpPr>
          <p:cNvPr id="2573" name="Google Shape;2573;p54"/>
          <p:cNvSpPr txBox="1"/>
          <p:nvPr/>
        </p:nvSpPr>
        <p:spPr>
          <a:xfrm flipH="1">
            <a:off x="4073663" y="1419347"/>
            <a:ext cx="206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Você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4" name="Google Shape;2574;p54"/>
          <p:cNvSpPr txBox="1"/>
          <p:nvPr/>
        </p:nvSpPr>
        <p:spPr>
          <a:xfrm flipH="1">
            <a:off x="6141113" y="1419347"/>
            <a:ext cx="2293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Atenção ao que clica e abre; desconfie de urgência.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5" name="Google Shape;2575;p54"/>
          <p:cNvSpPr txBox="1"/>
          <p:nvPr/>
        </p:nvSpPr>
        <p:spPr>
          <a:xfrm flipH="1">
            <a:off x="4073663" y="2256363"/>
            <a:ext cx="206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 modelo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6" name="Google Shape;2576;p54"/>
          <p:cNvSpPr txBox="1"/>
          <p:nvPr/>
        </p:nvSpPr>
        <p:spPr>
          <a:xfrm flipH="1">
            <a:off x="6141113" y="2256363"/>
            <a:ext cx="2293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Segunda opinião automática que reduz o risco de cada link.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7" name="Google Shape;2577;p54"/>
          <p:cNvSpPr txBox="1"/>
          <p:nvPr/>
        </p:nvSpPr>
        <p:spPr>
          <a:xfrm flipH="1">
            <a:off x="4073663" y="3093380"/>
            <a:ext cx="206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Time de Segurança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8" name="Google Shape;2578;p54"/>
          <p:cNvSpPr txBox="1"/>
          <p:nvPr/>
        </p:nvSpPr>
        <p:spPr>
          <a:xfrm flipH="1">
            <a:off x="6141113" y="3093380"/>
            <a:ext cx="2293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Na dúvida, acione a TI — o especialista decide.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79" name="Google Shape;2579;p54"/>
          <p:cNvSpPr txBox="1"/>
          <p:nvPr/>
        </p:nvSpPr>
        <p:spPr>
          <a:xfrm flipH="1">
            <a:off x="4073663" y="3930397"/>
            <a:ext cx="206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Melhoria contínua</a:t>
            </a:r>
            <a:endParaRPr b="1" sz="2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80" name="Google Shape;2580;p54"/>
          <p:cNvSpPr txBox="1"/>
          <p:nvPr/>
        </p:nvSpPr>
        <p:spPr>
          <a:xfrm flipH="1">
            <a:off x="6141113" y="3930397"/>
            <a:ext cx="2293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Reentreinado sempre para acompanhar novos golpes.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581" name="Google Shape;2581;p54"/>
          <p:cNvSpPr/>
          <p:nvPr/>
        </p:nvSpPr>
        <p:spPr>
          <a:xfrm>
            <a:off x="3242728" y="2212260"/>
            <a:ext cx="757200" cy="757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2" name="Google Shape;2582;p54"/>
          <p:cNvGrpSpPr/>
          <p:nvPr/>
        </p:nvGrpSpPr>
        <p:grpSpPr>
          <a:xfrm>
            <a:off x="3453358" y="2389388"/>
            <a:ext cx="354316" cy="402947"/>
            <a:chOff x="6114531" y="2022823"/>
            <a:chExt cx="354316" cy="402947"/>
          </a:xfrm>
        </p:grpSpPr>
        <p:sp>
          <p:nvSpPr>
            <p:cNvPr id="2583" name="Google Shape;2583;p54"/>
            <p:cNvSpPr/>
            <p:nvPr/>
          </p:nvSpPr>
          <p:spPr>
            <a:xfrm>
              <a:off x="6397753" y="2117506"/>
              <a:ext cx="23567" cy="23567"/>
            </a:xfrm>
            <a:custGeom>
              <a:rect b="b" l="l" r="r" t="t"/>
              <a:pathLst>
                <a:path extrusionOk="0" h="1024" w="1024">
                  <a:moveTo>
                    <a:pt x="512" y="1"/>
                  </a:moveTo>
                  <a:cubicBezTo>
                    <a:pt x="231" y="1"/>
                    <a:pt x="1" y="215"/>
                    <a:pt x="1" y="512"/>
                  </a:cubicBezTo>
                  <a:cubicBezTo>
                    <a:pt x="1" y="793"/>
                    <a:pt x="231" y="1023"/>
                    <a:pt x="512" y="1023"/>
                  </a:cubicBezTo>
                  <a:cubicBezTo>
                    <a:pt x="793" y="1023"/>
                    <a:pt x="1023" y="793"/>
                    <a:pt x="1023" y="512"/>
                  </a:cubicBezTo>
                  <a:cubicBezTo>
                    <a:pt x="1023" y="215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54"/>
            <p:cNvSpPr/>
            <p:nvPr/>
          </p:nvSpPr>
          <p:spPr>
            <a:xfrm>
              <a:off x="6161689" y="2117506"/>
              <a:ext cx="24005" cy="23567"/>
            </a:xfrm>
            <a:custGeom>
              <a:rect b="b" l="l" r="r" t="t"/>
              <a:pathLst>
                <a:path extrusionOk="0" h="1024" w="1043">
                  <a:moveTo>
                    <a:pt x="511" y="1"/>
                  </a:moveTo>
                  <a:cubicBezTo>
                    <a:pt x="230" y="1"/>
                    <a:pt x="0" y="215"/>
                    <a:pt x="0" y="512"/>
                  </a:cubicBezTo>
                  <a:cubicBezTo>
                    <a:pt x="0" y="793"/>
                    <a:pt x="230" y="1023"/>
                    <a:pt x="511" y="1023"/>
                  </a:cubicBezTo>
                  <a:cubicBezTo>
                    <a:pt x="809" y="1023"/>
                    <a:pt x="1043" y="793"/>
                    <a:pt x="1043" y="512"/>
                  </a:cubicBezTo>
                  <a:cubicBezTo>
                    <a:pt x="1043" y="215"/>
                    <a:pt x="809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54"/>
            <p:cNvSpPr/>
            <p:nvPr/>
          </p:nvSpPr>
          <p:spPr>
            <a:xfrm>
              <a:off x="6209215" y="2022823"/>
              <a:ext cx="164949" cy="200714"/>
            </a:xfrm>
            <a:custGeom>
              <a:rect b="b" l="l" r="r" t="t"/>
              <a:pathLst>
                <a:path extrusionOk="0" h="8721" w="7167">
                  <a:moveTo>
                    <a:pt x="3583" y="1023"/>
                  </a:moveTo>
                  <a:cubicBezTo>
                    <a:pt x="4146" y="1023"/>
                    <a:pt x="4606" y="1487"/>
                    <a:pt x="4606" y="2050"/>
                  </a:cubicBezTo>
                  <a:cubicBezTo>
                    <a:pt x="4606" y="2628"/>
                    <a:pt x="4146" y="3072"/>
                    <a:pt x="3583" y="3072"/>
                  </a:cubicBezTo>
                  <a:cubicBezTo>
                    <a:pt x="3020" y="3072"/>
                    <a:pt x="2561" y="2628"/>
                    <a:pt x="2561" y="2050"/>
                  </a:cubicBezTo>
                  <a:cubicBezTo>
                    <a:pt x="2561" y="1487"/>
                    <a:pt x="3020" y="1023"/>
                    <a:pt x="3583" y="1023"/>
                  </a:cubicBezTo>
                  <a:close/>
                  <a:moveTo>
                    <a:pt x="3583" y="4115"/>
                  </a:moveTo>
                  <a:cubicBezTo>
                    <a:pt x="4986" y="4115"/>
                    <a:pt x="6144" y="5252"/>
                    <a:pt x="6144" y="6671"/>
                  </a:cubicBezTo>
                  <a:lnTo>
                    <a:pt x="6144" y="7186"/>
                  </a:lnTo>
                  <a:lnTo>
                    <a:pt x="1023" y="7186"/>
                  </a:lnTo>
                  <a:lnTo>
                    <a:pt x="1023" y="6671"/>
                  </a:lnTo>
                  <a:cubicBezTo>
                    <a:pt x="1023" y="5252"/>
                    <a:pt x="2164" y="4115"/>
                    <a:pt x="3583" y="4115"/>
                  </a:cubicBezTo>
                  <a:close/>
                  <a:moveTo>
                    <a:pt x="3583" y="1"/>
                  </a:moveTo>
                  <a:cubicBezTo>
                    <a:pt x="2446" y="1"/>
                    <a:pt x="1534" y="924"/>
                    <a:pt x="1534" y="2050"/>
                  </a:cubicBezTo>
                  <a:cubicBezTo>
                    <a:pt x="1534" y="2577"/>
                    <a:pt x="1732" y="3056"/>
                    <a:pt x="2049" y="3421"/>
                  </a:cubicBezTo>
                  <a:cubicBezTo>
                    <a:pt x="840" y="3996"/>
                    <a:pt x="0" y="5236"/>
                    <a:pt x="0" y="6671"/>
                  </a:cubicBezTo>
                  <a:lnTo>
                    <a:pt x="0" y="7698"/>
                  </a:lnTo>
                  <a:cubicBezTo>
                    <a:pt x="0" y="7761"/>
                    <a:pt x="0" y="7745"/>
                    <a:pt x="99" y="8292"/>
                  </a:cubicBezTo>
                  <a:cubicBezTo>
                    <a:pt x="147" y="8538"/>
                    <a:pt x="365" y="8704"/>
                    <a:pt x="611" y="8704"/>
                  </a:cubicBezTo>
                  <a:cubicBezTo>
                    <a:pt x="892" y="8704"/>
                    <a:pt x="1106" y="8490"/>
                    <a:pt x="1122" y="8209"/>
                  </a:cubicBezTo>
                  <a:lnTo>
                    <a:pt x="3072" y="8209"/>
                  </a:lnTo>
                  <a:cubicBezTo>
                    <a:pt x="3072" y="8490"/>
                    <a:pt x="3302" y="8720"/>
                    <a:pt x="3583" y="8720"/>
                  </a:cubicBezTo>
                  <a:cubicBezTo>
                    <a:pt x="3865" y="8720"/>
                    <a:pt x="4094" y="8490"/>
                    <a:pt x="4094" y="8209"/>
                  </a:cubicBezTo>
                  <a:lnTo>
                    <a:pt x="6045" y="8209"/>
                  </a:lnTo>
                  <a:cubicBezTo>
                    <a:pt x="6045" y="8490"/>
                    <a:pt x="6274" y="8704"/>
                    <a:pt x="6556" y="8704"/>
                  </a:cubicBezTo>
                  <a:cubicBezTo>
                    <a:pt x="6806" y="8704"/>
                    <a:pt x="7020" y="8538"/>
                    <a:pt x="7051" y="8292"/>
                  </a:cubicBezTo>
                  <a:cubicBezTo>
                    <a:pt x="7103" y="8078"/>
                    <a:pt x="7166" y="7797"/>
                    <a:pt x="7166" y="7698"/>
                  </a:cubicBezTo>
                  <a:lnTo>
                    <a:pt x="7166" y="6671"/>
                  </a:lnTo>
                  <a:cubicBezTo>
                    <a:pt x="7166" y="5236"/>
                    <a:pt x="6326" y="3996"/>
                    <a:pt x="5101" y="3421"/>
                  </a:cubicBezTo>
                  <a:cubicBezTo>
                    <a:pt x="5434" y="3056"/>
                    <a:pt x="5632" y="2577"/>
                    <a:pt x="5632" y="2050"/>
                  </a:cubicBezTo>
                  <a:cubicBezTo>
                    <a:pt x="5632" y="924"/>
                    <a:pt x="4705" y="1"/>
                    <a:pt x="3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54"/>
            <p:cNvSpPr/>
            <p:nvPr/>
          </p:nvSpPr>
          <p:spPr>
            <a:xfrm>
              <a:off x="6218329" y="2240337"/>
              <a:ext cx="28493" cy="37123"/>
            </a:xfrm>
            <a:custGeom>
              <a:rect b="b" l="l" r="r" t="t"/>
              <a:pathLst>
                <a:path extrusionOk="0" h="1613" w="1238">
                  <a:moveTo>
                    <a:pt x="580" y="0"/>
                  </a:moveTo>
                  <a:cubicBezTo>
                    <a:pt x="542" y="0"/>
                    <a:pt x="503" y="5"/>
                    <a:pt x="464" y="14"/>
                  </a:cubicBezTo>
                  <a:cubicBezTo>
                    <a:pt x="183" y="62"/>
                    <a:pt x="1" y="343"/>
                    <a:pt x="68" y="609"/>
                  </a:cubicBezTo>
                  <a:lnTo>
                    <a:pt x="183" y="1204"/>
                  </a:lnTo>
                  <a:cubicBezTo>
                    <a:pt x="224" y="1444"/>
                    <a:pt x="440" y="1612"/>
                    <a:pt x="670" y="1612"/>
                  </a:cubicBezTo>
                  <a:cubicBezTo>
                    <a:pt x="706" y="1612"/>
                    <a:pt x="742" y="1608"/>
                    <a:pt x="777" y="1600"/>
                  </a:cubicBezTo>
                  <a:cubicBezTo>
                    <a:pt x="1059" y="1548"/>
                    <a:pt x="1237" y="1283"/>
                    <a:pt x="1190" y="1005"/>
                  </a:cubicBezTo>
                  <a:lnTo>
                    <a:pt x="1075" y="411"/>
                  </a:lnTo>
                  <a:cubicBezTo>
                    <a:pt x="1017" y="169"/>
                    <a:pt x="813" y="0"/>
                    <a:pt x="5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54"/>
            <p:cNvSpPr/>
            <p:nvPr/>
          </p:nvSpPr>
          <p:spPr>
            <a:xfrm>
              <a:off x="6336557" y="2240337"/>
              <a:ext cx="28101" cy="37123"/>
            </a:xfrm>
            <a:custGeom>
              <a:rect b="b" l="l" r="r" t="t"/>
              <a:pathLst>
                <a:path extrusionOk="0" h="1613" w="1221">
                  <a:moveTo>
                    <a:pt x="660" y="0"/>
                  </a:moveTo>
                  <a:cubicBezTo>
                    <a:pt x="425" y="0"/>
                    <a:pt x="221" y="169"/>
                    <a:pt x="163" y="411"/>
                  </a:cubicBezTo>
                  <a:lnTo>
                    <a:pt x="48" y="1005"/>
                  </a:lnTo>
                  <a:cubicBezTo>
                    <a:pt x="0" y="1283"/>
                    <a:pt x="183" y="1548"/>
                    <a:pt x="444" y="1600"/>
                  </a:cubicBezTo>
                  <a:cubicBezTo>
                    <a:pt x="482" y="1608"/>
                    <a:pt x="520" y="1612"/>
                    <a:pt x="557" y="1612"/>
                  </a:cubicBezTo>
                  <a:cubicBezTo>
                    <a:pt x="797" y="1612"/>
                    <a:pt x="1013" y="1444"/>
                    <a:pt x="1055" y="1204"/>
                  </a:cubicBezTo>
                  <a:lnTo>
                    <a:pt x="1173" y="609"/>
                  </a:lnTo>
                  <a:cubicBezTo>
                    <a:pt x="1221" y="343"/>
                    <a:pt x="1055" y="62"/>
                    <a:pt x="777" y="14"/>
                  </a:cubicBezTo>
                  <a:cubicBezTo>
                    <a:pt x="737" y="5"/>
                    <a:pt x="698" y="0"/>
                    <a:pt x="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54"/>
            <p:cNvSpPr/>
            <p:nvPr/>
          </p:nvSpPr>
          <p:spPr>
            <a:xfrm>
              <a:off x="6279894" y="2240199"/>
              <a:ext cx="23567" cy="37330"/>
            </a:xfrm>
            <a:custGeom>
              <a:rect b="b" l="l" r="r" t="t"/>
              <a:pathLst>
                <a:path extrusionOk="0" h="1622" w="1024">
                  <a:moveTo>
                    <a:pt x="512" y="1"/>
                  </a:moveTo>
                  <a:cubicBezTo>
                    <a:pt x="231" y="1"/>
                    <a:pt x="1" y="234"/>
                    <a:pt x="1" y="516"/>
                  </a:cubicBezTo>
                  <a:lnTo>
                    <a:pt x="1" y="1110"/>
                  </a:lnTo>
                  <a:cubicBezTo>
                    <a:pt x="1" y="1388"/>
                    <a:pt x="231" y="1622"/>
                    <a:pt x="512" y="1622"/>
                  </a:cubicBezTo>
                  <a:cubicBezTo>
                    <a:pt x="794" y="1622"/>
                    <a:pt x="1023" y="1388"/>
                    <a:pt x="1023" y="1110"/>
                  </a:cubicBezTo>
                  <a:lnTo>
                    <a:pt x="1023" y="516"/>
                  </a:lnTo>
                  <a:cubicBezTo>
                    <a:pt x="1023" y="234"/>
                    <a:pt x="794" y="1"/>
                    <a:pt x="5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54"/>
            <p:cNvSpPr/>
            <p:nvPr/>
          </p:nvSpPr>
          <p:spPr>
            <a:xfrm>
              <a:off x="6114531" y="2294215"/>
              <a:ext cx="354316" cy="131554"/>
            </a:xfrm>
            <a:custGeom>
              <a:rect b="b" l="l" r="r" t="t"/>
              <a:pathLst>
                <a:path extrusionOk="0" h="5716" w="15395">
                  <a:moveTo>
                    <a:pt x="9746" y="1538"/>
                  </a:moveTo>
                  <a:cubicBezTo>
                    <a:pt x="10404" y="1538"/>
                    <a:pt x="10983" y="2013"/>
                    <a:pt x="11197" y="2644"/>
                  </a:cubicBezTo>
                  <a:lnTo>
                    <a:pt x="4197" y="2644"/>
                  </a:lnTo>
                  <a:cubicBezTo>
                    <a:pt x="4396" y="2013"/>
                    <a:pt x="4974" y="1538"/>
                    <a:pt x="5648" y="1538"/>
                  </a:cubicBezTo>
                  <a:close/>
                  <a:moveTo>
                    <a:pt x="13841" y="3666"/>
                  </a:moveTo>
                  <a:cubicBezTo>
                    <a:pt x="14122" y="3666"/>
                    <a:pt x="14352" y="3896"/>
                    <a:pt x="14352" y="4178"/>
                  </a:cubicBezTo>
                  <a:cubicBezTo>
                    <a:pt x="14352" y="4459"/>
                    <a:pt x="14122" y="4689"/>
                    <a:pt x="13841" y="4689"/>
                  </a:cubicBezTo>
                  <a:lnTo>
                    <a:pt x="1538" y="4689"/>
                  </a:lnTo>
                  <a:cubicBezTo>
                    <a:pt x="1256" y="4689"/>
                    <a:pt x="1027" y="4459"/>
                    <a:pt x="1027" y="4178"/>
                  </a:cubicBezTo>
                  <a:cubicBezTo>
                    <a:pt x="1027" y="3896"/>
                    <a:pt x="1256" y="3666"/>
                    <a:pt x="1538" y="3666"/>
                  </a:cubicBezTo>
                  <a:close/>
                  <a:moveTo>
                    <a:pt x="7697" y="0"/>
                  </a:moveTo>
                  <a:cubicBezTo>
                    <a:pt x="7416" y="0"/>
                    <a:pt x="7186" y="230"/>
                    <a:pt x="7186" y="511"/>
                  </a:cubicBezTo>
                  <a:lnTo>
                    <a:pt x="6064" y="511"/>
                  </a:lnTo>
                  <a:lnTo>
                    <a:pt x="6044" y="428"/>
                  </a:lnTo>
                  <a:cubicBezTo>
                    <a:pt x="6002" y="180"/>
                    <a:pt x="5773" y="8"/>
                    <a:pt x="5535" y="8"/>
                  </a:cubicBezTo>
                  <a:cubicBezTo>
                    <a:pt x="5507" y="8"/>
                    <a:pt x="5478" y="11"/>
                    <a:pt x="5450" y="16"/>
                  </a:cubicBezTo>
                  <a:cubicBezTo>
                    <a:pt x="5172" y="83"/>
                    <a:pt x="5006" y="329"/>
                    <a:pt x="5038" y="595"/>
                  </a:cubicBezTo>
                  <a:cubicBezTo>
                    <a:pt x="4063" y="844"/>
                    <a:pt x="3321" y="1669"/>
                    <a:pt x="3139" y="2644"/>
                  </a:cubicBezTo>
                  <a:lnTo>
                    <a:pt x="1538" y="2644"/>
                  </a:lnTo>
                  <a:cubicBezTo>
                    <a:pt x="694" y="2644"/>
                    <a:pt x="0" y="3321"/>
                    <a:pt x="0" y="4178"/>
                  </a:cubicBezTo>
                  <a:cubicBezTo>
                    <a:pt x="0" y="5022"/>
                    <a:pt x="694" y="5715"/>
                    <a:pt x="1538" y="5715"/>
                  </a:cubicBezTo>
                  <a:lnTo>
                    <a:pt x="13841" y="5715"/>
                  </a:lnTo>
                  <a:cubicBezTo>
                    <a:pt x="14701" y="5715"/>
                    <a:pt x="15394" y="5022"/>
                    <a:pt x="15394" y="4178"/>
                  </a:cubicBezTo>
                  <a:cubicBezTo>
                    <a:pt x="15394" y="3321"/>
                    <a:pt x="14701" y="2644"/>
                    <a:pt x="13841" y="2644"/>
                  </a:cubicBezTo>
                  <a:lnTo>
                    <a:pt x="12255" y="2644"/>
                  </a:lnTo>
                  <a:cubicBezTo>
                    <a:pt x="12073" y="1669"/>
                    <a:pt x="11332" y="844"/>
                    <a:pt x="10357" y="595"/>
                  </a:cubicBezTo>
                  <a:cubicBezTo>
                    <a:pt x="10388" y="329"/>
                    <a:pt x="10206" y="83"/>
                    <a:pt x="9945" y="16"/>
                  </a:cubicBezTo>
                  <a:cubicBezTo>
                    <a:pt x="9914" y="11"/>
                    <a:pt x="9885" y="8"/>
                    <a:pt x="9855" y="8"/>
                  </a:cubicBezTo>
                  <a:cubicBezTo>
                    <a:pt x="9609" y="8"/>
                    <a:pt x="9392" y="180"/>
                    <a:pt x="9350" y="428"/>
                  </a:cubicBezTo>
                  <a:lnTo>
                    <a:pt x="9334" y="511"/>
                  </a:lnTo>
                  <a:lnTo>
                    <a:pt x="8208" y="511"/>
                  </a:lnTo>
                  <a:cubicBezTo>
                    <a:pt x="8208" y="230"/>
                    <a:pt x="7979" y="0"/>
                    <a:pt x="76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54"/>
            <p:cNvSpPr/>
            <p:nvPr/>
          </p:nvSpPr>
          <p:spPr>
            <a:xfrm>
              <a:off x="6397753" y="2164572"/>
              <a:ext cx="71093" cy="70725"/>
            </a:xfrm>
            <a:custGeom>
              <a:rect b="b" l="l" r="r" t="t"/>
              <a:pathLst>
                <a:path extrusionOk="0" h="3073" w="3089">
                  <a:moveTo>
                    <a:pt x="1535" y="1"/>
                  </a:moveTo>
                  <a:cubicBezTo>
                    <a:pt x="1253" y="1"/>
                    <a:pt x="1023" y="235"/>
                    <a:pt x="1023" y="512"/>
                  </a:cubicBezTo>
                  <a:lnTo>
                    <a:pt x="1023" y="1027"/>
                  </a:lnTo>
                  <a:lnTo>
                    <a:pt x="512" y="1027"/>
                  </a:lnTo>
                  <a:cubicBezTo>
                    <a:pt x="231" y="1027"/>
                    <a:pt x="1" y="1257"/>
                    <a:pt x="1" y="1539"/>
                  </a:cubicBezTo>
                  <a:cubicBezTo>
                    <a:pt x="1" y="1820"/>
                    <a:pt x="231" y="2050"/>
                    <a:pt x="512" y="2050"/>
                  </a:cubicBezTo>
                  <a:lnTo>
                    <a:pt x="1023" y="2050"/>
                  </a:lnTo>
                  <a:lnTo>
                    <a:pt x="1023" y="2561"/>
                  </a:lnTo>
                  <a:cubicBezTo>
                    <a:pt x="1023" y="2843"/>
                    <a:pt x="1253" y="3073"/>
                    <a:pt x="1535" y="3073"/>
                  </a:cubicBezTo>
                  <a:cubicBezTo>
                    <a:pt x="1832" y="3073"/>
                    <a:pt x="2046" y="2843"/>
                    <a:pt x="2046" y="2561"/>
                  </a:cubicBezTo>
                  <a:lnTo>
                    <a:pt x="2046" y="2050"/>
                  </a:lnTo>
                  <a:lnTo>
                    <a:pt x="2557" y="2050"/>
                  </a:lnTo>
                  <a:cubicBezTo>
                    <a:pt x="2854" y="2050"/>
                    <a:pt x="3088" y="1820"/>
                    <a:pt x="3088" y="1539"/>
                  </a:cubicBezTo>
                  <a:cubicBezTo>
                    <a:pt x="3088" y="1257"/>
                    <a:pt x="2854" y="1027"/>
                    <a:pt x="2557" y="1027"/>
                  </a:cubicBezTo>
                  <a:lnTo>
                    <a:pt x="2046" y="1027"/>
                  </a:lnTo>
                  <a:lnTo>
                    <a:pt x="2046" y="512"/>
                  </a:lnTo>
                  <a:cubicBezTo>
                    <a:pt x="2046" y="235"/>
                    <a:pt x="1832" y="1"/>
                    <a:pt x="1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54"/>
            <p:cNvSpPr/>
            <p:nvPr/>
          </p:nvSpPr>
          <p:spPr>
            <a:xfrm>
              <a:off x="6114531" y="2022823"/>
              <a:ext cx="71162" cy="70725"/>
            </a:xfrm>
            <a:custGeom>
              <a:rect b="b" l="l" r="r" t="t"/>
              <a:pathLst>
                <a:path extrusionOk="0" h="3073" w="3092">
                  <a:moveTo>
                    <a:pt x="1538" y="1"/>
                  </a:moveTo>
                  <a:cubicBezTo>
                    <a:pt x="1256" y="1"/>
                    <a:pt x="1027" y="230"/>
                    <a:pt x="1027" y="512"/>
                  </a:cubicBezTo>
                  <a:lnTo>
                    <a:pt x="1027" y="1023"/>
                  </a:lnTo>
                  <a:lnTo>
                    <a:pt x="515" y="1023"/>
                  </a:lnTo>
                  <a:cubicBezTo>
                    <a:pt x="234" y="1023"/>
                    <a:pt x="0" y="1257"/>
                    <a:pt x="0" y="1538"/>
                  </a:cubicBezTo>
                  <a:cubicBezTo>
                    <a:pt x="0" y="1836"/>
                    <a:pt x="234" y="2050"/>
                    <a:pt x="515" y="2050"/>
                  </a:cubicBezTo>
                  <a:lnTo>
                    <a:pt x="1027" y="2050"/>
                  </a:lnTo>
                  <a:lnTo>
                    <a:pt x="1027" y="2561"/>
                  </a:lnTo>
                  <a:cubicBezTo>
                    <a:pt x="1027" y="2858"/>
                    <a:pt x="1256" y="3072"/>
                    <a:pt x="1538" y="3072"/>
                  </a:cubicBezTo>
                  <a:cubicBezTo>
                    <a:pt x="1835" y="3072"/>
                    <a:pt x="2049" y="2858"/>
                    <a:pt x="2049" y="2561"/>
                  </a:cubicBezTo>
                  <a:lnTo>
                    <a:pt x="2049" y="2050"/>
                  </a:lnTo>
                  <a:lnTo>
                    <a:pt x="2560" y="2050"/>
                  </a:lnTo>
                  <a:cubicBezTo>
                    <a:pt x="2858" y="2050"/>
                    <a:pt x="3092" y="1836"/>
                    <a:pt x="3092" y="1538"/>
                  </a:cubicBezTo>
                  <a:cubicBezTo>
                    <a:pt x="3092" y="1257"/>
                    <a:pt x="2858" y="1023"/>
                    <a:pt x="2560" y="1023"/>
                  </a:cubicBezTo>
                  <a:lnTo>
                    <a:pt x="2049" y="1023"/>
                  </a:lnTo>
                  <a:lnTo>
                    <a:pt x="2049" y="512"/>
                  </a:lnTo>
                  <a:cubicBezTo>
                    <a:pt x="2049" y="230"/>
                    <a:pt x="1835" y="1"/>
                    <a:pt x="1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54"/>
            <p:cNvSpPr/>
            <p:nvPr/>
          </p:nvSpPr>
          <p:spPr>
            <a:xfrm>
              <a:off x="6114531" y="2164572"/>
              <a:ext cx="71162" cy="70725"/>
            </a:xfrm>
            <a:custGeom>
              <a:rect b="b" l="l" r="r" t="t"/>
              <a:pathLst>
                <a:path extrusionOk="0" h="3073" w="3092">
                  <a:moveTo>
                    <a:pt x="1538" y="1027"/>
                  </a:moveTo>
                  <a:cubicBezTo>
                    <a:pt x="1819" y="1027"/>
                    <a:pt x="2049" y="1257"/>
                    <a:pt x="2049" y="1539"/>
                  </a:cubicBezTo>
                  <a:cubicBezTo>
                    <a:pt x="2049" y="1820"/>
                    <a:pt x="1819" y="2050"/>
                    <a:pt x="1538" y="2050"/>
                  </a:cubicBezTo>
                  <a:cubicBezTo>
                    <a:pt x="1256" y="2050"/>
                    <a:pt x="1027" y="1820"/>
                    <a:pt x="1027" y="1539"/>
                  </a:cubicBezTo>
                  <a:cubicBezTo>
                    <a:pt x="1027" y="1257"/>
                    <a:pt x="1256" y="1027"/>
                    <a:pt x="1538" y="1027"/>
                  </a:cubicBezTo>
                  <a:close/>
                  <a:moveTo>
                    <a:pt x="1538" y="1"/>
                  </a:moveTo>
                  <a:cubicBezTo>
                    <a:pt x="694" y="1"/>
                    <a:pt x="0" y="694"/>
                    <a:pt x="0" y="1539"/>
                  </a:cubicBezTo>
                  <a:cubicBezTo>
                    <a:pt x="0" y="2379"/>
                    <a:pt x="694" y="3073"/>
                    <a:pt x="1538" y="3073"/>
                  </a:cubicBezTo>
                  <a:cubicBezTo>
                    <a:pt x="2398" y="3073"/>
                    <a:pt x="3092" y="2379"/>
                    <a:pt x="3092" y="1539"/>
                  </a:cubicBezTo>
                  <a:cubicBezTo>
                    <a:pt x="3092" y="694"/>
                    <a:pt x="2398" y="1"/>
                    <a:pt x="1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54"/>
            <p:cNvSpPr/>
            <p:nvPr/>
          </p:nvSpPr>
          <p:spPr>
            <a:xfrm>
              <a:off x="6397753" y="2022823"/>
              <a:ext cx="71093" cy="70725"/>
            </a:xfrm>
            <a:custGeom>
              <a:rect b="b" l="l" r="r" t="t"/>
              <a:pathLst>
                <a:path extrusionOk="0" h="3073" w="3089">
                  <a:moveTo>
                    <a:pt x="1535" y="1023"/>
                  </a:moveTo>
                  <a:cubicBezTo>
                    <a:pt x="1816" y="1023"/>
                    <a:pt x="2046" y="1257"/>
                    <a:pt x="2046" y="1538"/>
                  </a:cubicBezTo>
                  <a:cubicBezTo>
                    <a:pt x="2046" y="1816"/>
                    <a:pt x="1816" y="2050"/>
                    <a:pt x="1535" y="2050"/>
                  </a:cubicBezTo>
                  <a:cubicBezTo>
                    <a:pt x="1253" y="2050"/>
                    <a:pt x="1023" y="1816"/>
                    <a:pt x="1023" y="1538"/>
                  </a:cubicBezTo>
                  <a:cubicBezTo>
                    <a:pt x="1023" y="1257"/>
                    <a:pt x="1253" y="1023"/>
                    <a:pt x="1535" y="1023"/>
                  </a:cubicBezTo>
                  <a:close/>
                  <a:moveTo>
                    <a:pt x="1535" y="1"/>
                  </a:moveTo>
                  <a:cubicBezTo>
                    <a:pt x="694" y="1"/>
                    <a:pt x="1" y="694"/>
                    <a:pt x="1" y="1538"/>
                  </a:cubicBezTo>
                  <a:cubicBezTo>
                    <a:pt x="1" y="2395"/>
                    <a:pt x="694" y="3072"/>
                    <a:pt x="1535" y="3072"/>
                  </a:cubicBezTo>
                  <a:cubicBezTo>
                    <a:pt x="2395" y="3072"/>
                    <a:pt x="3088" y="2395"/>
                    <a:pt x="3088" y="1538"/>
                  </a:cubicBezTo>
                  <a:cubicBezTo>
                    <a:pt x="3088" y="694"/>
                    <a:pt x="2395" y="1"/>
                    <a:pt x="1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4" name="Google Shape;2594;p54"/>
          <p:cNvGrpSpPr/>
          <p:nvPr/>
        </p:nvGrpSpPr>
        <p:grpSpPr>
          <a:xfrm>
            <a:off x="3428675" y="1552396"/>
            <a:ext cx="403683" cy="402901"/>
            <a:chOff x="3997841" y="2022823"/>
            <a:chExt cx="403683" cy="402901"/>
          </a:xfrm>
        </p:grpSpPr>
        <p:sp>
          <p:nvSpPr>
            <p:cNvPr id="2595" name="Google Shape;2595;p54"/>
            <p:cNvSpPr/>
            <p:nvPr/>
          </p:nvSpPr>
          <p:spPr>
            <a:xfrm>
              <a:off x="4158670" y="2185147"/>
              <a:ext cx="42532" cy="40253"/>
            </a:xfrm>
            <a:custGeom>
              <a:rect b="b" l="l" r="r" t="t"/>
              <a:pathLst>
                <a:path extrusionOk="0" h="1749" w="1848">
                  <a:moveTo>
                    <a:pt x="567" y="1"/>
                  </a:moveTo>
                  <a:cubicBezTo>
                    <a:pt x="437" y="1"/>
                    <a:pt x="305" y="50"/>
                    <a:pt x="198" y="149"/>
                  </a:cubicBezTo>
                  <a:cubicBezTo>
                    <a:pt x="0" y="347"/>
                    <a:pt x="0" y="676"/>
                    <a:pt x="198" y="875"/>
                  </a:cubicBezTo>
                  <a:lnTo>
                    <a:pt x="924" y="1600"/>
                  </a:lnTo>
                  <a:cubicBezTo>
                    <a:pt x="1023" y="1699"/>
                    <a:pt x="1155" y="1749"/>
                    <a:pt x="1286" y="1749"/>
                  </a:cubicBezTo>
                  <a:cubicBezTo>
                    <a:pt x="1418" y="1749"/>
                    <a:pt x="1550" y="1699"/>
                    <a:pt x="1649" y="1600"/>
                  </a:cubicBezTo>
                  <a:cubicBezTo>
                    <a:pt x="1847" y="1402"/>
                    <a:pt x="1847" y="1073"/>
                    <a:pt x="1649" y="875"/>
                  </a:cubicBezTo>
                  <a:lnTo>
                    <a:pt x="924" y="149"/>
                  </a:lnTo>
                  <a:cubicBezTo>
                    <a:pt x="825" y="50"/>
                    <a:pt x="697" y="1"/>
                    <a:pt x="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54"/>
            <p:cNvSpPr/>
            <p:nvPr/>
          </p:nvSpPr>
          <p:spPr>
            <a:xfrm>
              <a:off x="4158670" y="2268439"/>
              <a:ext cx="42532" cy="40529"/>
            </a:xfrm>
            <a:custGeom>
              <a:rect b="b" l="l" r="r" t="t"/>
              <a:pathLst>
                <a:path extrusionOk="0" h="1761" w="1848">
                  <a:moveTo>
                    <a:pt x="1286" y="0"/>
                  </a:moveTo>
                  <a:cubicBezTo>
                    <a:pt x="1155" y="0"/>
                    <a:pt x="1023" y="54"/>
                    <a:pt x="924" y="161"/>
                  </a:cubicBezTo>
                  <a:lnTo>
                    <a:pt x="198" y="874"/>
                  </a:lnTo>
                  <a:cubicBezTo>
                    <a:pt x="0" y="1088"/>
                    <a:pt x="0" y="1401"/>
                    <a:pt x="198" y="1600"/>
                  </a:cubicBezTo>
                  <a:cubicBezTo>
                    <a:pt x="305" y="1707"/>
                    <a:pt x="437" y="1760"/>
                    <a:pt x="567" y="1760"/>
                  </a:cubicBezTo>
                  <a:cubicBezTo>
                    <a:pt x="697" y="1760"/>
                    <a:pt x="825" y="1707"/>
                    <a:pt x="924" y="1600"/>
                  </a:cubicBezTo>
                  <a:lnTo>
                    <a:pt x="1649" y="874"/>
                  </a:lnTo>
                  <a:cubicBezTo>
                    <a:pt x="1847" y="676"/>
                    <a:pt x="1847" y="359"/>
                    <a:pt x="1649" y="161"/>
                  </a:cubicBezTo>
                  <a:cubicBezTo>
                    <a:pt x="1550" y="54"/>
                    <a:pt x="1418" y="0"/>
                    <a:pt x="1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54"/>
            <p:cNvSpPr/>
            <p:nvPr/>
          </p:nvSpPr>
          <p:spPr>
            <a:xfrm>
              <a:off x="4131305" y="2235274"/>
              <a:ext cx="47549" cy="23659"/>
            </a:xfrm>
            <a:custGeom>
              <a:rect b="b" l="l" r="r" t="t"/>
              <a:pathLst>
                <a:path extrusionOk="0" h="1028" w="2066">
                  <a:moveTo>
                    <a:pt x="511" y="1"/>
                  </a:moveTo>
                  <a:cubicBezTo>
                    <a:pt x="230" y="1"/>
                    <a:pt x="0" y="234"/>
                    <a:pt x="0" y="512"/>
                  </a:cubicBezTo>
                  <a:cubicBezTo>
                    <a:pt x="0" y="793"/>
                    <a:pt x="230" y="1027"/>
                    <a:pt x="511" y="1027"/>
                  </a:cubicBezTo>
                  <a:lnTo>
                    <a:pt x="1534" y="1027"/>
                  </a:lnTo>
                  <a:cubicBezTo>
                    <a:pt x="1831" y="1027"/>
                    <a:pt x="2065" y="793"/>
                    <a:pt x="2065" y="512"/>
                  </a:cubicBezTo>
                  <a:cubicBezTo>
                    <a:pt x="2065" y="234"/>
                    <a:pt x="1831" y="1"/>
                    <a:pt x="1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54"/>
            <p:cNvSpPr/>
            <p:nvPr/>
          </p:nvSpPr>
          <p:spPr>
            <a:xfrm>
              <a:off x="4211490" y="2156655"/>
              <a:ext cx="23544" cy="47089"/>
            </a:xfrm>
            <a:custGeom>
              <a:rect b="b" l="l" r="r" t="t"/>
              <a:pathLst>
                <a:path extrusionOk="0" h="2046" w="1023">
                  <a:moveTo>
                    <a:pt x="511" y="0"/>
                  </a:moveTo>
                  <a:cubicBezTo>
                    <a:pt x="230" y="0"/>
                    <a:pt x="0" y="230"/>
                    <a:pt x="0" y="511"/>
                  </a:cubicBezTo>
                  <a:lnTo>
                    <a:pt x="0" y="1534"/>
                  </a:lnTo>
                  <a:cubicBezTo>
                    <a:pt x="0" y="1815"/>
                    <a:pt x="230" y="2045"/>
                    <a:pt x="511" y="2045"/>
                  </a:cubicBezTo>
                  <a:cubicBezTo>
                    <a:pt x="809" y="2045"/>
                    <a:pt x="1023" y="1815"/>
                    <a:pt x="1023" y="1534"/>
                  </a:cubicBezTo>
                  <a:lnTo>
                    <a:pt x="1023" y="511"/>
                  </a:lnTo>
                  <a:cubicBezTo>
                    <a:pt x="1023" y="230"/>
                    <a:pt x="809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54"/>
            <p:cNvSpPr/>
            <p:nvPr/>
          </p:nvSpPr>
          <p:spPr>
            <a:xfrm>
              <a:off x="4242215" y="2185147"/>
              <a:ext cx="42624" cy="40253"/>
            </a:xfrm>
            <a:custGeom>
              <a:rect b="b" l="l" r="r" t="t"/>
              <a:pathLst>
                <a:path extrusionOk="0" h="1749" w="1852">
                  <a:moveTo>
                    <a:pt x="1291" y="1"/>
                  </a:moveTo>
                  <a:cubicBezTo>
                    <a:pt x="1159" y="1"/>
                    <a:pt x="1027" y="50"/>
                    <a:pt x="928" y="149"/>
                  </a:cubicBezTo>
                  <a:lnTo>
                    <a:pt x="199" y="875"/>
                  </a:lnTo>
                  <a:cubicBezTo>
                    <a:pt x="1" y="1073"/>
                    <a:pt x="1" y="1402"/>
                    <a:pt x="199" y="1600"/>
                  </a:cubicBezTo>
                  <a:cubicBezTo>
                    <a:pt x="298" y="1699"/>
                    <a:pt x="431" y="1749"/>
                    <a:pt x="564" y="1749"/>
                  </a:cubicBezTo>
                  <a:cubicBezTo>
                    <a:pt x="696" y="1749"/>
                    <a:pt x="829" y="1699"/>
                    <a:pt x="928" y="1600"/>
                  </a:cubicBezTo>
                  <a:lnTo>
                    <a:pt x="1654" y="875"/>
                  </a:lnTo>
                  <a:cubicBezTo>
                    <a:pt x="1852" y="676"/>
                    <a:pt x="1852" y="347"/>
                    <a:pt x="1654" y="149"/>
                  </a:cubicBezTo>
                  <a:cubicBezTo>
                    <a:pt x="1554" y="50"/>
                    <a:pt x="1423" y="1"/>
                    <a:pt x="12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54"/>
            <p:cNvSpPr/>
            <p:nvPr/>
          </p:nvSpPr>
          <p:spPr>
            <a:xfrm>
              <a:off x="3997841" y="2022823"/>
              <a:ext cx="403683" cy="402901"/>
            </a:xfrm>
            <a:custGeom>
              <a:rect b="b" l="l" r="r" t="t"/>
              <a:pathLst>
                <a:path extrusionOk="0" h="17506" w="17540">
                  <a:moveTo>
                    <a:pt x="11348" y="1023"/>
                  </a:moveTo>
                  <a:lnTo>
                    <a:pt x="11348" y="3072"/>
                  </a:lnTo>
                  <a:lnTo>
                    <a:pt x="1027" y="3072"/>
                  </a:lnTo>
                  <a:lnTo>
                    <a:pt x="1027" y="1538"/>
                  </a:lnTo>
                  <a:cubicBezTo>
                    <a:pt x="1027" y="1257"/>
                    <a:pt x="1257" y="1023"/>
                    <a:pt x="1538" y="1023"/>
                  </a:cubicBezTo>
                  <a:close/>
                  <a:moveTo>
                    <a:pt x="14931" y="1023"/>
                  </a:moveTo>
                  <a:cubicBezTo>
                    <a:pt x="15212" y="1023"/>
                    <a:pt x="15442" y="1257"/>
                    <a:pt x="15442" y="1538"/>
                  </a:cubicBezTo>
                  <a:lnTo>
                    <a:pt x="15442" y="3072"/>
                  </a:lnTo>
                  <a:lnTo>
                    <a:pt x="12371" y="3072"/>
                  </a:lnTo>
                  <a:lnTo>
                    <a:pt x="12371" y="1023"/>
                  </a:lnTo>
                  <a:close/>
                  <a:moveTo>
                    <a:pt x="15442" y="4115"/>
                  </a:moveTo>
                  <a:lnTo>
                    <a:pt x="15442" y="11098"/>
                  </a:lnTo>
                  <a:lnTo>
                    <a:pt x="9893" y="9247"/>
                  </a:lnTo>
                  <a:cubicBezTo>
                    <a:pt x="9842" y="9234"/>
                    <a:pt x="9789" y="9227"/>
                    <a:pt x="9735" y="9227"/>
                  </a:cubicBezTo>
                  <a:cubicBezTo>
                    <a:pt x="9598" y="9227"/>
                    <a:pt x="9460" y="9274"/>
                    <a:pt x="9366" y="9382"/>
                  </a:cubicBezTo>
                  <a:cubicBezTo>
                    <a:pt x="9232" y="9513"/>
                    <a:pt x="9184" y="9711"/>
                    <a:pt x="9251" y="9909"/>
                  </a:cubicBezTo>
                  <a:lnTo>
                    <a:pt x="10405" y="13393"/>
                  </a:lnTo>
                  <a:lnTo>
                    <a:pt x="1538" y="13393"/>
                  </a:lnTo>
                  <a:cubicBezTo>
                    <a:pt x="1257" y="13393"/>
                    <a:pt x="1027" y="13179"/>
                    <a:pt x="1027" y="12882"/>
                  </a:cubicBezTo>
                  <a:lnTo>
                    <a:pt x="1027" y="4115"/>
                  </a:lnTo>
                  <a:close/>
                  <a:moveTo>
                    <a:pt x="10540" y="10555"/>
                  </a:moveTo>
                  <a:lnTo>
                    <a:pt x="15312" y="12141"/>
                  </a:lnTo>
                  <a:lnTo>
                    <a:pt x="14436" y="12997"/>
                  </a:lnTo>
                  <a:cubicBezTo>
                    <a:pt x="14237" y="13195"/>
                    <a:pt x="14237" y="13528"/>
                    <a:pt x="14436" y="13726"/>
                  </a:cubicBezTo>
                  <a:lnTo>
                    <a:pt x="16251" y="15542"/>
                  </a:lnTo>
                  <a:lnTo>
                    <a:pt x="15526" y="16267"/>
                  </a:lnTo>
                  <a:lnTo>
                    <a:pt x="13710" y="14452"/>
                  </a:lnTo>
                  <a:cubicBezTo>
                    <a:pt x="13627" y="14352"/>
                    <a:pt x="13492" y="14301"/>
                    <a:pt x="13362" y="14301"/>
                  </a:cubicBezTo>
                  <a:cubicBezTo>
                    <a:pt x="13215" y="14301"/>
                    <a:pt x="13080" y="14352"/>
                    <a:pt x="12997" y="14452"/>
                  </a:cubicBezTo>
                  <a:lnTo>
                    <a:pt x="12125" y="15312"/>
                  </a:lnTo>
                  <a:lnTo>
                    <a:pt x="11610" y="13758"/>
                  </a:lnTo>
                  <a:lnTo>
                    <a:pt x="10540" y="10555"/>
                  </a:lnTo>
                  <a:close/>
                  <a:moveTo>
                    <a:pt x="1538" y="1"/>
                  </a:moveTo>
                  <a:cubicBezTo>
                    <a:pt x="678" y="1"/>
                    <a:pt x="1" y="694"/>
                    <a:pt x="1" y="1538"/>
                  </a:cubicBezTo>
                  <a:lnTo>
                    <a:pt x="1" y="12882"/>
                  </a:lnTo>
                  <a:cubicBezTo>
                    <a:pt x="1" y="13742"/>
                    <a:pt x="678" y="14436"/>
                    <a:pt x="1538" y="14436"/>
                  </a:cubicBezTo>
                  <a:lnTo>
                    <a:pt x="10754" y="14436"/>
                  </a:lnTo>
                  <a:lnTo>
                    <a:pt x="11411" y="16433"/>
                  </a:lnTo>
                  <a:cubicBezTo>
                    <a:pt x="11479" y="16600"/>
                    <a:pt x="11610" y="16731"/>
                    <a:pt x="11792" y="16762"/>
                  </a:cubicBezTo>
                  <a:cubicBezTo>
                    <a:pt x="11831" y="16774"/>
                    <a:pt x="11870" y="16780"/>
                    <a:pt x="11910" y="16780"/>
                  </a:cubicBezTo>
                  <a:cubicBezTo>
                    <a:pt x="12041" y="16780"/>
                    <a:pt x="12171" y="16720"/>
                    <a:pt x="12272" y="16631"/>
                  </a:cubicBezTo>
                  <a:lnTo>
                    <a:pt x="13362" y="15542"/>
                  </a:lnTo>
                  <a:lnTo>
                    <a:pt x="15161" y="17357"/>
                  </a:lnTo>
                  <a:cubicBezTo>
                    <a:pt x="15260" y="17456"/>
                    <a:pt x="15393" y="17505"/>
                    <a:pt x="15526" y="17505"/>
                  </a:cubicBezTo>
                  <a:cubicBezTo>
                    <a:pt x="15658" y="17505"/>
                    <a:pt x="15791" y="17456"/>
                    <a:pt x="15890" y="17357"/>
                  </a:cubicBezTo>
                  <a:lnTo>
                    <a:pt x="17341" y="15906"/>
                  </a:lnTo>
                  <a:cubicBezTo>
                    <a:pt x="17539" y="15708"/>
                    <a:pt x="17539" y="15375"/>
                    <a:pt x="17341" y="15177"/>
                  </a:cubicBezTo>
                  <a:lnTo>
                    <a:pt x="15526" y="13362"/>
                  </a:lnTo>
                  <a:lnTo>
                    <a:pt x="16616" y="12272"/>
                  </a:lnTo>
                  <a:cubicBezTo>
                    <a:pt x="16746" y="12157"/>
                    <a:pt x="16798" y="11974"/>
                    <a:pt x="16746" y="11792"/>
                  </a:cubicBezTo>
                  <a:cubicBezTo>
                    <a:pt x="16715" y="11645"/>
                    <a:pt x="16616" y="11511"/>
                    <a:pt x="16465" y="11447"/>
                  </a:cubicBezTo>
                  <a:lnTo>
                    <a:pt x="16465" y="1538"/>
                  </a:lnTo>
                  <a:cubicBezTo>
                    <a:pt x="16465" y="694"/>
                    <a:pt x="15771" y="1"/>
                    <a:pt x="14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1" name="Google Shape;2601;p54"/>
          <p:cNvSpPr/>
          <p:nvPr/>
        </p:nvSpPr>
        <p:spPr>
          <a:xfrm>
            <a:off x="3242713" y="3049273"/>
            <a:ext cx="757200" cy="757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54"/>
          <p:cNvGrpSpPr/>
          <p:nvPr/>
        </p:nvGrpSpPr>
        <p:grpSpPr>
          <a:xfrm>
            <a:off x="3429273" y="3226590"/>
            <a:ext cx="402486" cy="402578"/>
            <a:chOff x="1969368" y="3315874"/>
            <a:chExt cx="402486" cy="402578"/>
          </a:xfrm>
        </p:grpSpPr>
        <p:sp>
          <p:nvSpPr>
            <p:cNvPr id="2603" name="Google Shape;2603;p54"/>
            <p:cNvSpPr/>
            <p:nvPr/>
          </p:nvSpPr>
          <p:spPr>
            <a:xfrm>
              <a:off x="2088678" y="3504781"/>
              <a:ext cx="118251" cy="117883"/>
            </a:xfrm>
            <a:custGeom>
              <a:rect b="b" l="l" r="r" t="t"/>
              <a:pathLst>
                <a:path extrusionOk="0" h="5122" w="5138">
                  <a:moveTo>
                    <a:pt x="2561" y="1023"/>
                  </a:moveTo>
                  <a:cubicBezTo>
                    <a:pt x="2859" y="1023"/>
                    <a:pt x="3073" y="1257"/>
                    <a:pt x="3073" y="1535"/>
                  </a:cubicBezTo>
                  <a:cubicBezTo>
                    <a:pt x="3073" y="1816"/>
                    <a:pt x="2859" y="2050"/>
                    <a:pt x="2561" y="2050"/>
                  </a:cubicBezTo>
                  <a:cubicBezTo>
                    <a:pt x="2280" y="2050"/>
                    <a:pt x="2050" y="1816"/>
                    <a:pt x="2050" y="1535"/>
                  </a:cubicBezTo>
                  <a:cubicBezTo>
                    <a:pt x="2050" y="1257"/>
                    <a:pt x="2280" y="1023"/>
                    <a:pt x="2561" y="1023"/>
                  </a:cubicBezTo>
                  <a:close/>
                  <a:moveTo>
                    <a:pt x="2561" y="3072"/>
                  </a:moveTo>
                  <a:cubicBezTo>
                    <a:pt x="3239" y="3072"/>
                    <a:pt x="3798" y="3501"/>
                    <a:pt x="4016" y="4095"/>
                  </a:cubicBezTo>
                  <a:lnTo>
                    <a:pt x="1123" y="4095"/>
                  </a:lnTo>
                  <a:cubicBezTo>
                    <a:pt x="1321" y="3501"/>
                    <a:pt x="1900" y="3072"/>
                    <a:pt x="2561" y="3072"/>
                  </a:cubicBezTo>
                  <a:close/>
                  <a:moveTo>
                    <a:pt x="2561" y="1"/>
                  </a:moveTo>
                  <a:cubicBezTo>
                    <a:pt x="1717" y="1"/>
                    <a:pt x="1024" y="679"/>
                    <a:pt x="1024" y="1535"/>
                  </a:cubicBezTo>
                  <a:cubicBezTo>
                    <a:pt x="1024" y="1852"/>
                    <a:pt x="1123" y="2149"/>
                    <a:pt x="1289" y="2379"/>
                  </a:cubicBezTo>
                  <a:cubicBezTo>
                    <a:pt x="528" y="2823"/>
                    <a:pt x="1" y="3667"/>
                    <a:pt x="1" y="4606"/>
                  </a:cubicBezTo>
                  <a:cubicBezTo>
                    <a:pt x="1" y="4888"/>
                    <a:pt x="231" y="5122"/>
                    <a:pt x="512" y="5122"/>
                  </a:cubicBezTo>
                  <a:lnTo>
                    <a:pt x="4626" y="5122"/>
                  </a:lnTo>
                  <a:cubicBezTo>
                    <a:pt x="4908" y="5122"/>
                    <a:pt x="5138" y="4888"/>
                    <a:pt x="5138" y="4606"/>
                  </a:cubicBezTo>
                  <a:cubicBezTo>
                    <a:pt x="5138" y="3667"/>
                    <a:pt x="4611" y="2823"/>
                    <a:pt x="3850" y="2379"/>
                  </a:cubicBezTo>
                  <a:cubicBezTo>
                    <a:pt x="4016" y="2149"/>
                    <a:pt x="4115" y="1852"/>
                    <a:pt x="4115" y="1535"/>
                  </a:cubicBezTo>
                  <a:cubicBezTo>
                    <a:pt x="4115" y="679"/>
                    <a:pt x="3421" y="1"/>
                    <a:pt x="2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54"/>
            <p:cNvSpPr/>
            <p:nvPr/>
          </p:nvSpPr>
          <p:spPr>
            <a:xfrm>
              <a:off x="2216757" y="3363032"/>
              <a:ext cx="97722" cy="106260"/>
            </a:xfrm>
            <a:custGeom>
              <a:rect b="b" l="l" r="r" t="t"/>
              <a:pathLst>
                <a:path extrusionOk="0" h="4617" w="4246">
                  <a:moveTo>
                    <a:pt x="2133" y="1816"/>
                  </a:moveTo>
                  <a:lnTo>
                    <a:pt x="2446" y="2561"/>
                  </a:lnTo>
                  <a:lnTo>
                    <a:pt x="1800" y="2561"/>
                  </a:lnTo>
                  <a:lnTo>
                    <a:pt x="2133" y="1816"/>
                  </a:lnTo>
                  <a:close/>
                  <a:moveTo>
                    <a:pt x="2133" y="0"/>
                  </a:moveTo>
                  <a:cubicBezTo>
                    <a:pt x="1919" y="0"/>
                    <a:pt x="1737" y="115"/>
                    <a:pt x="1654" y="314"/>
                  </a:cubicBezTo>
                  <a:cubicBezTo>
                    <a:pt x="1503" y="643"/>
                    <a:pt x="266" y="3552"/>
                    <a:pt x="116" y="3897"/>
                  </a:cubicBezTo>
                  <a:cubicBezTo>
                    <a:pt x="1" y="4162"/>
                    <a:pt x="136" y="4459"/>
                    <a:pt x="381" y="4574"/>
                  </a:cubicBezTo>
                  <a:cubicBezTo>
                    <a:pt x="448" y="4603"/>
                    <a:pt x="516" y="4616"/>
                    <a:pt x="583" y="4616"/>
                  </a:cubicBezTo>
                  <a:cubicBezTo>
                    <a:pt x="784" y="4616"/>
                    <a:pt x="973" y="4496"/>
                    <a:pt x="1059" y="4309"/>
                  </a:cubicBezTo>
                  <a:lnTo>
                    <a:pt x="1372" y="3583"/>
                  </a:lnTo>
                  <a:lnTo>
                    <a:pt x="2890" y="3583"/>
                  </a:lnTo>
                  <a:lnTo>
                    <a:pt x="3187" y="4309"/>
                  </a:lnTo>
                  <a:cubicBezTo>
                    <a:pt x="3277" y="4496"/>
                    <a:pt x="3466" y="4616"/>
                    <a:pt x="3666" y="4616"/>
                  </a:cubicBezTo>
                  <a:cubicBezTo>
                    <a:pt x="3732" y="4616"/>
                    <a:pt x="3800" y="4603"/>
                    <a:pt x="3865" y="4574"/>
                  </a:cubicBezTo>
                  <a:cubicBezTo>
                    <a:pt x="4131" y="4459"/>
                    <a:pt x="4246" y="4162"/>
                    <a:pt x="4131" y="3897"/>
                  </a:cubicBezTo>
                  <a:cubicBezTo>
                    <a:pt x="3980" y="3552"/>
                    <a:pt x="2744" y="643"/>
                    <a:pt x="2593" y="314"/>
                  </a:cubicBezTo>
                  <a:cubicBezTo>
                    <a:pt x="2514" y="115"/>
                    <a:pt x="2331" y="0"/>
                    <a:pt x="2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54"/>
            <p:cNvSpPr/>
            <p:nvPr/>
          </p:nvSpPr>
          <p:spPr>
            <a:xfrm>
              <a:off x="1969368" y="3315874"/>
              <a:ext cx="402486" cy="402578"/>
            </a:xfrm>
            <a:custGeom>
              <a:rect b="b" l="l" r="r" t="t"/>
              <a:pathLst>
                <a:path extrusionOk="0" h="17492" w="17488">
                  <a:moveTo>
                    <a:pt x="12882" y="1023"/>
                  </a:moveTo>
                  <a:cubicBezTo>
                    <a:pt x="14864" y="1023"/>
                    <a:pt x="16465" y="2628"/>
                    <a:pt x="16465" y="4610"/>
                  </a:cubicBezTo>
                  <a:cubicBezTo>
                    <a:pt x="16465" y="6599"/>
                    <a:pt x="14848" y="8201"/>
                    <a:pt x="12886" y="8201"/>
                  </a:cubicBezTo>
                  <a:cubicBezTo>
                    <a:pt x="12749" y="8201"/>
                    <a:pt x="12610" y="8193"/>
                    <a:pt x="12470" y="8177"/>
                  </a:cubicBezTo>
                  <a:cubicBezTo>
                    <a:pt x="12445" y="8173"/>
                    <a:pt x="12420" y="8172"/>
                    <a:pt x="12396" y="8172"/>
                  </a:cubicBezTo>
                  <a:cubicBezTo>
                    <a:pt x="12293" y="8172"/>
                    <a:pt x="12202" y="8205"/>
                    <a:pt x="12121" y="8256"/>
                  </a:cubicBezTo>
                  <a:lnTo>
                    <a:pt x="11198" y="8887"/>
                  </a:lnTo>
                  <a:lnTo>
                    <a:pt x="11015" y="7860"/>
                  </a:lnTo>
                  <a:cubicBezTo>
                    <a:pt x="10984" y="7729"/>
                    <a:pt x="10916" y="7614"/>
                    <a:pt x="10801" y="7547"/>
                  </a:cubicBezTo>
                  <a:cubicBezTo>
                    <a:pt x="9858" y="6869"/>
                    <a:pt x="9299" y="5779"/>
                    <a:pt x="9299" y="4610"/>
                  </a:cubicBezTo>
                  <a:cubicBezTo>
                    <a:pt x="9299" y="2628"/>
                    <a:pt x="10900" y="1023"/>
                    <a:pt x="12882" y="1023"/>
                  </a:cubicBezTo>
                  <a:close/>
                  <a:moveTo>
                    <a:pt x="8288" y="5121"/>
                  </a:moveTo>
                  <a:cubicBezTo>
                    <a:pt x="8340" y="5482"/>
                    <a:pt x="8407" y="5815"/>
                    <a:pt x="8522" y="6144"/>
                  </a:cubicBezTo>
                  <a:lnTo>
                    <a:pt x="3584" y="6144"/>
                  </a:lnTo>
                  <a:cubicBezTo>
                    <a:pt x="3302" y="6144"/>
                    <a:pt x="3072" y="6374"/>
                    <a:pt x="3072" y="6655"/>
                  </a:cubicBezTo>
                  <a:lnTo>
                    <a:pt x="3072" y="14420"/>
                  </a:lnTo>
                  <a:lnTo>
                    <a:pt x="2046" y="14420"/>
                  </a:lnTo>
                  <a:lnTo>
                    <a:pt x="2046" y="5632"/>
                  </a:lnTo>
                  <a:cubicBezTo>
                    <a:pt x="2046" y="5351"/>
                    <a:pt x="2280" y="5121"/>
                    <a:pt x="2561" y="5121"/>
                  </a:cubicBezTo>
                  <a:close/>
                  <a:moveTo>
                    <a:pt x="9049" y="7166"/>
                  </a:moveTo>
                  <a:cubicBezTo>
                    <a:pt x="9315" y="7583"/>
                    <a:pt x="9644" y="7943"/>
                    <a:pt x="10040" y="8240"/>
                  </a:cubicBezTo>
                  <a:lnTo>
                    <a:pt x="10322" y="9826"/>
                  </a:lnTo>
                  <a:cubicBezTo>
                    <a:pt x="10353" y="10008"/>
                    <a:pt x="10468" y="10139"/>
                    <a:pt x="10635" y="10206"/>
                  </a:cubicBezTo>
                  <a:cubicBezTo>
                    <a:pt x="10698" y="10235"/>
                    <a:pt x="10767" y="10248"/>
                    <a:pt x="10836" y="10248"/>
                  </a:cubicBezTo>
                  <a:cubicBezTo>
                    <a:pt x="10931" y="10248"/>
                    <a:pt x="11027" y="10223"/>
                    <a:pt x="11114" y="10175"/>
                  </a:cubicBezTo>
                  <a:lnTo>
                    <a:pt x="12533" y="9215"/>
                  </a:lnTo>
                  <a:cubicBezTo>
                    <a:pt x="12648" y="9215"/>
                    <a:pt x="12767" y="9231"/>
                    <a:pt x="12882" y="9231"/>
                  </a:cubicBezTo>
                  <a:cubicBezTo>
                    <a:pt x="13045" y="9231"/>
                    <a:pt x="13227" y="9215"/>
                    <a:pt x="13393" y="9200"/>
                  </a:cubicBezTo>
                  <a:lnTo>
                    <a:pt x="13393" y="14420"/>
                  </a:lnTo>
                  <a:lnTo>
                    <a:pt x="4095" y="14420"/>
                  </a:lnTo>
                  <a:lnTo>
                    <a:pt x="4095" y="7166"/>
                  </a:lnTo>
                  <a:close/>
                  <a:moveTo>
                    <a:pt x="15443" y="8439"/>
                  </a:moveTo>
                  <a:lnTo>
                    <a:pt x="15443" y="14420"/>
                  </a:lnTo>
                  <a:lnTo>
                    <a:pt x="14416" y="14420"/>
                  </a:lnTo>
                  <a:lnTo>
                    <a:pt x="14416" y="8970"/>
                  </a:lnTo>
                  <a:cubicBezTo>
                    <a:pt x="14781" y="8835"/>
                    <a:pt x="15125" y="8653"/>
                    <a:pt x="15443" y="8439"/>
                  </a:cubicBezTo>
                  <a:close/>
                  <a:moveTo>
                    <a:pt x="16382" y="15442"/>
                  </a:moveTo>
                  <a:cubicBezTo>
                    <a:pt x="16168" y="16037"/>
                    <a:pt x="15589" y="16465"/>
                    <a:pt x="14927" y="16465"/>
                  </a:cubicBezTo>
                  <a:lnTo>
                    <a:pt x="2561" y="16465"/>
                  </a:lnTo>
                  <a:cubicBezTo>
                    <a:pt x="1883" y="16465"/>
                    <a:pt x="1321" y="16037"/>
                    <a:pt x="1107" y="15442"/>
                  </a:cubicBezTo>
                  <a:close/>
                  <a:moveTo>
                    <a:pt x="12882" y="0"/>
                  </a:moveTo>
                  <a:cubicBezTo>
                    <a:pt x="10504" y="0"/>
                    <a:pt x="8554" y="1800"/>
                    <a:pt x="8288" y="4095"/>
                  </a:cubicBezTo>
                  <a:lnTo>
                    <a:pt x="2561" y="4095"/>
                  </a:lnTo>
                  <a:cubicBezTo>
                    <a:pt x="1701" y="4095"/>
                    <a:pt x="1023" y="4788"/>
                    <a:pt x="1023" y="5632"/>
                  </a:cubicBezTo>
                  <a:lnTo>
                    <a:pt x="1023" y="14420"/>
                  </a:lnTo>
                  <a:lnTo>
                    <a:pt x="512" y="14420"/>
                  </a:lnTo>
                  <a:cubicBezTo>
                    <a:pt x="231" y="14420"/>
                    <a:pt x="1" y="14649"/>
                    <a:pt x="1" y="14931"/>
                  </a:cubicBezTo>
                  <a:cubicBezTo>
                    <a:pt x="1" y="16350"/>
                    <a:pt x="1138" y="17491"/>
                    <a:pt x="2561" y="17491"/>
                  </a:cubicBezTo>
                  <a:lnTo>
                    <a:pt x="14927" y="17491"/>
                  </a:lnTo>
                  <a:cubicBezTo>
                    <a:pt x="16350" y="17491"/>
                    <a:pt x="17488" y="16350"/>
                    <a:pt x="17488" y="14931"/>
                  </a:cubicBezTo>
                  <a:cubicBezTo>
                    <a:pt x="17488" y="14649"/>
                    <a:pt x="17258" y="14420"/>
                    <a:pt x="16976" y="14420"/>
                  </a:cubicBezTo>
                  <a:lnTo>
                    <a:pt x="16465" y="14420"/>
                  </a:lnTo>
                  <a:lnTo>
                    <a:pt x="16465" y="7697"/>
                  </a:lnTo>
                  <a:cubicBezTo>
                    <a:pt x="16465" y="7630"/>
                    <a:pt x="16465" y="7583"/>
                    <a:pt x="16449" y="7531"/>
                  </a:cubicBezTo>
                  <a:cubicBezTo>
                    <a:pt x="17091" y="6738"/>
                    <a:pt x="17488" y="5716"/>
                    <a:pt x="17488" y="4610"/>
                  </a:cubicBezTo>
                  <a:cubicBezTo>
                    <a:pt x="17488" y="2065"/>
                    <a:pt x="15423" y="0"/>
                    <a:pt x="128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6" name="Google Shape;2606;p54"/>
          <p:cNvSpPr/>
          <p:nvPr/>
        </p:nvSpPr>
        <p:spPr>
          <a:xfrm>
            <a:off x="3242728" y="3886286"/>
            <a:ext cx="757200" cy="757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7" name="Google Shape;2607;p54"/>
          <p:cNvGrpSpPr/>
          <p:nvPr/>
        </p:nvGrpSpPr>
        <p:grpSpPr>
          <a:xfrm>
            <a:off x="3427535" y="4063446"/>
            <a:ext cx="405962" cy="402901"/>
            <a:chOff x="3349808" y="2022823"/>
            <a:chExt cx="405962" cy="402901"/>
          </a:xfrm>
        </p:grpSpPr>
        <p:sp>
          <p:nvSpPr>
            <p:cNvPr id="2608" name="Google Shape;2608;p54"/>
            <p:cNvSpPr/>
            <p:nvPr/>
          </p:nvSpPr>
          <p:spPr>
            <a:xfrm>
              <a:off x="3349808" y="2022823"/>
              <a:ext cx="405962" cy="402901"/>
            </a:xfrm>
            <a:custGeom>
              <a:rect b="b" l="l" r="r" t="t"/>
              <a:pathLst>
                <a:path extrusionOk="0" h="17506" w="17639">
                  <a:moveTo>
                    <a:pt x="10984" y="1023"/>
                  </a:moveTo>
                  <a:cubicBezTo>
                    <a:pt x="14087" y="1023"/>
                    <a:pt x="16616" y="3568"/>
                    <a:pt x="16616" y="6671"/>
                  </a:cubicBezTo>
                  <a:cubicBezTo>
                    <a:pt x="16616" y="9779"/>
                    <a:pt x="14087" y="12303"/>
                    <a:pt x="10984" y="12303"/>
                  </a:cubicBezTo>
                  <a:cubicBezTo>
                    <a:pt x="7860" y="12303"/>
                    <a:pt x="5336" y="9779"/>
                    <a:pt x="5336" y="6671"/>
                  </a:cubicBezTo>
                  <a:cubicBezTo>
                    <a:pt x="5336" y="3568"/>
                    <a:pt x="7860" y="1023"/>
                    <a:pt x="10984" y="1023"/>
                  </a:cubicBezTo>
                  <a:close/>
                  <a:moveTo>
                    <a:pt x="3980" y="11610"/>
                  </a:moveTo>
                  <a:lnTo>
                    <a:pt x="6045" y="13659"/>
                  </a:lnTo>
                  <a:cubicBezTo>
                    <a:pt x="5833" y="13754"/>
                    <a:pt x="5605" y="13802"/>
                    <a:pt x="5373" y="13802"/>
                  </a:cubicBezTo>
                  <a:cubicBezTo>
                    <a:pt x="5245" y="13802"/>
                    <a:pt x="5116" y="13787"/>
                    <a:pt x="4987" y="13758"/>
                  </a:cubicBezTo>
                  <a:cubicBezTo>
                    <a:pt x="4941" y="13745"/>
                    <a:pt x="4895" y="13738"/>
                    <a:pt x="4849" y="13738"/>
                  </a:cubicBezTo>
                  <a:cubicBezTo>
                    <a:pt x="4718" y="13738"/>
                    <a:pt x="4591" y="13792"/>
                    <a:pt x="4491" y="13889"/>
                  </a:cubicBezTo>
                  <a:lnTo>
                    <a:pt x="2050" y="16334"/>
                  </a:lnTo>
                  <a:cubicBezTo>
                    <a:pt x="1951" y="16433"/>
                    <a:pt x="1818" y="16483"/>
                    <a:pt x="1685" y="16483"/>
                  </a:cubicBezTo>
                  <a:cubicBezTo>
                    <a:pt x="1552" y="16483"/>
                    <a:pt x="1420" y="16433"/>
                    <a:pt x="1321" y="16334"/>
                  </a:cubicBezTo>
                  <a:cubicBezTo>
                    <a:pt x="1122" y="16136"/>
                    <a:pt x="1122" y="15807"/>
                    <a:pt x="1321" y="15609"/>
                  </a:cubicBezTo>
                  <a:lnTo>
                    <a:pt x="3766" y="13163"/>
                  </a:lnTo>
                  <a:cubicBezTo>
                    <a:pt x="3897" y="13033"/>
                    <a:pt x="3948" y="12850"/>
                    <a:pt x="3897" y="12668"/>
                  </a:cubicBezTo>
                  <a:cubicBezTo>
                    <a:pt x="3798" y="12303"/>
                    <a:pt x="3833" y="11923"/>
                    <a:pt x="3980" y="11610"/>
                  </a:cubicBezTo>
                  <a:close/>
                  <a:moveTo>
                    <a:pt x="10984" y="1"/>
                  </a:moveTo>
                  <a:cubicBezTo>
                    <a:pt x="7301" y="1"/>
                    <a:pt x="4313" y="2989"/>
                    <a:pt x="4313" y="6671"/>
                  </a:cubicBezTo>
                  <a:cubicBezTo>
                    <a:pt x="4313" y="8324"/>
                    <a:pt x="4923" y="9842"/>
                    <a:pt x="5914" y="10999"/>
                  </a:cubicBezTo>
                  <a:lnTo>
                    <a:pt x="5367" y="11546"/>
                  </a:lnTo>
                  <a:lnTo>
                    <a:pt x="4293" y="10456"/>
                  </a:lnTo>
                  <a:cubicBezTo>
                    <a:pt x="4186" y="10357"/>
                    <a:pt x="4054" y="10308"/>
                    <a:pt x="3925" y="10308"/>
                  </a:cubicBezTo>
                  <a:cubicBezTo>
                    <a:pt x="3795" y="10308"/>
                    <a:pt x="3667" y="10357"/>
                    <a:pt x="3568" y="10456"/>
                  </a:cubicBezTo>
                  <a:cubicBezTo>
                    <a:pt x="2989" y="11031"/>
                    <a:pt x="2728" y="11844"/>
                    <a:pt x="2842" y="12636"/>
                  </a:cubicBezTo>
                  <a:lnTo>
                    <a:pt x="595" y="14880"/>
                  </a:lnTo>
                  <a:cubicBezTo>
                    <a:pt x="1" y="15474"/>
                    <a:pt x="1" y="16449"/>
                    <a:pt x="595" y="17060"/>
                  </a:cubicBezTo>
                  <a:cubicBezTo>
                    <a:pt x="892" y="17357"/>
                    <a:pt x="1285" y="17505"/>
                    <a:pt x="1679" y="17505"/>
                  </a:cubicBezTo>
                  <a:cubicBezTo>
                    <a:pt x="2074" y="17505"/>
                    <a:pt x="2470" y="17357"/>
                    <a:pt x="2775" y="17060"/>
                  </a:cubicBezTo>
                  <a:lnTo>
                    <a:pt x="5022" y="14796"/>
                  </a:lnTo>
                  <a:cubicBezTo>
                    <a:pt x="5147" y="14815"/>
                    <a:pt x="5272" y="14824"/>
                    <a:pt x="5397" y="14824"/>
                  </a:cubicBezTo>
                  <a:cubicBezTo>
                    <a:pt x="6064" y="14824"/>
                    <a:pt x="6712" y="14561"/>
                    <a:pt x="7187" y="14087"/>
                  </a:cubicBezTo>
                  <a:cubicBezTo>
                    <a:pt x="7385" y="13889"/>
                    <a:pt x="7385" y="13560"/>
                    <a:pt x="7187" y="13362"/>
                  </a:cubicBezTo>
                  <a:lnTo>
                    <a:pt x="6097" y="12272"/>
                  </a:lnTo>
                  <a:lnTo>
                    <a:pt x="6640" y="11725"/>
                  </a:lnTo>
                  <a:cubicBezTo>
                    <a:pt x="7813" y="12735"/>
                    <a:pt x="9331" y="13330"/>
                    <a:pt x="10984" y="13330"/>
                  </a:cubicBezTo>
                  <a:cubicBezTo>
                    <a:pt x="14650" y="13330"/>
                    <a:pt x="17638" y="10337"/>
                    <a:pt x="17638" y="6671"/>
                  </a:cubicBezTo>
                  <a:cubicBezTo>
                    <a:pt x="17638" y="2989"/>
                    <a:pt x="14650" y="1"/>
                    <a:pt x="109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54"/>
            <p:cNvSpPr/>
            <p:nvPr/>
          </p:nvSpPr>
          <p:spPr>
            <a:xfrm>
              <a:off x="3496137" y="2069980"/>
              <a:ext cx="212474" cy="212474"/>
            </a:xfrm>
            <a:custGeom>
              <a:rect b="b" l="l" r="r" t="t"/>
              <a:pathLst>
                <a:path extrusionOk="0" h="9232" w="9232">
                  <a:moveTo>
                    <a:pt x="2644" y="1618"/>
                  </a:moveTo>
                  <a:lnTo>
                    <a:pt x="2644" y="1618"/>
                  </a:lnTo>
                  <a:cubicBezTo>
                    <a:pt x="2331" y="2327"/>
                    <a:pt x="2133" y="3187"/>
                    <a:pt x="2065" y="4111"/>
                  </a:cubicBezTo>
                  <a:lnTo>
                    <a:pt x="1074" y="4111"/>
                  </a:lnTo>
                  <a:cubicBezTo>
                    <a:pt x="1225" y="3072"/>
                    <a:pt x="1819" y="2181"/>
                    <a:pt x="2644" y="1618"/>
                  </a:cubicBezTo>
                  <a:close/>
                  <a:moveTo>
                    <a:pt x="4626" y="1023"/>
                  </a:moveTo>
                  <a:cubicBezTo>
                    <a:pt x="5287" y="1023"/>
                    <a:pt x="6013" y="2311"/>
                    <a:pt x="6144" y="4111"/>
                  </a:cubicBezTo>
                  <a:lnTo>
                    <a:pt x="3108" y="4111"/>
                  </a:lnTo>
                  <a:cubicBezTo>
                    <a:pt x="3222" y="2311"/>
                    <a:pt x="3948" y="1023"/>
                    <a:pt x="4626" y="1023"/>
                  </a:cubicBezTo>
                  <a:close/>
                  <a:moveTo>
                    <a:pt x="6591" y="1618"/>
                  </a:moveTo>
                  <a:cubicBezTo>
                    <a:pt x="7432" y="2181"/>
                    <a:pt x="8026" y="3072"/>
                    <a:pt x="8177" y="4111"/>
                  </a:cubicBezTo>
                  <a:lnTo>
                    <a:pt x="7170" y="4111"/>
                  </a:lnTo>
                  <a:cubicBezTo>
                    <a:pt x="7119" y="3187"/>
                    <a:pt x="6920" y="2327"/>
                    <a:pt x="6591" y="1618"/>
                  </a:cubicBezTo>
                  <a:close/>
                  <a:moveTo>
                    <a:pt x="2065" y="5137"/>
                  </a:moveTo>
                  <a:cubicBezTo>
                    <a:pt x="2133" y="6061"/>
                    <a:pt x="2331" y="6921"/>
                    <a:pt x="2644" y="7615"/>
                  </a:cubicBezTo>
                  <a:cubicBezTo>
                    <a:pt x="1819" y="7068"/>
                    <a:pt x="1225" y="6176"/>
                    <a:pt x="1074" y="5137"/>
                  </a:cubicBezTo>
                  <a:close/>
                  <a:moveTo>
                    <a:pt x="8177" y="5137"/>
                  </a:moveTo>
                  <a:cubicBezTo>
                    <a:pt x="8026" y="6160"/>
                    <a:pt x="7432" y="7068"/>
                    <a:pt x="6591" y="7615"/>
                  </a:cubicBezTo>
                  <a:cubicBezTo>
                    <a:pt x="6920" y="6921"/>
                    <a:pt x="7119" y="6045"/>
                    <a:pt x="7170" y="5137"/>
                  </a:cubicBezTo>
                  <a:close/>
                  <a:moveTo>
                    <a:pt x="6144" y="5137"/>
                  </a:moveTo>
                  <a:cubicBezTo>
                    <a:pt x="6013" y="6921"/>
                    <a:pt x="5287" y="8209"/>
                    <a:pt x="4626" y="8209"/>
                  </a:cubicBezTo>
                  <a:cubicBezTo>
                    <a:pt x="3948" y="8209"/>
                    <a:pt x="3222" y="6921"/>
                    <a:pt x="3108" y="5137"/>
                  </a:cubicBezTo>
                  <a:close/>
                  <a:moveTo>
                    <a:pt x="4626" y="1"/>
                  </a:moveTo>
                  <a:cubicBezTo>
                    <a:pt x="2081" y="1"/>
                    <a:pt x="0" y="2082"/>
                    <a:pt x="0" y="4622"/>
                  </a:cubicBezTo>
                  <a:cubicBezTo>
                    <a:pt x="0" y="7167"/>
                    <a:pt x="2081" y="9232"/>
                    <a:pt x="4626" y="9232"/>
                  </a:cubicBezTo>
                  <a:cubicBezTo>
                    <a:pt x="7170" y="9232"/>
                    <a:pt x="9231" y="7167"/>
                    <a:pt x="9231" y="4622"/>
                  </a:cubicBezTo>
                  <a:cubicBezTo>
                    <a:pt x="9231" y="2082"/>
                    <a:pt x="7170" y="1"/>
                    <a:pt x="46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10" name="Google Shape;2610;p54"/>
          <p:cNvCxnSpPr>
            <a:stCxn id="2568" idx="0"/>
            <a:endCxn id="2611" idx="2"/>
          </p:cNvCxnSpPr>
          <p:nvPr/>
        </p:nvCxnSpPr>
        <p:spPr>
          <a:xfrm rot="-5400000">
            <a:off x="2179300" y="1167201"/>
            <a:ext cx="476700" cy="165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2" name="Google Shape;2612;p54"/>
          <p:cNvCxnSpPr>
            <a:stCxn id="2569" idx="6"/>
            <a:endCxn id="2581" idx="2"/>
          </p:cNvCxnSpPr>
          <p:nvPr/>
        </p:nvCxnSpPr>
        <p:spPr>
          <a:xfrm flipH="1" rot="10800000">
            <a:off x="2542227" y="2590807"/>
            <a:ext cx="700500" cy="21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3" name="Google Shape;2613;p54"/>
          <p:cNvCxnSpPr>
            <a:stCxn id="2570" idx="6"/>
            <a:endCxn id="2601" idx="2"/>
          </p:cNvCxnSpPr>
          <p:nvPr/>
        </p:nvCxnSpPr>
        <p:spPr>
          <a:xfrm>
            <a:off x="2611227" y="3209132"/>
            <a:ext cx="631500" cy="2187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4" name="Google Shape;2614;p54"/>
          <p:cNvCxnSpPr>
            <a:stCxn id="2571" idx="4"/>
            <a:endCxn id="2606" idx="2"/>
          </p:cNvCxnSpPr>
          <p:nvPr/>
        </p:nvCxnSpPr>
        <p:spPr>
          <a:xfrm flipH="1" rot="-5400000">
            <a:off x="2187700" y="3210022"/>
            <a:ext cx="459900" cy="1650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11" name="Google Shape;2611;p54"/>
          <p:cNvSpPr/>
          <p:nvPr/>
        </p:nvSpPr>
        <p:spPr>
          <a:xfrm>
            <a:off x="3242727" y="1375247"/>
            <a:ext cx="757200" cy="757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2"/>
          <p:cNvSpPr txBox="1"/>
          <p:nvPr>
            <p:ph type="title"/>
          </p:nvPr>
        </p:nvSpPr>
        <p:spPr>
          <a:xfrm>
            <a:off x="756850" y="2724912"/>
            <a:ext cx="41850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Parte Técnica</a:t>
            </a:r>
            <a:endParaRPr/>
          </a:p>
        </p:txBody>
      </p:sp>
      <p:sp>
        <p:nvSpPr>
          <p:cNvPr id="1295" name="Google Shape;1295;p42"/>
          <p:cNvSpPr txBox="1"/>
          <p:nvPr>
            <p:ph idx="2" type="title"/>
          </p:nvPr>
        </p:nvSpPr>
        <p:spPr>
          <a:xfrm>
            <a:off x="3984975" y="1542825"/>
            <a:ext cx="9567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96" name="Google Shape;1296;p42"/>
          <p:cNvSpPr txBox="1"/>
          <p:nvPr>
            <p:ph idx="1" type="subTitle"/>
          </p:nvPr>
        </p:nvSpPr>
        <p:spPr>
          <a:xfrm>
            <a:off x="756850" y="3703320"/>
            <a:ext cx="41850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“como”: pré-processamento, modelos, otimização e a comparação supervisionado × não supervisionado.</a:t>
            </a:r>
            <a:endParaRPr/>
          </a:p>
        </p:txBody>
      </p:sp>
      <p:sp>
        <p:nvSpPr>
          <p:cNvPr id="1297" name="Google Shape;1297;p42"/>
          <p:cNvSpPr/>
          <p:nvPr/>
        </p:nvSpPr>
        <p:spPr>
          <a:xfrm>
            <a:off x="1192500" y="1006650"/>
            <a:ext cx="99155" cy="99350"/>
          </a:xfrm>
          <a:custGeom>
            <a:rect b="b" l="l" r="r" t="t"/>
            <a:pathLst>
              <a:path extrusionOk="0" fill="none" h="562" w="561">
                <a:moveTo>
                  <a:pt x="561" y="282"/>
                </a:moveTo>
                <a:cubicBezTo>
                  <a:pt x="561" y="432"/>
                  <a:pt x="438" y="561"/>
                  <a:pt x="281" y="561"/>
                </a:cubicBezTo>
                <a:cubicBezTo>
                  <a:pt x="129" y="561"/>
                  <a:pt x="0" y="432"/>
                  <a:pt x="0" y="282"/>
                </a:cubicBezTo>
                <a:cubicBezTo>
                  <a:pt x="0" y="123"/>
                  <a:pt x="129" y="0"/>
                  <a:pt x="281" y="0"/>
                </a:cubicBezTo>
                <a:cubicBezTo>
                  <a:pt x="438" y="0"/>
                  <a:pt x="561" y="123"/>
                  <a:pt x="561" y="282"/>
                </a:cubicBezTo>
                <a:close/>
              </a:path>
            </a:pathLst>
          </a:cu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8" name="Google Shape;1298;p42"/>
          <p:cNvGrpSpPr/>
          <p:nvPr/>
        </p:nvGrpSpPr>
        <p:grpSpPr>
          <a:xfrm>
            <a:off x="2296575" y="-20528"/>
            <a:ext cx="6847273" cy="5016903"/>
            <a:chOff x="2296575" y="-20528"/>
            <a:chExt cx="6847273" cy="5016903"/>
          </a:xfrm>
        </p:grpSpPr>
        <p:grpSp>
          <p:nvGrpSpPr>
            <p:cNvPr id="1299" name="Google Shape;1299;p42"/>
            <p:cNvGrpSpPr/>
            <p:nvPr/>
          </p:nvGrpSpPr>
          <p:grpSpPr>
            <a:xfrm>
              <a:off x="5514205" y="-20528"/>
              <a:ext cx="411352" cy="1199311"/>
              <a:chOff x="5706054" y="1123445"/>
              <a:chExt cx="350087" cy="1020777"/>
            </a:xfrm>
          </p:grpSpPr>
          <p:sp>
            <p:nvSpPr>
              <p:cNvPr id="1300" name="Google Shape;1300;p42"/>
              <p:cNvSpPr/>
              <p:nvPr/>
            </p:nvSpPr>
            <p:spPr>
              <a:xfrm>
                <a:off x="5803698" y="2016593"/>
                <a:ext cx="155053" cy="72271"/>
              </a:xfrm>
              <a:custGeom>
                <a:rect b="b" l="l" r="r" t="t"/>
                <a:pathLst>
                  <a:path extrusionOk="0" h="282" w="605">
                    <a:moveTo>
                      <a:pt x="1" y="1"/>
                    </a:moveTo>
                    <a:cubicBezTo>
                      <a:pt x="15" y="159"/>
                      <a:pt x="144" y="282"/>
                      <a:pt x="303" y="282"/>
                    </a:cubicBezTo>
                    <a:cubicBezTo>
                      <a:pt x="460" y="282"/>
                      <a:pt x="589" y="159"/>
                      <a:pt x="6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2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rect b="b" l="l" r="r" t="t"/>
                <a:pathLst>
                  <a:path extrusionOk="0" h="117" w="1">
                    <a:moveTo>
                      <a:pt x="1" y="1"/>
                    </a:moveTo>
                    <a:lnTo>
                      <a:pt x="1" y="11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5881096" y="2114237"/>
                <a:ext cx="256" cy="29985"/>
              </a:xfrm>
              <a:custGeom>
                <a:rect b="b" l="l" r="r" t="t"/>
                <a:pathLst>
                  <a:path extrusionOk="0" fill="none" h="117" w="1">
                    <a:moveTo>
                      <a:pt x="1" y="1"/>
                    </a:moveTo>
                    <a:lnTo>
                      <a:pt x="1" y="11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42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rect b="b" l="l" r="r" t="t"/>
                <a:pathLst>
                  <a:path extrusionOk="0" h="94" w="60">
                    <a:moveTo>
                      <a:pt x="1" y="1"/>
                    </a:moveTo>
                    <a:lnTo>
                      <a:pt x="60" y="9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2"/>
              <p:cNvSpPr/>
              <p:nvPr/>
            </p:nvSpPr>
            <p:spPr>
              <a:xfrm>
                <a:off x="5932353" y="2101423"/>
                <a:ext cx="15377" cy="24090"/>
              </a:xfrm>
              <a:custGeom>
                <a:rect b="b" l="l" r="r" t="t"/>
                <a:pathLst>
                  <a:path extrusionOk="0" fill="none" h="94" w="60">
                    <a:moveTo>
                      <a:pt x="1" y="1"/>
                    </a:moveTo>
                    <a:lnTo>
                      <a:pt x="60" y="9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rect b="b" l="l" r="r" t="t"/>
                <a:pathLst>
                  <a:path extrusionOk="0" h="58" w="94">
                    <a:moveTo>
                      <a:pt x="1" y="1"/>
                    </a:moveTo>
                    <a:lnTo>
                      <a:pt x="94" y="5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5971308" y="2062980"/>
                <a:ext cx="24091" cy="14864"/>
              </a:xfrm>
              <a:custGeom>
                <a:rect b="b" l="l" r="r" t="t"/>
                <a:pathLst>
                  <a:path extrusionOk="0" fill="none" h="58" w="94">
                    <a:moveTo>
                      <a:pt x="1" y="1"/>
                    </a:moveTo>
                    <a:lnTo>
                      <a:pt x="94" y="5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rect b="b" l="l" r="r" t="t"/>
                <a:pathLst>
                  <a:path extrusionOk="0" h="58" w="95">
                    <a:moveTo>
                      <a:pt x="94" y="1"/>
                    </a:moveTo>
                    <a:lnTo>
                      <a:pt x="1" y="5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5766537" y="2062980"/>
                <a:ext cx="24347" cy="14864"/>
              </a:xfrm>
              <a:custGeom>
                <a:rect b="b" l="l" r="r" t="t"/>
                <a:pathLst>
                  <a:path extrusionOk="0" fill="none" h="58" w="95">
                    <a:moveTo>
                      <a:pt x="94" y="1"/>
                    </a:moveTo>
                    <a:lnTo>
                      <a:pt x="1" y="5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42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rect b="b" l="l" r="r" t="t"/>
                <a:pathLst>
                  <a:path extrusionOk="0" h="94" w="58">
                    <a:moveTo>
                      <a:pt x="58" y="1"/>
                    </a:moveTo>
                    <a:lnTo>
                      <a:pt x="1" y="94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42"/>
              <p:cNvSpPr/>
              <p:nvPr/>
            </p:nvSpPr>
            <p:spPr>
              <a:xfrm>
                <a:off x="5814719" y="2101423"/>
                <a:ext cx="14865" cy="24090"/>
              </a:xfrm>
              <a:custGeom>
                <a:rect b="b" l="l" r="r" t="t"/>
                <a:pathLst>
                  <a:path extrusionOk="0" fill="none" h="94" w="58">
                    <a:moveTo>
                      <a:pt x="58" y="1"/>
                    </a:moveTo>
                    <a:lnTo>
                      <a:pt x="1" y="94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5706054" y="1722123"/>
                <a:ext cx="350087" cy="294721"/>
              </a:xfrm>
              <a:custGeom>
                <a:rect b="b" l="l" r="r" t="t"/>
                <a:pathLst>
                  <a:path extrusionOk="0" h="1150" w="1366">
                    <a:moveTo>
                      <a:pt x="684" y="1"/>
                    </a:moveTo>
                    <a:cubicBezTo>
                      <a:pt x="287" y="1"/>
                      <a:pt x="1" y="309"/>
                      <a:pt x="1" y="761"/>
                    </a:cubicBezTo>
                    <a:lnTo>
                      <a:pt x="1" y="1150"/>
                    </a:lnTo>
                    <a:lnTo>
                      <a:pt x="1365" y="1150"/>
                    </a:lnTo>
                    <a:lnTo>
                      <a:pt x="1365" y="761"/>
                    </a:lnTo>
                    <a:cubicBezTo>
                      <a:pt x="1365" y="309"/>
                      <a:pt x="1079" y="1"/>
                      <a:pt x="6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rect b="b" l="l" r="r" t="t"/>
                <a:pathLst>
                  <a:path extrusionOk="0" h="2337" w="1">
                    <a:moveTo>
                      <a:pt x="1" y="2337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5881096" y="1123445"/>
                <a:ext cx="256" cy="598924"/>
              </a:xfrm>
              <a:custGeom>
                <a:rect b="b" l="l" r="r" t="t"/>
                <a:pathLst>
                  <a:path extrusionOk="0" fill="none" h="2337" w="1">
                    <a:moveTo>
                      <a:pt x="1" y="2337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4" name="Google Shape;1314;p42"/>
            <p:cNvGrpSpPr/>
            <p:nvPr/>
          </p:nvGrpSpPr>
          <p:grpSpPr>
            <a:xfrm>
              <a:off x="2296575" y="2037532"/>
              <a:ext cx="6847273" cy="2958843"/>
              <a:chOff x="2296575" y="2037532"/>
              <a:chExt cx="6847273" cy="2958843"/>
            </a:xfrm>
          </p:grpSpPr>
          <p:sp>
            <p:nvSpPr>
              <p:cNvPr id="1315" name="Google Shape;1315;p42"/>
              <p:cNvSpPr/>
              <p:nvPr/>
            </p:nvSpPr>
            <p:spPr>
              <a:xfrm>
                <a:off x="2296575" y="4870075"/>
                <a:ext cx="6847273" cy="126300"/>
              </a:xfrm>
              <a:custGeom>
                <a:rect b="b" l="l" r="r" t="t"/>
                <a:pathLst>
                  <a:path extrusionOk="0" fill="none" h="1" w="6069">
                    <a:moveTo>
                      <a:pt x="6068" y="0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42"/>
              <p:cNvSpPr/>
              <p:nvPr/>
            </p:nvSpPr>
            <p:spPr>
              <a:xfrm>
                <a:off x="6405965" y="3922241"/>
                <a:ext cx="735541" cy="80984"/>
              </a:xfrm>
              <a:custGeom>
                <a:rect b="b" l="l" r="r" t="t"/>
                <a:pathLst>
                  <a:path extrusionOk="0" h="316" w="2870">
                    <a:moveTo>
                      <a:pt x="0" y="0"/>
                    </a:moveTo>
                    <a:lnTo>
                      <a:pt x="0" y="316"/>
                    </a:lnTo>
                    <a:lnTo>
                      <a:pt x="2869" y="316"/>
                    </a:lnTo>
                    <a:lnTo>
                      <a:pt x="2869" y="309"/>
                    </a:lnTo>
                    <a:cubicBezTo>
                      <a:pt x="2869" y="309"/>
                      <a:pt x="1194" y="28"/>
                      <a:pt x="10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42"/>
              <p:cNvSpPr/>
              <p:nvPr/>
            </p:nvSpPr>
            <p:spPr>
              <a:xfrm>
                <a:off x="7061540" y="3533459"/>
                <a:ext cx="514622" cy="392363"/>
              </a:xfrm>
              <a:custGeom>
                <a:rect b="b" l="l" r="r" t="t"/>
                <a:pathLst>
                  <a:path extrusionOk="0" h="1531" w="2008">
                    <a:moveTo>
                      <a:pt x="210" y="1"/>
                    </a:moveTo>
                    <a:cubicBezTo>
                      <a:pt x="189" y="21"/>
                      <a:pt x="116" y="58"/>
                      <a:pt x="1" y="108"/>
                    </a:cubicBezTo>
                    <a:cubicBezTo>
                      <a:pt x="361" y="346"/>
                      <a:pt x="1476" y="1057"/>
                      <a:pt x="1519" y="1093"/>
                    </a:cubicBezTo>
                    <a:cubicBezTo>
                      <a:pt x="1540" y="1113"/>
                      <a:pt x="1597" y="1243"/>
                      <a:pt x="1640" y="1372"/>
                    </a:cubicBezTo>
                    <a:cubicBezTo>
                      <a:pt x="1662" y="1424"/>
                      <a:pt x="1676" y="1474"/>
                      <a:pt x="1691" y="1517"/>
                    </a:cubicBezTo>
                    <a:cubicBezTo>
                      <a:pt x="1698" y="1524"/>
                      <a:pt x="1698" y="1531"/>
                      <a:pt x="1698" y="1531"/>
                    </a:cubicBezTo>
                    <a:lnTo>
                      <a:pt x="1726" y="1517"/>
                    </a:lnTo>
                    <a:lnTo>
                      <a:pt x="2007" y="1372"/>
                    </a:lnTo>
                    <a:cubicBezTo>
                      <a:pt x="1964" y="1243"/>
                      <a:pt x="1907" y="1113"/>
                      <a:pt x="1885" y="1093"/>
                    </a:cubicBezTo>
                    <a:cubicBezTo>
                      <a:pt x="1842" y="1057"/>
                      <a:pt x="591" y="244"/>
                      <a:pt x="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42"/>
              <p:cNvSpPr/>
              <p:nvPr/>
            </p:nvSpPr>
            <p:spPr>
              <a:xfrm>
                <a:off x="6326774" y="4002970"/>
                <a:ext cx="208617" cy="864173"/>
              </a:xfrm>
              <a:custGeom>
                <a:rect b="b" l="l" r="r" t="t"/>
                <a:pathLst>
                  <a:path extrusionOk="0" h="3372" w="814">
                    <a:moveTo>
                      <a:pt x="582" y="1"/>
                    </a:moveTo>
                    <a:lnTo>
                      <a:pt x="1" y="3372"/>
                    </a:lnTo>
                    <a:lnTo>
                      <a:pt x="230" y="3372"/>
                    </a:lnTo>
                    <a:lnTo>
                      <a:pt x="81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42"/>
              <p:cNvSpPr/>
              <p:nvPr/>
            </p:nvSpPr>
            <p:spPr>
              <a:xfrm>
                <a:off x="6254758" y="4002970"/>
                <a:ext cx="221431" cy="864173"/>
              </a:xfrm>
              <a:custGeom>
                <a:rect b="b" l="l" r="r" t="t"/>
                <a:pathLst>
                  <a:path extrusionOk="0" h="3372" w="864">
                    <a:moveTo>
                      <a:pt x="590" y="1"/>
                    </a:moveTo>
                    <a:lnTo>
                      <a:pt x="0" y="3372"/>
                    </a:lnTo>
                    <a:lnTo>
                      <a:pt x="282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42"/>
              <p:cNvSpPr/>
              <p:nvPr/>
            </p:nvSpPr>
            <p:spPr>
              <a:xfrm>
                <a:off x="7037705" y="4002970"/>
                <a:ext cx="210411" cy="864173"/>
              </a:xfrm>
              <a:custGeom>
                <a:rect b="b" l="l" r="r" t="t"/>
                <a:pathLst>
                  <a:path extrusionOk="0" h="3372" w="821">
                    <a:moveTo>
                      <a:pt x="1" y="1"/>
                    </a:moveTo>
                    <a:lnTo>
                      <a:pt x="591" y="3372"/>
                    </a:lnTo>
                    <a:lnTo>
                      <a:pt x="820" y="3372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42"/>
              <p:cNvSpPr/>
              <p:nvPr/>
            </p:nvSpPr>
            <p:spPr>
              <a:xfrm>
                <a:off x="7096907" y="4002970"/>
                <a:ext cx="221431" cy="864173"/>
              </a:xfrm>
              <a:custGeom>
                <a:rect b="b" l="l" r="r" t="t"/>
                <a:pathLst>
                  <a:path extrusionOk="0" h="3372" w="864">
                    <a:moveTo>
                      <a:pt x="1" y="1"/>
                    </a:moveTo>
                    <a:lnTo>
                      <a:pt x="589" y="3372"/>
                    </a:lnTo>
                    <a:lnTo>
                      <a:pt x="863" y="3372"/>
                    </a:lnTo>
                    <a:lnTo>
                      <a:pt x="360" y="475"/>
                    </a:lnTo>
                    <a:lnTo>
                      <a:pt x="353" y="482"/>
                    </a:lnTo>
                    <a:lnTo>
                      <a:pt x="237" y="187"/>
                    </a:lnTo>
                    <a:lnTo>
                      <a:pt x="17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42"/>
              <p:cNvSpPr/>
              <p:nvPr/>
            </p:nvSpPr>
            <p:spPr>
              <a:xfrm>
                <a:off x="6546153" y="3599837"/>
                <a:ext cx="764757" cy="451308"/>
              </a:xfrm>
              <a:custGeom>
                <a:rect b="b" l="l" r="r" t="t"/>
                <a:pathLst>
                  <a:path extrusionOk="0" h="1761" w="2984">
                    <a:moveTo>
                      <a:pt x="0" y="1"/>
                    </a:moveTo>
                    <a:lnTo>
                      <a:pt x="0" y="1"/>
                    </a:lnTo>
                    <a:cubicBezTo>
                      <a:pt x="21" y="216"/>
                      <a:pt x="71" y="748"/>
                      <a:pt x="114" y="920"/>
                    </a:cubicBezTo>
                    <a:cubicBezTo>
                      <a:pt x="166" y="1129"/>
                      <a:pt x="382" y="1229"/>
                      <a:pt x="518" y="1258"/>
                    </a:cubicBezTo>
                    <a:cubicBezTo>
                      <a:pt x="647" y="1286"/>
                      <a:pt x="2322" y="1567"/>
                      <a:pt x="2322" y="1567"/>
                    </a:cubicBezTo>
                    <a:lnTo>
                      <a:pt x="2322" y="1574"/>
                    </a:lnTo>
                    <a:lnTo>
                      <a:pt x="2386" y="1760"/>
                    </a:lnTo>
                    <a:lnTo>
                      <a:pt x="2452" y="1726"/>
                    </a:lnTo>
                    <a:lnTo>
                      <a:pt x="2695" y="1603"/>
                    </a:lnTo>
                    <a:lnTo>
                      <a:pt x="2754" y="1574"/>
                    </a:lnTo>
                    <a:lnTo>
                      <a:pt x="2983" y="1451"/>
                    </a:lnTo>
                    <a:cubicBezTo>
                      <a:pt x="2983" y="1451"/>
                      <a:pt x="2904" y="1308"/>
                      <a:pt x="2854" y="1258"/>
                    </a:cubicBezTo>
                    <a:cubicBezTo>
                      <a:pt x="2847" y="1251"/>
                      <a:pt x="2847" y="1251"/>
                      <a:pt x="2840" y="1243"/>
                    </a:cubicBezTo>
                    <a:cubicBezTo>
                      <a:pt x="2804" y="1229"/>
                      <a:pt x="1905" y="784"/>
                      <a:pt x="1374" y="509"/>
                    </a:cubicBezTo>
                    <a:cubicBezTo>
                      <a:pt x="1265" y="459"/>
                      <a:pt x="1172" y="409"/>
                      <a:pt x="1106" y="380"/>
                    </a:cubicBezTo>
                    <a:cubicBezTo>
                      <a:pt x="1029" y="337"/>
                      <a:pt x="985" y="316"/>
                      <a:pt x="985" y="309"/>
                    </a:cubicBezTo>
                    <a:cubicBezTo>
                      <a:pt x="970" y="302"/>
                      <a:pt x="949" y="194"/>
                      <a:pt x="920" y="71"/>
                    </a:cubicBezTo>
                    <a:cubicBezTo>
                      <a:pt x="884" y="71"/>
                      <a:pt x="840" y="71"/>
                      <a:pt x="797" y="78"/>
                    </a:cubicBezTo>
                    <a:cubicBezTo>
                      <a:pt x="751" y="81"/>
                      <a:pt x="708" y="82"/>
                      <a:pt x="666" y="82"/>
                    </a:cubicBezTo>
                    <a:cubicBezTo>
                      <a:pt x="557" y="82"/>
                      <a:pt x="462" y="74"/>
                      <a:pt x="373" y="64"/>
                    </a:cubicBezTo>
                    <a:cubicBezTo>
                      <a:pt x="209" y="51"/>
                      <a:pt x="87" y="2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42"/>
              <p:cNvSpPr/>
              <p:nvPr/>
            </p:nvSpPr>
            <p:spPr>
              <a:xfrm>
                <a:off x="6696848" y="4002970"/>
                <a:ext cx="210411" cy="864173"/>
              </a:xfrm>
              <a:custGeom>
                <a:rect b="b" l="l" r="r" t="t"/>
                <a:pathLst>
                  <a:path extrusionOk="0" h="3372" w="821">
                    <a:moveTo>
                      <a:pt x="591" y="1"/>
                    </a:moveTo>
                    <a:lnTo>
                      <a:pt x="1" y="3372"/>
                    </a:lnTo>
                    <a:lnTo>
                      <a:pt x="239" y="3372"/>
                    </a:lnTo>
                    <a:lnTo>
                      <a:pt x="82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42"/>
              <p:cNvSpPr/>
              <p:nvPr/>
            </p:nvSpPr>
            <p:spPr>
              <a:xfrm>
                <a:off x="6627138" y="4002970"/>
                <a:ext cx="221175" cy="864173"/>
              </a:xfrm>
              <a:custGeom>
                <a:rect b="b" l="l" r="r" t="t"/>
                <a:pathLst>
                  <a:path extrusionOk="0" h="3372" w="863">
                    <a:moveTo>
                      <a:pt x="590" y="1"/>
                    </a:moveTo>
                    <a:lnTo>
                      <a:pt x="0" y="3372"/>
                    </a:lnTo>
                    <a:lnTo>
                      <a:pt x="273" y="337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42"/>
              <p:cNvSpPr/>
              <p:nvPr/>
            </p:nvSpPr>
            <p:spPr>
              <a:xfrm>
                <a:off x="7524132" y="4664438"/>
                <a:ext cx="13071" cy="36904"/>
              </a:xfrm>
              <a:custGeom>
                <a:rect b="b" l="l" r="r" t="t"/>
                <a:pathLst>
                  <a:path extrusionOk="0" h="144" w="51">
                    <a:moveTo>
                      <a:pt x="0" y="1"/>
                    </a:moveTo>
                    <a:lnTo>
                      <a:pt x="30" y="144"/>
                    </a:lnTo>
                    <a:lnTo>
                      <a:pt x="30" y="137"/>
                    </a:lnTo>
                    <a:cubicBezTo>
                      <a:pt x="37" y="123"/>
                      <a:pt x="43" y="116"/>
                      <a:pt x="50" y="10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42"/>
              <p:cNvSpPr/>
              <p:nvPr/>
            </p:nvSpPr>
            <p:spPr>
              <a:xfrm>
                <a:off x="6391357" y="3188758"/>
                <a:ext cx="134550" cy="733727"/>
              </a:xfrm>
              <a:custGeom>
                <a:rect b="b" l="l" r="r" t="t"/>
                <a:pathLst>
                  <a:path extrusionOk="0" h="2863" w="525">
                    <a:moveTo>
                      <a:pt x="1" y="0"/>
                    </a:moveTo>
                    <a:lnTo>
                      <a:pt x="323" y="1582"/>
                    </a:lnTo>
                    <a:lnTo>
                      <a:pt x="323" y="2862"/>
                    </a:lnTo>
                    <a:lnTo>
                      <a:pt x="525" y="2862"/>
                    </a:lnTo>
                    <a:lnTo>
                      <a:pt x="525" y="1582"/>
                    </a:lnTo>
                    <a:lnTo>
                      <a:pt x="525" y="1575"/>
                    </a:lnTo>
                    <a:cubicBezTo>
                      <a:pt x="489" y="1561"/>
                      <a:pt x="468" y="1553"/>
                      <a:pt x="468" y="1553"/>
                    </a:cubicBezTo>
                    <a:cubicBezTo>
                      <a:pt x="468" y="1553"/>
                      <a:pt x="482" y="1503"/>
                      <a:pt x="496" y="1432"/>
                    </a:cubicBez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42"/>
              <p:cNvSpPr/>
              <p:nvPr/>
            </p:nvSpPr>
            <p:spPr>
              <a:xfrm>
                <a:off x="6230924" y="2748719"/>
                <a:ext cx="243472" cy="1173759"/>
              </a:xfrm>
              <a:custGeom>
                <a:rect b="b" l="l" r="r" t="t"/>
                <a:pathLst>
                  <a:path extrusionOk="0" h="4580" w="950">
                    <a:moveTo>
                      <a:pt x="0" y="1"/>
                    </a:moveTo>
                    <a:lnTo>
                      <a:pt x="683" y="3299"/>
                    </a:lnTo>
                    <a:lnTo>
                      <a:pt x="683" y="4579"/>
                    </a:lnTo>
                    <a:lnTo>
                      <a:pt x="949" y="4579"/>
                    </a:lnTo>
                    <a:lnTo>
                      <a:pt x="949" y="3299"/>
                    </a:lnTo>
                    <a:lnTo>
                      <a:pt x="627" y="1717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42"/>
              <p:cNvSpPr/>
              <p:nvPr/>
            </p:nvSpPr>
            <p:spPr>
              <a:xfrm>
                <a:off x="6298839" y="2748719"/>
                <a:ext cx="225532" cy="440288"/>
              </a:xfrm>
              <a:custGeom>
                <a:rect b="b" l="l" r="r" t="t"/>
                <a:pathLst>
                  <a:path extrusionOk="0" h="1718" w="880">
                    <a:moveTo>
                      <a:pt x="1" y="1"/>
                    </a:moveTo>
                    <a:lnTo>
                      <a:pt x="362" y="1717"/>
                    </a:lnTo>
                    <a:lnTo>
                      <a:pt x="879" y="1717"/>
                    </a:lnTo>
                    <a:cubicBezTo>
                      <a:pt x="829" y="1495"/>
                      <a:pt x="770" y="1251"/>
                      <a:pt x="720" y="1027"/>
                    </a:cubicBezTo>
                    <a:lnTo>
                      <a:pt x="720" y="1020"/>
                    </a:lnTo>
                    <a:cubicBezTo>
                      <a:pt x="613" y="711"/>
                      <a:pt x="570" y="553"/>
                      <a:pt x="598" y="310"/>
                    </a:cubicBezTo>
                    <a:lnTo>
                      <a:pt x="598" y="303"/>
                    </a:lnTo>
                    <a:cubicBezTo>
                      <a:pt x="598" y="251"/>
                      <a:pt x="605" y="208"/>
                      <a:pt x="620" y="165"/>
                    </a:cubicBezTo>
                    <a:cubicBezTo>
                      <a:pt x="634" y="101"/>
                      <a:pt x="663" y="44"/>
                      <a:pt x="6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42"/>
              <p:cNvSpPr/>
              <p:nvPr/>
            </p:nvSpPr>
            <p:spPr>
              <a:xfrm>
                <a:off x="6444921" y="2827911"/>
                <a:ext cx="38699" cy="182471"/>
              </a:xfrm>
              <a:custGeom>
                <a:rect b="b" l="l" r="r" t="t"/>
                <a:pathLst>
                  <a:path extrusionOk="0" h="712" w="151">
                    <a:moveTo>
                      <a:pt x="28" y="1"/>
                    </a:moveTo>
                    <a:cubicBezTo>
                      <a:pt x="0" y="244"/>
                      <a:pt x="43" y="402"/>
                      <a:pt x="150" y="711"/>
                    </a:cubicBezTo>
                    <a:cubicBezTo>
                      <a:pt x="107" y="539"/>
                      <a:pt x="71" y="389"/>
                      <a:pt x="50" y="280"/>
                    </a:cubicBezTo>
                    <a:cubicBezTo>
                      <a:pt x="28" y="173"/>
                      <a:pt x="21" y="80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42"/>
              <p:cNvSpPr/>
              <p:nvPr/>
            </p:nvSpPr>
            <p:spPr>
              <a:xfrm>
                <a:off x="7688154" y="4642398"/>
                <a:ext cx="58946" cy="69964"/>
              </a:xfrm>
              <a:custGeom>
                <a:rect b="b" l="l" r="r" t="t"/>
                <a:pathLst>
                  <a:path extrusionOk="0" h="273" w="230">
                    <a:moveTo>
                      <a:pt x="187" y="0"/>
                    </a:moveTo>
                    <a:cubicBezTo>
                      <a:pt x="180" y="0"/>
                      <a:pt x="166" y="7"/>
                      <a:pt x="159" y="14"/>
                    </a:cubicBezTo>
                    <a:lnTo>
                      <a:pt x="152" y="30"/>
                    </a:lnTo>
                    <a:lnTo>
                      <a:pt x="80" y="123"/>
                    </a:lnTo>
                    <a:lnTo>
                      <a:pt x="37" y="180"/>
                    </a:lnTo>
                    <a:lnTo>
                      <a:pt x="14" y="209"/>
                    </a:lnTo>
                    <a:lnTo>
                      <a:pt x="14" y="216"/>
                    </a:lnTo>
                    <a:cubicBezTo>
                      <a:pt x="0" y="230"/>
                      <a:pt x="7" y="252"/>
                      <a:pt x="23" y="266"/>
                    </a:cubicBezTo>
                    <a:cubicBezTo>
                      <a:pt x="30" y="266"/>
                      <a:pt x="37" y="273"/>
                      <a:pt x="43" y="273"/>
                    </a:cubicBezTo>
                    <a:cubicBezTo>
                      <a:pt x="57" y="273"/>
                      <a:pt x="66" y="266"/>
                      <a:pt x="73" y="259"/>
                    </a:cubicBezTo>
                    <a:lnTo>
                      <a:pt x="123" y="187"/>
                    </a:lnTo>
                    <a:lnTo>
                      <a:pt x="152" y="150"/>
                    </a:lnTo>
                    <a:lnTo>
                      <a:pt x="159" y="137"/>
                    </a:lnTo>
                    <a:lnTo>
                      <a:pt x="209" y="73"/>
                    </a:lnTo>
                    <a:lnTo>
                      <a:pt x="216" y="57"/>
                    </a:lnTo>
                    <a:cubicBezTo>
                      <a:pt x="230" y="43"/>
                      <a:pt x="230" y="21"/>
                      <a:pt x="209" y="7"/>
                    </a:cubicBezTo>
                    <a:cubicBezTo>
                      <a:pt x="202" y="7"/>
                      <a:pt x="195" y="0"/>
                      <a:pt x="1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42"/>
              <p:cNvSpPr/>
              <p:nvPr/>
            </p:nvSpPr>
            <p:spPr>
              <a:xfrm>
                <a:off x="7727109" y="4660850"/>
                <a:ext cx="55358" cy="64326"/>
              </a:xfrm>
              <a:custGeom>
                <a:rect b="b" l="l" r="r" t="t"/>
                <a:pathLst>
                  <a:path extrusionOk="0" h="251" w="216">
                    <a:moveTo>
                      <a:pt x="173" y="1"/>
                    </a:moveTo>
                    <a:cubicBezTo>
                      <a:pt x="164" y="1"/>
                      <a:pt x="157" y="1"/>
                      <a:pt x="150" y="8"/>
                    </a:cubicBezTo>
                    <a:cubicBezTo>
                      <a:pt x="150" y="8"/>
                      <a:pt x="143" y="8"/>
                      <a:pt x="143" y="15"/>
                    </a:cubicBezTo>
                    <a:lnTo>
                      <a:pt x="121" y="44"/>
                    </a:lnTo>
                    <a:lnTo>
                      <a:pt x="86" y="94"/>
                    </a:lnTo>
                    <a:lnTo>
                      <a:pt x="71" y="115"/>
                    </a:lnTo>
                    <a:lnTo>
                      <a:pt x="14" y="194"/>
                    </a:lnTo>
                    <a:cubicBezTo>
                      <a:pt x="0" y="208"/>
                      <a:pt x="7" y="237"/>
                      <a:pt x="21" y="244"/>
                    </a:cubicBezTo>
                    <a:cubicBezTo>
                      <a:pt x="28" y="251"/>
                      <a:pt x="35" y="251"/>
                      <a:pt x="43" y="251"/>
                    </a:cubicBezTo>
                    <a:cubicBezTo>
                      <a:pt x="57" y="251"/>
                      <a:pt x="64" y="251"/>
                      <a:pt x="71" y="237"/>
                    </a:cubicBezTo>
                    <a:lnTo>
                      <a:pt x="143" y="144"/>
                    </a:lnTo>
                    <a:lnTo>
                      <a:pt x="193" y="78"/>
                    </a:lnTo>
                    <a:lnTo>
                      <a:pt x="193" y="72"/>
                    </a:lnTo>
                    <a:lnTo>
                      <a:pt x="207" y="58"/>
                    </a:lnTo>
                    <a:cubicBezTo>
                      <a:pt x="216" y="51"/>
                      <a:pt x="216" y="35"/>
                      <a:pt x="216" y="28"/>
                    </a:cubicBezTo>
                    <a:lnTo>
                      <a:pt x="207" y="22"/>
                    </a:lnTo>
                    <a:cubicBezTo>
                      <a:pt x="207" y="15"/>
                      <a:pt x="200" y="8"/>
                      <a:pt x="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42"/>
              <p:cNvSpPr/>
              <p:nvPr/>
            </p:nvSpPr>
            <p:spPr>
              <a:xfrm>
                <a:off x="7507730" y="3962478"/>
                <a:ext cx="263718" cy="709637"/>
              </a:xfrm>
              <a:custGeom>
                <a:rect b="b" l="l" r="r" t="t"/>
                <a:pathLst>
                  <a:path extrusionOk="0" h="2769" w="1029">
                    <a:moveTo>
                      <a:pt x="316" y="0"/>
                    </a:moveTo>
                    <a:lnTo>
                      <a:pt x="194" y="66"/>
                    </a:lnTo>
                    <a:lnTo>
                      <a:pt x="21" y="159"/>
                    </a:lnTo>
                    <a:lnTo>
                      <a:pt x="0" y="173"/>
                    </a:lnTo>
                    <a:lnTo>
                      <a:pt x="352" y="1482"/>
                    </a:lnTo>
                    <a:lnTo>
                      <a:pt x="654" y="2596"/>
                    </a:lnTo>
                    <a:cubicBezTo>
                      <a:pt x="675" y="2574"/>
                      <a:pt x="697" y="2567"/>
                      <a:pt x="711" y="2567"/>
                    </a:cubicBezTo>
                    <a:cubicBezTo>
                      <a:pt x="714" y="2567"/>
                      <a:pt x="717" y="2566"/>
                      <a:pt x="720" y="2566"/>
                    </a:cubicBezTo>
                    <a:cubicBezTo>
                      <a:pt x="763" y="2566"/>
                      <a:pt x="782" y="2615"/>
                      <a:pt x="856" y="2683"/>
                    </a:cubicBezTo>
                    <a:lnTo>
                      <a:pt x="863" y="2667"/>
                    </a:lnTo>
                    <a:cubicBezTo>
                      <a:pt x="870" y="2660"/>
                      <a:pt x="884" y="2653"/>
                      <a:pt x="891" y="2653"/>
                    </a:cubicBezTo>
                    <a:cubicBezTo>
                      <a:pt x="899" y="2653"/>
                      <a:pt x="906" y="2660"/>
                      <a:pt x="913" y="2660"/>
                    </a:cubicBezTo>
                    <a:cubicBezTo>
                      <a:pt x="934" y="2674"/>
                      <a:pt x="934" y="2696"/>
                      <a:pt x="920" y="2710"/>
                    </a:cubicBezTo>
                    <a:lnTo>
                      <a:pt x="913" y="2726"/>
                    </a:lnTo>
                    <a:cubicBezTo>
                      <a:pt x="927" y="2733"/>
                      <a:pt x="934" y="2747"/>
                      <a:pt x="949" y="2753"/>
                    </a:cubicBezTo>
                    <a:cubicBezTo>
                      <a:pt x="956" y="2753"/>
                      <a:pt x="970" y="2760"/>
                      <a:pt x="977" y="2769"/>
                    </a:cubicBezTo>
                    <a:lnTo>
                      <a:pt x="999" y="2740"/>
                    </a:lnTo>
                    <a:cubicBezTo>
                      <a:pt x="999" y="2733"/>
                      <a:pt x="1006" y="2733"/>
                      <a:pt x="1006" y="2733"/>
                    </a:cubicBezTo>
                    <a:cubicBezTo>
                      <a:pt x="986" y="2667"/>
                      <a:pt x="999" y="2624"/>
                      <a:pt x="1029" y="2596"/>
                    </a:cubicBezTo>
                    <a:lnTo>
                      <a:pt x="31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42"/>
              <p:cNvSpPr/>
              <p:nvPr/>
            </p:nvSpPr>
            <p:spPr>
              <a:xfrm>
                <a:off x="7494916" y="3885080"/>
                <a:ext cx="106871" cy="121733"/>
              </a:xfrm>
              <a:custGeom>
                <a:rect b="b" l="l" r="r" t="t"/>
                <a:pathLst>
                  <a:path extrusionOk="0" h="475" w="417">
                    <a:moveTo>
                      <a:pt x="316" y="0"/>
                    </a:moveTo>
                    <a:lnTo>
                      <a:pt x="35" y="145"/>
                    </a:lnTo>
                    <a:lnTo>
                      <a:pt x="7" y="159"/>
                    </a:lnTo>
                    <a:cubicBezTo>
                      <a:pt x="21" y="195"/>
                      <a:pt x="28" y="225"/>
                      <a:pt x="35" y="245"/>
                    </a:cubicBezTo>
                    <a:cubicBezTo>
                      <a:pt x="44" y="268"/>
                      <a:pt x="50" y="281"/>
                      <a:pt x="50" y="281"/>
                    </a:cubicBezTo>
                    <a:lnTo>
                      <a:pt x="0" y="302"/>
                    </a:lnTo>
                    <a:lnTo>
                      <a:pt x="44" y="461"/>
                    </a:lnTo>
                    <a:lnTo>
                      <a:pt x="50" y="475"/>
                    </a:lnTo>
                    <a:lnTo>
                      <a:pt x="71" y="461"/>
                    </a:lnTo>
                    <a:lnTo>
                      <a:pt x="244" y="368"/>
                    </a:lnTo>
                    <a:lnTo>
                      <a:pt x="366" y="302"/>
                    </a:lnTo>
                    <a:lnTo>
                      <a:pt x="416" y="281"/>
                    </a:lnTo>
                    <a:cubicBezTo>
                      <a:pt x="416" y="281"/>
                      <a:pt x="366" y="138"/>
                      <a:pt x="3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42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rect b="b" l="l" r="r" t="t"/>
                <a:pathLst>
                  <a:path extrusionOk="0" h="8" w="9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42"/>
              <p:cNvSpPr/>
              <p:nvPr/>
            </p:nvSpPr>
            <p:spPr>
              <a:xfrm>
                <a:off x="7271692" y="4100871"/>
                <a:ext cx="11277" cy="25884"/>
              </a:xfrm>
              <a:custGeom>
                <a:rect b="b" l="l" r="r" t="t"/>
                <a:pathLst>
                  <a:path extrusionOk="0" h="101" w="44">
                    <a:moveTo>
                      <a:pt x="0" y="0"/>
                    </a:moveTo>
                    <a:lnTo>
                      <a:pt x="36" y="100"/>
                    </a:lnTo>
                    <a:lnTo>
                      <a:pt x="43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42"/>
              <p:cNvSpPr/>
              <p:nvPr/>
            </p:nvSpPr>
            <p:spPr>
              <a:xfrm>
                <a:off x="7857557" y="4680840"/>
                <a:ext cx="29729" cy="24603"/>
              </a:xfrm>
              <a:custGeom>
                <a:rect b="b" l="l" r="r" t="t"/>
                <a:pathLst>
                  <a:path extrusionOk="0" h="96" w="116">
                    <a:moveTo>
                      <a:pt x="52" y="0"/>
                    </a:moveTo>
                    <a:lnTo>
                      <a:pt x="0" y="66"/>
                    </a:lnTo>
                    <a:cubicBezTo>
                      <a:pt x="9" y="66"/>
                      <a:pt x="22" y="73"/>
                      <a:pt x="29" y="80"/>
                    </a:cubicBezTo>
                    <a:cubicBezTo>
                      <a:pt x="43" y="80"/>
                      <a:pt x="59" y="87"/>
                      <a:pt x="72" y="95"/>
                    </a:cubicBezTo>
                    <a:lnTo>
                      <a:pt x="116" y="30"/>
                    </a:lnTo>
                    <a:cubicBezTo>
                      <a:pt x="95" y="23"/>
                      <a:pt x="72" y="9"/>
                      <a:pt x="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42"/>
              <p:cNvSpPr/>
              <p:nvPr/>
            </p:nvSpPr>
            <p:spPr>
              <a:xfrm>
                <a:off x="7780160" y="4666232"/>
                <a:ext cx="2307" cy="2050"/>
              </a:xfrm>
              <a:custGeom>
                <a:rect b="b" l="l" r="r" t="t"/>
                <a:pathLst>
                  <a:path extrusionOk="0" h="8" w="9">
                    <a:moveTo>
                      <a:pt x="9" y="7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42"/>
              <p:cNvSpPr/>
              <p:nvPr/>
            </p:nvSpPr>
            <p:spPr>
              <a:xfrm>
                <a:off x="7763757" y="4680840"/>
                <a:ext cx="29729" cy="24603"/>
              </a:xfrm>
              <a:custGeom>
                <a:rect b="b" l="l" r="r" t="t"/>
                <a:pathLst>
                  <a:path extrusionOk="0" h="96" w="116">
                    <a:moveTo>
                      <a:pt x="50" y="0"/>
                    </a:moveTo>
                    <a:lnTo>
                      <a:pt x="0" y="66"/>
                    </a:lnTo>
                    <a:cubicBezTo>
                      <a:pt x="21" y="73"/>
                      <a:pt x="50" y="87"/>
                      <a:pt x="73" y="95"/>
                    </a:cubicBezTo>
                    <a:lnTo>
                      <a:pt x="80" y="87"/>
                    </a:lnTo>
                    <a:lnTo>
                      <a:pt x="116" y="30"/>
                    </a:lnTo>
                    <a:lnTo>
                      <a:pt x="107" y="30"/>
                    </a:lnTo>
                    <a:cubicBezTo>
                      <a:pt x="87" y="23"/>
                      <a:pt x="64" y="9"/>
                      <a:pt x="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42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rect b="b" l="l" r="r" t="t"/>
                <a:pathLst>
                  <a:path extrusionOk="0" h="8" w="15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42"/>
              <p:cNvSpPr/>
              <p:nvPr/>
            </p:nvSpPr>
            <p:spPr>
              <a:xfrm>
                <a:off x="7870628" y="4819233"/>
                <a:ext cx="64328" cy="256"/>
              </a:xfrm>
              <a:custGeom>
                <a:rect b="b" l="l" r="r" t="t"/>
                <a:pathLst>
                  <a:path extrusionOk="0" h="1" w="251">
                    <a:moveTo>
                      <a:pt x="251" y="0"/>
                    </a:moveTo>
                    <a:lnTo>
                      <a:pt x="25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42"/>
              <p:cNvSpPr/>
              <p:nvPr/>
            </p:nvSpPr>
            <p:spPr>
              <a:xfrm>
                <a:off x="7864989" y="4758238"/>
                <a:ext cx="221175" cy="61251"/>
              </a:xfrm>
              <a:custGeom>
                <a:rect b="b" l="l" r="r" t="t"/>
                <a:pathLst>
                  <a:path extrusionOk="0" h="239" w="863">
                    <a:moveTo>
                      <a:pt x="525" y="0"/>
                    </a:moveTo>
                    <a:lnTo>
                      <a:pt x="402" y="59"/>
                    </a:lnTo>
                    <a:lnTo>
                      <a:pt x="395" y="59"/>
                    </a:lnTo>
                    <a:lnTo>
                      <a:pt x="288" y="109"/>
                    </a:lnTo>
                    <a:lnTo>
                      <a:pt x="0" y="238"/>
                    </a:lnTo>
                    <a:lnTo>
                      <a:pt x="863" y="238"/>
                    </a:lnTo>
                    <a:cubicBezTo>
                      <a:pt x="863" y="238"/>
                      <a:pt x="863" y="109"/>
                      <a:pt x="6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42"/>
              <p:cNvSpPr/>
              <p:nvPr/>
            </p:nvSpPr>
            <p:spPr>
              <a:xfrm>
                <a:off x="7934699" y="4819233"/>
                <a:ext cx="57921" cy="256"/>
              </a:xfrm>
              <a:custGeom>
                <a:rect b="b" l="l" r="r" t="t"/>
                <a:pathLst>
                  <a:path extrusionOk="0" h="1" w="226">
                    <a:moveTo>
                      <a:pt x="225" y="0"/>
                    </a:moveTo>
                    <a:lnTo>
                      <a:pt x="225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42"/>
              <p:cNvSpPr/>
              <p:nvPr/>
            </p:nvSpPr>
            <p:spPr>
              <a:xfrm>
                <a:off x="7760169" y="4819233"/>
                <a:ext cx="329584" cy="47924"/>
              </a:xfrm>
              <a:custGeom>
                <a:rect b="b" l="l" r="r" t="t"/>
                <a:pathLst>
                  <a:path extrusionOk="0" h="187" w="1286">
                    <a:moveTo>
                      <a:pt x="409" y="0"/>
                    </a:moveTo>
                    <a:lnTo>
                      <a:pt x="1" y="187"/>
                    </a:lnTo>
                    <a:lnTo>
                      <a:pt x="1286" y="187"/>
                    </a:lnTo>
                    <a:lnTo>
                      <a:pt x="127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42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42"/>
              <p:cNvSpPr/>
              <p:nvPr/>
            </p:nvSpPr>
            <p:spPr>
              <a:xfrm>
                <a:off x="7934699" y="4819233"/>
                <a:ext cx="256" cy="256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2"/>
              <p:cNvSpPr/>
              <p:nvPr/>
            </p:nvSpPr>
            <p:spPr>
              <a:xfrm>
                <a:off x="7760169" y="4620101"/>
                <a:ext cx="60740" cy="53819"/>
              </a:xfrm>
              <a:custGeom>
                <a:rect b="b" l="l" r="r" t="t"/>
                <a:pathLst>
                  <a:path extrusionOk="0" h="210" w="237">
                    <a:moveTo>
                      <a:pt x="103" y="0"/>
                    </a:moveTo>
                    <a:cubicBezTo>
                      <a:pt x="100" y="0"/>
                      <a:pt x="97" y="1"/>
                      <a:pt x="94" y="1"/>
                    </a:cubicBezTo>
                    <a:cubicBezTo>
                      <a:pt x="78" y="1"/>
                      <a:pt x="57" y="8"/>
                      <a:pt x="44" y="30"/>
                    </a:cubicBezTo>
                    <a:cubicBezTo>
                      <a:pt x="14" y="58"/>
                      <a:pt x="1" y="101"/>
                      <a:pt x="21" y="167"/>
                    </a:cubicBezTo>
                    <a:cubicBezTo>
                      <a:pt x="28" y="160"/>
                      <a:pt x="35" y="160"/>
                      <a:pt x="44" y="160"/>
                    </a:cubicBezTo>
                    <a:lnTo>
                      <a:pt x="64" y="160"/>
                    </a:lnTo>
                    <a:cubicBezTo>
                      <a:pt x="71" y="167"/>
                      <a:pt x="78" y="174"/>
                      <a:pt x="78" y="181"/>
                    </a:cubicBezTo>
                    <a:cubicBezTo>
                      <a:pt x="101" y="181"/>
                      <a:pt x="114" y="187"/>
                      <a:pt x="137" y="194"/>
                    </a:cubicBezTo>
                    <a:cubicBezTo>
                      <a:pt x="144" y="203"/>
                      <a:pt x="151" y="203"/>
                      <a:pt x="164" y="210"/>
                    </a:cubicBezTo>
                    <a:lnTo>
                      <a:pt x="237" y="117"/>
                    </a:lnTo>
                    <a:cubicBezTo>
                      <a:pt x="162" y="49"/>
                      <a:pt x="146" y="0"/>
                      <a:pt x="1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42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rect b="b" l="l" r="r" t="t"/>
                <a:pathLst>
                  <a:path extrusionOk="0" h="30" w="65">
                    <a:moveTo>
                      <a:pt x="1" y="0"/>
                    </a:moveTo>
                    <a:lnTo>
                      <a:pt x="17" y="8"/>
                    </a:lnTo>
                    <a:lnTo>
                      <a:pt x="17" y="8"/>
                    </a:lnTo>
                    <a:cubicBezTo>
                      <a:pt x="11" y="5"/>
                      <a:pt x="6" y="3"/>
                      <a:pt x="1" y="0"/>
                    </a:cubicBezTo>
                    <a:close/>
                    <a:moveTo>
                      <a:pt x="17" y="8"/>
                    </a:moveTo>
                    <a:cubicBezTo>
                      <a:pt x="33" y="16"/>
                      <a:pt x="49" y="25"/>
                      <a:pt x="65" y="30"/>
                    </a:cubicBezTo>
                    <a:lnTo>
                      <a:pt x="17" y="8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42"/>
              <p:cNvSpPr/>
              <p:nvPr/>
            </p:nvSpPr>
            <p:spPr>
              <a:xfrm>
                <a:off x="7870628" y="4680840"/>
                <a:ext cx="16659" cy="7688"/>
              </a:xfrm>
              <a:custGeom>
                <a:rect b="b" l="l" r="r" t="t"/>
                <a:pathLst>
                  <a:path extrusionOk="0" fill="none" h="30" w="65">
                    <a:moveTo>
                      <a:pt x="65" y="30"/>
                    </a:moveTo>
                    <a:cubicBezTo>
                      <a:pt x="44" y="23"/>
                      <a:pt x="21" y="9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42"/>
              <p:cNvSpPr/>
              <p:nvPr/>
            </p:nvSpPr>
            <p:spPr>
              <a:xfrm>
                <a:off x="7820652" y="4660850"/>
                <a:ext cx="31779" cy="29472"/>
              </a:xfrm>
              <a:custGeom>
                <a:rect b="b" l="l" r="r" t="t"/>
                <a:pathLst>
                  <a:path extrusionOk="0" h="115" w="124">
                    <a:moveTo>
                      <a:pt x="58" y="1"/>
                    </a:moveTo>
                    <a:lnTo>
                      <a:pt x="1" y="78"/>
                    </a:lnTo>
                    <a:cubicBezTo>
                      <a:pt x="8" y="78"/>
                      <a:pt x="8" y="87"/>
                      <a:pt x="8" y="87"/>
                    </a:cubicBezTo>
                    <a:cubicBezTo>
                      <a:pt x="30" y="94"/>
                      <a:pt x="51" y="101"/>
                      <a:pt x="66" y="108"/>
                    </a:cubicBezTo>
                    <a:cubicBezTo>
                      <a:pt x="73" y="108"/>
                      <a:pt x="73" y="108"/>
                      <a:pt x="73" y="115"/>
                    </a:cubicBezTo>
                    <a:lnTo>
                      <a:pt x="123" y="44"/>
                    </a:lnTo>
                    <a:cubicBezTo>
                      <a:pt x="101" y="28"/>
                      <a:pt x="80" y="15"/>
                      <a:pt x="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42"/>
              <p:cNvSpPr/>
              <p:nvPr/>
            </p:nvSpPr>
            <p:spPr>
              <a:xfrm>
                <a:off x="7876010" y="4677252"/>
                <a:ext cx="36905" cy="28191"/>
              </a:xfrm>
              <a:custGeom>
                <a:rect b="b" l="l" r="r" t="t"/>
                <a:pathLst>
                  <a:path extrusionOk="0" h="110" w="144">
                    <a:moveTo>
                      <a:pt x="101" y="1"/>
                    </a:moveTo>
                    <a:cubicBezTo>
                      <a:pt x="87" y="1"/>
                      <a:pt x="80" y="8"/>
                      <a:pt x="73" y="14"/>
                    </a:cubicBezTo>
                    <a:lnTo>
                      <a:pt x="44" y="44"/>
                    </a:lnTo>
                    <a:lnTo>
                      <a:pt x="0" y="109"/>
                    </a:lnTo>
                    <a:lnTo>
                      <a:pt x="7" y="109"/>
                    </a:lnTo>
                    <a:lnTo>
                      <a:pt x="101" y="73"/>
                    </a:lnTo>
                    <a:lnTo>
                      <a:pt x="130" y="58"/>
                    </a:lnTo>
                    <a:cubicBezTo>
                      <a:pt x="144" y="44"/>
                      <a:pt x="137" y="14"/>
                      <a:pt x="123" y="8"/>
                    </a:cubicBezTo>
                    <a:cubicBezTo>
                      <a:pt x="116" y="1"/>
                      <a:pt x="109" y="1"/>
                      <a:pt x="1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42"/>
              <p:cNvSpPr/>
              <p:nvPr/>
            </p:nvSpPr>
            <p:spPr>
              <a:xfrm>
                <a:off x="7874216" y="4705187"/>
                <a:ext cx="3844" cy="2050"/>
              </a:xfrm>
              <a:custGeom>
                <a:rect b="b" l="l" r="r" t="t"/>
                <a:pathLst>
                  <a:path extrusionOk="0" h="8" w="15">
                    <a:moveTo>
                      <a:pt x="7" y="0"/>
                    </a:moveTo>
                    <a:lnTo>
                      <a:pt x="1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42"/>
              <p:cNvSpPr/>
              <p:nvPr/>
            </p:nvSpPr>
            <p:spPr>
              <a:xfrm>
                <a:off x="7839361" y="4660850"/>
                <a:ext cx="36905" cy="36904"/>
              </a:xfrm>
              <a:custGeom>
                <a:rect b="b" l="l" r="r" t="t"/>
                <a:pathLst>
                  <a:path extrusionOk="0" h="144" w="144">
                    <a:moveTo>
                      <a:pt x="107" y="1"/>
                    </a:moveTo>
                    <a:cubicBezTo>
                      <a:pt x="93" y="1"/>
                      <a:pt x="80" y="1"/>
                      <a:pt x="71" y="15"/>
                    </a:cubicBezTo>
                    <a:lnTo>
                      <a:pt x="50" y="44"/>
                    </a:lnTo>
                    <a:lnTo>
                      <a:pt x="0" y="115"/>
                    </a:lnTo>
                    <a:cubicBezTo>
                      <a:pt x="21" y="122"/>
                      <a:pt x="50" y="130"/>
                      <a:pt x="71" y="144"/>
                    </a:cubicBezTo>
                    <a:lnTo>
                      <a:pt x="123" y="78"/>
                    </a:lnTo>
                    <a:lnTo>
                      <a:pt x="137" y="58"/>
                    </a:lnTo>
                    <a:cubicBezTo>
                      <a:pt x="143" y="35"/>
                      <a:pt x="143" y="15"/>
                      <a:pt x="1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42"/>
              <p:cNvSpPr/>
              <p:nvPr/>
            </p:nvSpPr>
            <p:spPr>
              <a:xfrm>
                <a:off x="7802200" y="4642398"/>
                <a:ext cx="39212" cy="38698"/>
              </a:xfrm>
              <a:custGeom>
                <a:rect b="b" l="l" r="r" t="t"/>
                <a:pathLst>
                  <a:path extrusionOk="0" h="151" w="153">
                    <a:moveTo>
                      <a:pt x="109" y="0"/>
                    </a:moveTo>
                    <a:cubicBezTo>
                      <a:pt x="102" y="0"/>
                      <a:pt x="87" y="7"/>
                      <a:pt x="80" y="14"/>
                    </a:cubicBezTo>
                    <a:lnTo>
                      <a:pt x="73" y="30"/>
                    </a:lnTo>
                    <a:lnTo>
                      <a:pt x="0" y="123"/>
                    </a:lnTo>
                    <a:cubicBezTo>
                      <a:pt x="23" y="130"/>
                      <a:pt x="44" y="144"/>
                      <a:pt x="73" y="150"/>
                    </a:cubicBezTo>
                    <a:lnTo>
                      <a:pt x="130" y="73"/>
                    </a:lnTo>
                    <a:lnTo>
                      <a:pt x="145" y="57"/>
                    </a:lnTo>
                    <a:cubicBezTo>
                      <a:pt x="152" y="43"/>
                      <a:pt x="152" y="21"/>
                      <a:pt x="130" y="7"/>
                    </a:cubicBezTo>
                    <a:cubicBezTo>
                      <a:pt x="123" y="7"/>
                      <a:pt x="116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42"/>
              <p:cNvSpPr/>
              <p:nvPr/>
            </p:nvSpPr>
            <p:spPr>
              <a:xfrm>
                <a:off x="7776572" y="4666232"/>
                <a:ext cx="99695" cy="55613"/>
              </a:xfrm>
              <a:custGeom>
                <a:rect b="b" l="l" r="r" t="t"/>
                <a:pathLst>
                  <a:path extrusionOk="0" h="217" w="389">
                    <a:moveTo>
                      <a:pt x="14" y="1"/>
                    </a:moveTo>
                    <a:lnTo>
                      <a:pt x="23" y="7"/>
                    </a:lnTo>
                    <a:cubicBezTo>
                      <a:pt x="23" y="14"/>
                      <a:pt x="23" y="30"/>
                      <a:pt x="14" y="37"/>
                    </a:cubicBezTo>
                    <a:lnTo>
                      <a:pt x="0" y="51"/>
                    </a:lnTo>
                    <a:lnTo>
                      <a:pt x="0" y="57"/>
                    </a:lnTo>
                    <a:cubicBezTo>
                      <a:pt x="14" y="66"/>
                      <a:pt x="37" y="80"/>
                      <a:pt x="57" y="87"/>
                    </a:cubicBezTo>
                    <a:lnTo>
                      <a:pt x="66" y="87"/>
                    </a:lnTo>
                    <a:lnTo>
                      <a:pt x="87" y="57"/>
                    </a:lnTo>
                    <a:cubicBezTo>
                      <a:pt x="100" y="51"/>
                      <a:pt x="109" y="44"/>
                      <a:pt x="123" y="44"/>
                    </a:cubicBezTo>
                    <a:cubicBezTo>
                      <a:pt x="130" y="44"/>
                      <a:pt x="137" y="44"/>
                      <a:pt x="144" y="51"/>
                    </a:cubicBezTo>
                    <a:cubicBezTo>
                      <a:pt x="152" y="57"/>
                      <a:pt x="159" y="73"/>
                      <a:pt x="159" y="80"/>
                    </a:cubicBezTo>
                    <a:cubicBezTo>
                      <a:pt x="159" y="87"/>
                      <a:pt x="159" y="94"/>
                      <a:pt x="152" y="101"/>
                    </a:cubicBezTo>
                    <a:lnTo>
                      <a:pt x="137" y="123"/>
                    </a:lnTo>
                    <a:cubicBezTo>
                      <a:pt x="159" y="130"/>
                      <a:pt x="180" y="144"/>
                      <a:pt x="202" y="152"/>
                    </a:cubicBezTo>
                    <a:lnTo>
                      <a:pt x="209" y="152"/>
                    </a:lnTo>
                    <a:lnTo>
                      <a:pt x="230" y="123"/>
                    </a:lnTo>
                    <a:cubicBezTo>
                      <a:pt x="238" y="116"/>
                      <a:pt x="245" y="109"/>
                      <a:pt x="259" y="109"/>
                    </a:cubicBezTo>
                    <a:cubicBezTo>
                      <a:pt x="266" y="109"/>
                      <a:pt x="273" y="116"/>
                      <a:pt x="282" y="116"/>
                    </a:cubicBezTo>
                    <a:cubicBezTo>
                      <a:pt x="295" y="123"/>
                      <a:pt x="295" y="137"/>
                      <a:pt x="295" y="152"/>
                    </a:cubicBezTo>
                    <a:cubicBezTo>
                      <a:pt x="295" y="159"/>
                      <a:pt x="295" y="166"/>
                      <a:pt x="288" y="166"/>
                    </a:cubicBezTo>
                    <a:lnTo>
                      <a:pt x="282" y="180"/>
                    </a:lnTo>
                    <a:lnTo>
                      <a:pt x="252" y="216"/>
                    </a:lnTo>
                    <a:lnTo>
                      <a:pt x="309" y="195"/>
                    </a:lnTo>
                    <a:lnTo>
                      <a:pt x="382" y="159"/>
                    </a:lnTo>
                    <a:lnTo>
                      <a:pt x="388" y="152"/>
                    </a:lnTo>
                    <a:cubicBezTo>
                      <a:pt x="375" y="144"/>
                      <a:pt x="359" y="137"/>
                      <a:pt x="345" y="137"/>
                    </a:cubicBezTo>
                    <a:cubicBezTo>
                      <a:pt x="338" y="130"/>
                      <a:pt x="325" y="123"/>
                      <a:pt x="316" y="123"/>
                    </a:cubicBezTo>
                    <a:cubicBezTo>
                      <a:pt x="295" y="109"/>
                      <a:pt x="266" y="101"/>
                      <a:pt x="245" y="94"/>
                    </a:cubicBezTo>
                    <a:cubicBezTo>
                      <a:pt x="245" y="87"/>
                      <a:pt x="245" y="87"/>
                      <a:pt x="238" y="87"/>
                    </a:cubicBezTo>
                    <a:cubicBezTo>
                      <a:pt x="223" y="80"/>
                      <a:pt x="202" y="73"/>
                      <a:pt x="180" y="66"/>
                    </a:cubicBezTo>
                    <a:cubicBezTo>
                      <a:pt x="180" y="66"/>
                      <a:pt x="180" y="57"/>
                      <a:pt x="173" y="57"/>
                    </a:cubicBezTo>
                    <a:cubicBezTo>
                      <a:pt x="144" y="51"/>
                      <a:pt x="123" y="37"/>
                      <a:pt x="100" y="30"/>
                    </a:cubicBezTo>
                    <a:cubicBezTo>
                      <a:pt x="87" y="23"/>
                      <a:pt x="80" y="23"/>
                      <a:pt x="73" y="14"/>
                    </a:cubicBezTo>
                    <a:cubicBezTo>
                      <a:pt x="50" y="7"/>
                      <a:pt x="37" y="1"/>
                      <a:pt x="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42"/>
              <p:cNvSpPr/>
              <p:nvPr/>
            </p:nvSpPr>
            <p:spPr>
              <a:xfrm>
                <a:off x="7264516" y="3962478"/>
                <a:ext cx="243472" cy="162481"/>
              </a:xfrm>
              <a:custGeom>
                <a:rect b="b" l="l" r="r" t="t"/>
                <a:pathLst>
                  <a:path extrusionOk="0" h="634" w="950">
                    <a:moveTo>
                      <a:pt x="899" y="0"/>
                    </a:moveTo>
                    <a:lnTo>
                      <a:pt x="598" y="159"/>
                    </a:lnTo>
                    <a:lnTo>
                      <a:pt x="568" y="173"/>
                    </a:lnTo>
                    <a:lnTo>
                      <a:pt x="296" y="318"/>
                    </a:lnTo>
                    <a:lnTo>
                      <a:pt x="1" y="475"/>
                    </a:lnTo>
                    <a:lnTo>
                      <a:pt x="28" y="540"/>
                    </a:lnTo>
                    <a:lnTo>
                      <a:pt x="71" y="633"/>
                    </a:lnTo>
                    <a:lnTo>
                      <a:pt x="366" y="475"/>
                    </a:lnTo>
                    <a:lnTo>
                      <a:pt x="604" y="354"/>
                    </a:lnTo>
                    <a:lnTo>
                      <a:pt x="813" y="238"/>
                    </a:lnTo>
                    <a:lnTo>
                      <a:pt x="856" y="224"/>
                    </a:lnTo>
                    <a:lnTo>
                      <a:pt x="949" y="173"/>
                    </a:lnTo>
                    <a:lnTo>
                      <a:pt x="943" y="159"/>
                    </a:lnTo>
                    <a:lnTo>
                      <a:pt x="89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42"/>
              <p:cNvSpPr/>
              <p:nvPr/>
            </p:nvSpPr>
            <p:spPr>
              <a:xfrm>
                <a:off x="7264516" y="4083956"/>
                <a:ext cx="7432" cy="17171"/>
              </a:xfrm>
              <a:custGeom>
                <a:rect b="b" l="l" r="r" t="t"/>
                <a:pathLst>
                  <a:path extrusionOk="0" h="67" w="29">
                    <a:moveTo>
                      <a:pt x="28" y="66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42"/>
              <p:cNvSpPr/>
              <p:nvPr/>
            </p:nvSpPr>
            <p:spPr>
              <a:xfrm>
                <a:off x="7249741" y="3965183"/>
                <a:ext cx="425865" cy="726955"/>
              </a:xfrm>
              <a:custGeom>
                <a:rect b="b" l="l" r="r" t="t"/>
                <a:pathLst>
                  <a:path extrusionOk="0" h="2675" w="1533">
                    <a:moveTo>
                      <a:pt x="878" y="1"/>
                    </a:moveTo>
                    <a:lnTo>
                      <a:pt x="785" y="52"/>
                    </a:lnTo>
                    <a:lnTo>
                      <a:pt x="742" y="66"/>
                    </a:lnTo>
                    <a:lnTo>
                      <a:pt x="533" y="182"/>
                    </a:lnTo>
                    <a:lnTo>
                      <a:pt x="295" y="303"/>
                    </a:lnTo>
                    <a:lnTo>
                      <a:pt x="0" y="461"/>
                    </a:lnTo>
                    <a:lnTo>
                      <a:pt x="942" y="2568"/>
                    </a:lnTo>
                    <a:lnTo>
                      <a:pt x="992" y="2675"/>
                    </a:lnTo>
                    <a:cubicBezTo>
                      <a:pt x="1004" y="2665"/>
                      <a:pt x="1016" y="2662"/>
                      <a:pt x="1030" y="2662"/>
                    </a:cubicBezTo>
                    <a:cubicBezTo>
                      <a:pt x="1057" y="2662"/>
                      <a:pt x="1091" y="2675"/>
                      <a:pt x="1144" y="2675"/>
                    </a:cubicBezTo>
                    <a:cubicBezTo>
                      <a:pt x="1165" y="2675"/>
                      <a:pt x="1180" y="2675"/>
                      <a:pt x="1194" y="2668"/>
                    </a:cubicBezTo>
                    <a:lnTo>
                      <a:pt x="1237" y="2668"/>
                    </a:lnTo>
                    <a:cubicBezTo>
                      <a:pt x="1274" y="2661"/>
                      <a:pt x="1310" y="2647"/>
                      <a:pt x="1346" y="2631"/>
                    </a:cubicBezTo>
                    <a:cubicBezTo>
                      <a:pt x="1367" y="2625"/>
                      <a:pt x="1396" y="2611"/>
                      <a:pt x="1417" y="2597"/>
                    </a:cubicBezTo>
                    <a:cubicBezTo>
                      <a:pt x="1432" y="2588"/>
                      <a:pt x="1446" y="2588"/>
                      <a:pt x="1453" y="2581"/>
                    </a:cubicBezTo>
                    <a:cubicBezTo>
                      <a:pt x="1475" y="2575"/>
                      <a:pt x="1496" y="2568"/>
                      <a:pt x="1518" y="2568"/>
                    </a:cubicBezTo>
                    <a:cubicBezTo>
                      <a:pt x="1489" y="2502"/>
                      <a:pt x="1503" y="2452"/>
                      <a:pt x="1532" y="2424"/>
                    </a:cubicBezTo>
                    <a:lnTo>
                      <a:pt x="1230" y="1310"/>
                    </a:lnTo>
                    <a:lnTo>
                      <a:pt x="87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42"/>
              <p:cNvSpPr/>
              <p:nvPr/>
            </p:nvSpPr>
            <p:spPr>
              <a:xfrm>
                <a:off x="7157646" y="3885080"/>
                <a:ext cx="350343" cy="241671"/>
              </a:xfrm>
              <a:custGeom>
                <a:rect b="b" l="l" r="r" t="t"/>
                <a:pathLst>
                  <a:path extrusionOk="0" h="943" w="1367">
                    <a:moveTo>
                      <a:pt x="1265" y="0"/>
                    </a:moveTo>
                    <a:lnTo>
                      <a:pt x="985" y="145"/>
                    </a:lnTo>
                    <a:lnTo>
                      <a:pt x="877" y="202"/>
                    </a:lnTo>
                    <a:lnTo>
                      <a:pt x="597" y="338"/>
                    </a:lnTo>
                    <a:lnTo>
                      <a:pt x="368" y="461"/>
                    </a:lnTo>
                    <a:lnTo>
                      <a:pt x="309" y="490"/>
                    </a:lnTo>
                    <a:lnTo>
                      <a:pt x="66" y="613"/>
                    </a:lnTo>
                    <a:lnTo>
                      <a:pt x="0" y="647"/>
                    </a:lnTo>
                    <a:lnTo>
                      <a:pt x="116" y="942"/>
                    </a:lnTo>
                    <a:lnTo>
                      <a:pt x="123" y="935"/>
                    </a:lnTo>
                    <a:lnTo>
                      <a:pt x="418" y="777"/>
                    </a:lnTo>
                    <a:lnTo>
                      <a:pt x="713" y="620"/>
                    </a:lnTo>
                    <a:lnTo>
                      <a:pt x="985" y="475"/>
                    </a:lnTo>
                    <a:lnTo>
                      <a:pt x="1015" y="461"/>
                    </a:lnTo>
                    <a:lnTo>
                      <a:pt x="1316" y="302"/>
                    </a:lnTo>
                    <a:lnTo>
                      <a:pt x="1366" y="281"/>
                    </a:lnTo>
                    <a:cubicBezTo>
                      <a:pt x="1366" y="281"/>
                      <a:pt x="1360" y="268"/>
                      <a:pt x="1351" y="245"/>
                    </a:cubicBezTo>
                    <a:cubicBezTo>
                      <a:pt x="1344" y="225"/>
                      <a:pt x="1337" y="195"/>
                      <a:pt x="1323" y="159"/>
                    </a:cubicBezTo>
                    <a:cubicBezTo>
                      <a:pt x="1323" y="159"/>
                      <a:pt x="1323" y="152"/>
                      <a:pt x="1316" y="145"/>
                    </a:cubicBezTo>
                    <a:cubicBezTo>
                      <a:pt x="1301" y="102"/>
                      <a:pt x="1287" y="52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42"/>
              <p:cNvSpPr/>
              <p:nvPr/>
            </p:nvSpPr>
            <p:spPr>
              <a:xfrm>
                <a:off x="6781678" y="3560881"/>
                <a:ext cx="700173" cy="411072"/>
              </a:xfrm>
              <a:custGeom>
                <a:rect b="b" l="l" r="r" t="t"/>
                <a:pathLst>
                  <a:path extrusionOk="0" h="1604" w="2732">
                    <a:moveTo>
                      <a:pt x="1093" y="1"/>
                    </a:moveTo>
                    <a:cubicBezTo>
                      <a:pt x="957" y="58"/>
                      <a:pt x="748" y="123"/>
                      <a:pt x="455" y="173"/>
                    </a:cubicBezTo>
                    <a:cubicBezTo>
                      <a:pt x="425" y="173"/>
                      <a:pt x="396" y="180"/>
                      <a:pt x="360" y="187"/>
                    </a:cubicBezTo>
                    <a:cubicBezTo>
                      <a:pt x="310" y="196"/>
                      <a:pt x="246" y="203"/>
                      <a:pt x="187" y="209"/>
                    </a:cubicBezTo>
                    <a:cubicBezTo>
                      <a:pt x="130" y="209"/>
                      <a:pt x="66" y="216"/>
                      <a:pt x="1" y="223"/>
                    </a:cubicBezTo>
                    <a:cubicBezTo>
                      <a:pt x="30" y="346"/>
                      <a:pt x="51" y="454"/>
                      <a:pt x="66" y="461"/>
                    </a:cubicBezTo>
                    <a:cubicBezTo>
                      <a:pt x="66" y="468"/>
                      <a:pt x="110" y="489"/>
                      <a:pt x="187" y="532"/>
                    </a:cubicBezTo>
                    <a:cubicBezTo>
                      <a:pt x="253" y="561"/>
                      <a:pt x="346" y="611"/>
                      <a:pt x="455" y="661"/>
                    </a:cubicBezTo>
                    <a:cubicBezTo>
                      <a:pt x="986" y="936"/>
                      <a:pt x="1885" y="1381"/>
                      <a:pt x="1921" y="1395"/>
                    </a:cubicBezTo>
                    <a:cubicBezTo>
                      <a:pt x="1928" y="1403"/>
                      <a:pt x="1928" y="1403"/>
                      <a:pt x="1935" y="1410"/>
                    </a:cubicBezTo>
                    <a:cubicBezTo>
                      <a:pt x="1985" y="1460"/>
                      <a:pt x="2064" y="1603"/>
                      <a:pt x="2064" y="1603"/>
                    </a:cubicBezTo>
                    <a:lnTo>
                      <a:pt x="2344" y="1467"/>
                    </a:lnTo>
                    <a:lnTo>
                      <a:pt x="2452" y="1410"/>
                    </a:lnTo>
                    <a:lnTo>
                      <a:pt x="2732" y="1265"/>
                    </a:lnTo>
                    <a:cubicBezTo>
                      <a:pt x="2689" y="1136"/>
                      <a:pt x="2632" y="1006"/>
                      <a:pt x="2611" y="986"/>
                    </a:cubicBezTo>
                    <a:cubicBezTo>
                      <a:pt x="2568" y="950"/>
                      <a:pt x="1453" y="239"/>
                      <a:pt x="10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42"/>
              <p:cNvSpPr/>
              <p:nvPr/>
            </p:nvSpPr>
            <p:spPr>
              <a:xfrm>
                <a:off x="7048725" y="2982706"/>
                <a:ext cx="630464" cy="319068"/>
              </a:xfrm>
              <a:custGeom>
                <a:rect b="b" l="l" r="r" t="t"/>
                <a:pathLst>
                  <a:path extrusionOk="0" h="1245" w="2460">
                    <a:moveTo>
                      <a:pt x="389" y="0"/>
                    </a:moveTo>
                    <a:lnTo>
                      <a:pt x="1" y="230"/>
                    </a:lnTo>
                    <a:cubicBezTo>
                      <a:pt x="1" y="345"/>
                      <a:pt x="8" y="459"/>
                      <a:pt x="16" y="568"/>
                    </a:cubicBezTo>
                    <a:cubicBezTo>
                      <a:pt x="16" y="632"/>
                      <a:pt x="16" y="690"/>
                      <a:pt x="23" y="740"/>
                    </a:cubicBezTo>
                    <a:lnTo>
                      <a:pt x="950" y="1056"/>
                    </a:lnTo>
                    <a:cubicBezTo>
                      <a:pt x="1138" y="1006"/>
                      <a:pt x="1440" y="977"/>
                      <a:pt x="1490" y="977"/>
                    </a:cubicBezTo>
                    <a:cubicBezTo>
                      <a:pt x="1533" y="977"/>
                      <a:pt x="1705" y="1158"/>
                      <a:pt x="1785" y="1244"/>
                    </a:cubicBezTo>
                    <a:lnTo>
                      <a:pt x="2380" y="1244"/>
                    </a:lnTo>
                    <a:lnTo>
                      <a:pt x="2459" y="992"/>
                    </a:lnTo>
                    <a:cubicBezTo>
                      <a:pt x="2445" y="985"/>
                      <a:pt x="2431" y="977"/>
                      <a:pt x="2423" y="977"/>
                    </a:cubicBezTo>
                    <a:cubicBezTo>
                      <a:pt x="2373" y="977"/>
                      <a:pt x="2028" y="1092"/>
                      <a:pt x="1841" y="1142"/>
                    </a:cubicBezTo>
                    <a:lnTo>
                      <a:pt x="475" y="130"/>
                    </a:lnTo>
                    <a:lnTo>
                      <a:pt x="468" y="114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42"/>
              <p:cNvSpPr/>
              <p:nvPr/>
            </p:nvSpPr>
            <p:spPr>
              <a:xfrm>
                <a:off x="6632777" y="3065229"/>
                <a:ext cx="873423" cy="274988"/>
              </a:xfrm>
              <a:custGeom>
                <a:rect b="b" l="l" r="r" t="t"/>
                <a:pathLst>
                  <a:path extrusionOk="0" h="1073" w="3408">
                    <a:moveTo>
                      <a:pt x="711" y="1"/>
                    </a:moveTo>
                    <a:lnTo>
                      <a:pt x="618" y="60"/>
                    </a:lnTo>
                    <a:lnTo>
                      <a:pt x="380" y="196"/>
                    </a:lnTo>
                    <a:lnTo>
                      <a:pt x="0" y="425"/>
                    </a:lnTo>
                    <a:cubicBezTo>
                      <a:pt x="14" y="448"/>
                      <a:pt x="35" y="462"/>
                      <a:pt x="50" y="482"/>
                    </a:cubicBezTo>
                    <a:cubicBezTo>
                      <a:pt x="121" y="591"/>
                      <a:pt x="194" y="684"/>
                      <a:pt x="201" y="691"/>
                    </a:cubicBezTo>
                    <a:cubicBezTo>
                      <a:pt x="201" y="691"/>
                      <a:pt x="201" y="698"/>
                      <a:pt x="207" y="698"/>
                    </a:cubicBezTo>
                    <a:lnTo>
                      <a:pt x="216" y="698"/>
                    </a:lnTo>
                    <a:cubicBezTo>
                      <a:pt x="251" y="706"/>
                      <a:pt x="352" y="727"/>
                      <a:pt x="496" y="757"/>
                    </a:cubicBezTo>
                    <a:cubicBezTo>
                      <a:pt x="582" y="770"/>
                      <a:pt x="675" y="784"/>
                      <a:pt x="777" y="807"/>
                    </a:cubicBezTo>
                    <a:cubicBezTo>
                      <a:pt x="1056" y="850"/>
                      <a:pt x="1408" y="907"/>
                      <a:pt x="1710" y="957"/>
                    </a:cubicBezTo>
                    <a:cubicBezTo>
                      <a:pt x="2091" y="1022"/>
                      <a:pt x="2400" y="1072"/>
                      <a:pt x="2400" y="1072"/>
                    </a:cubicBezTo>
                    <a:lnTo>
                      <a:pt x="2595" y="1072"/>
                    </a:lnTo>
                    <a:lnTo>
                      <a:pt x="2718" y="922"/>
                    </a:lnTo>
                    <a:lnTo>
                      <a:pt x="3408" y="922"/>
                    </a:lnTo>
                    <a:cubicBezTo>
                      <a:pt x="3328" y="836"/>
                      <a:pt x="3156" y="655"/>
                      <a:pt x="3113" y="655"/>
                    </a:cubicBezTo>
                    <a:cubicBezTo>
                      <a:pt x="3063" y="655"/>
                      <a:pt x="2761" y="684"/>
                      <a:pt x="2573" y="734"/>
                    </a:cubicBezTo>
                    <a:lnTo>
                      <a:pt x="1646" y="418"/>
                    </a:lnTo>
                    <a:lnTo>
                      <a:pt x="1646" y="432"/>
                    </a:lnTo>
                    <a:cubicBezTo>
                      <a:pt x="1596" y="411"/>
                      <a:pt x="1560" y="396"/>
                      <a:pt x="1538" y="382"/>
                    </a:cubicBezTo>
                    <a:lnTo>
                      <a:pt x="1079" y="232"/>
                    </a:lnTo>
                    <a:lnTo>
                      <a:pt x="1063" y="223"/>
                    </a:lnTo>
                    <a:lnTo>
                      <a:pt x="804" y="137"/>
                    </a:lnTo>
                    <a:lnTo>
                      <a:pt x="791" y="123"/>
                    </a:lnTo>
                    <a:lnTo>
                      <a:pt x="71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42"/>
              <p:cNvSpPr/>
              <p:nvPr/>
            </p:nvSpPr>
            <p:spPr>
              <a:xfrm>
                <a:off x="7015665" y="2698744"/>
                <a:ext cx="118404" cy="221425"/>
              </a:xfrm>
              <a:custGeom>
                <a:rect b="b" l="l" r="r" t="t"/>
                <a:pathLst>
                  <a:path extrusionOk="0" h="864" w="462">
                    <a:moveTo>
                      <a:pt x="0" y="1"/>
                    </a:moveTo>
                    <a:lnTo>
                      <a:pt x="7" y="8"/>
                    </a:lnTo>
                    <a:cubicBezTo>
                      <a:pt x="94" y="166"/>
                      <a:pt x="318" y="598"/>
                      <a:pt x="461" y="863"/>
                    </a:cubicBezTo>
                    <a:cubicBezTo>
                      <a:pt x="318" y="584"/>
                      <a:pt x="80" y="123"/>
                      <a:pt x="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42"/>
              <p:cNvSpPr/>
              <p:nvPr/>
            </p:nvSpPr>
            <p:spPr>
              <a:xfrm>
                <a:off x="7017459" y="2700538"/>
                <a:ext cx="143776" cy="341108"/>
              </a:xfrm>
              <a:custGeom>
                <a:rect b="b" l="l" r="r" t="t"/>
                <a:pathLst>
                  <a:path extrusionOk="0" h="1331" w="561">
                    <a:moveTo>
                      <a:pt x="0" y="1"/>
                    </a:moveTo>
                    <a:cubicBezTo>
                      <a:pt x="43" y="87"/>
                      <a:pt x="66" y="209"/>
                      <a:pt x="80" y="332"/>
                    </a:cubicBezTo>
                    <a:cubicBezTo>
                      <a:pt x="87" y="404"/>
                      <a:pt x="95" y="663"/>
                      <a:pt x="109" y="972"/>
                    </a:cubicBezTo>
                    <a:cubicBezTo>
                      <a:pt x="109" y="1086"/>
                      <a:pt x="116" y="1208"/>
                      <a:pt x="123" y="1331"/>
                    </a:cubicBezTo>
                    <a:lnTo>
                      <a:pt x="511" y="1101"/>
                    </a:lnTo>
                    <a:lnTo>
                      <a:pt x="561" y="1072"/>
                    </a:lnTo>
                    <a:cubicBezTo>
                      <a:pt x="561" y="1072"/>
                      <a:pt x="561" y="1058"/>
                      <a:pt x="554" y="1043"/>
                    </a:cubicBezTo>
                    <a:cubicBezTo>
                      <a:pt x="547" y="1043"/>
                      <a:pt x="547" y="1036"/>
                      <a:pt x="540" y="1029"/>
                    </a:cubicBezTo>
                    <a:lnTo>
                      <a:pt x="540" y="1022"/>
                    </a:lnTo>
                    <a:cubicBezTo>
                      <a:pt x="526" y="1000"/>
                      <a:pt x="511" y="965"/>
                      <a:pt x="490" y="936"/>
                    </a:cubicBezTo>
                    <a:cubicBezTo>
                      <a:pt x="483" y="913"/>
                      <a:pt x="475" y="899"/>
                      <a:pt x="468" y="879"/>
                    </a:cubicBezTo>
                    <a:cubicBezTo>
                      <a:pt x="461" y="870"/>
                      <a:pt x="454" y="863"/>
                      <a:pt x="454" y="856"/>
                    </a:cubicBezTo>
                    <a:cubicBezTo>
                      <a:pt x="311" y="591"/>
                      <a:pt x="87" y="159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42"/>
              <p:cNvSpPr/>
              <p:nvPr/>
            </p:nvSpPr>
            <p:spPr>
              <a:xfrm>
                <a:off x="6450046" y="2605200"/>
                <a:ext cx="678133" cy="1015634"/>
              </a:xfrm>
              <a:custGeom>
                <a:rect b="b" l="l" r="r" t="t"/>
                <a:pathLst>
                  <a:path extrusionOk="0" h="3963" w="2646">
                    <a:moveTo>
                      <a:pt x="1647" y="0"/>
                    </a:moveTo>
                    <a:cubicBezTo>
                      <a:pt x="1647" y="0"/>
                      <a:pt x="1647" y="7"/>
                      <a:pt x="1654" y="7"/>
                    </a:cubicBezTo>
                    <a:cubicBezTo>
                      <a:pt x="1662" y="21"/>
                      <a:pt x="1662" y="35"/>
                      <a:pt x="1662" y="64"/>
                    </a:cubicBezTo>
                    <a:lnTo>
                      <a:pt x="1662" y="78"/>
                    </a:lnTo>
                    <a:lnTo>
                      <a:pt x="1662" y="93"/>
                    </a:lnTo>
                    <a:lnTo>
                      <a:pt x="1662" y="107"/>
                    </a:lnTo>
                    <a:cubicBezTo>
                      <a:pt x="1662" y="114"/>
                      <a:pt x="1654" y="121"/>
                      <a:pt x="1654" y="129"/>
                    </a:cubicBezTo>
                    <a:cubicBezTo>
                      <a:pt x="1654" y="136"/>
                      <a:pt x="1647" y="143"/>
                      <a:pt x="1647" y="150"/>
                    </a:cubicBezTo>
                    <a:cubicBezTo>
                      <a:pt x="1619" y="216"/>
                      <a:pt x="1554" y="286"/>
                      <a:pt x="1431" y="309"/>
                    </a:cubicBezTo>
                    <a:cubicBezTo>
                      <a:pt x="1369" y="320"/>
                      <a:pt x="1312" y="326"/>
                      <a:pt x="1258" y="326"/>
                    </a:cubicBezTo>
                    <a:cubicBezTo>
                      <a:pt x="848" y="326"/>
                      <a:pt x="662" y="28"/>
                      <a:pt x="662" y="28"/>
                    </a:cubicBezTo>
                    <a:cubicBezTo>
                      <a:pt x="662" y="28"/>
                      <a:pt x="317" y="330"/>
                      <a:pt x="187" y="452"/>
                    </a:cubicBezTo>
                    <a:cubicBezTo>
                      <a:pt x="160" y="488"/>
                      <a:pt x="130" y="518"/>
                      <a:pt x="101" y="561"/>
                    </a:cubicBezTo>
                    <a:cubicBezTo>
                      <a:pt x="73" y="604"/>
                      <a:pt x="44" y="661"/>
                      <a:pt x="30" y="725"/>
                    </a:cubicBezTo>
                    <a:cubicBezTo>
                      <a:pt x="15" y="768"/>
                      <a:pt x="8" y="811"/>
                      <a:pt x="8" y="863"/>
                    </a:cubicBezTo>
                    <a:lnTo>
                      <a:pt x="8" y="870"/>
                    </a:lnTo>
                    <a:cubicBezTo>
                      <a:pt x="1" y="949"/>
                      <a:pt x="8" y="1042"/>
                      <a:pt x="30" y="1149"/>
                    </a:cubicBezTo>
                    <a:cubicBezTo>
                      <a:pt x="51" y="1258"/>
                      <a:pt x="87" y="1408"/>
                      <a:pt x="130" y="1580"/>
                    </a:cubicBezTo>
                    <a:lnTo>
                      <a:pt x="130" y="1587"/>
                    </a:lnTo>
                    <a:cubicBezTo>
                      <a:pt x="180" y="1811"/>
                      <a:pt x="239" y="2055"/>
                      <a:pt x="289" y="2277"/>
                    </a:cubicBezTo>
                    <a:cubicBezTo>
                      <a:pt x="353" y="2545"/>
                      <a:pt x="396" y="2760"/>
                      <a:pt x="403" y="2838"/>
                    </a:cubicBezTo>
                    <a:cubicBezTo>
                      <a:pt x="412" y="2976"/>
                      <a:pt x="310" y="3478"/>
                      <a:pt x="267" y="3709"/>
                    </a:cubicBezTo>
                    <a:cubicBezTo>
                      <a:pt x="253" y="3780"/>
                      <a:pt x="239" y="3830"/>
                      <a:pt x="239" y="3830"/>
                    </a:cubicBezTo>
                    <a:cubicBezTo>
                      <a:pt x="239" y="3830"/>
                      <a:pt x="260" y="3838"/>
                      <a:pt x="296" y="3852"/>
                    </a:cubicBezTo>
                    <a:cubicBezTo>
                      <a:pt x="317" y="3859"/>
                      <a:pt x="346" y="3873"/>
                      <a:pt x="375" y="3882"/>
                    </a:cubicBezTo>
                    <a:cubicBezTo>
                      <a:pt x="462" y="3909"/>
                      <a:pt x="584" y="3932"/>
                      <a:pt x="748" y="3945"/>
                    </a:cubicBezTo>
                    <a:cubicBezTo>
                      <a:pt x="837" y="3955"/>
                      <a:pt x="932" y="3963"/>
                      <a:pt x="1041" y="3963"/>
                    </a:cubicBezTo>
                    <a:cubicBezTo>
                      <a:pt x="1083" y="3963"/>
                      <a:pt x="1126" y="3962"/>
                      <a:pt x="1172" y="3959"/>
                    </a:cubicBezTo>
                    <a:cubicBezTo>
                      <a:pt x="1215" y="3952"/>
                      <a:pt x="1259" y="3952"/>
                      <a:pt x="1295" y="3952"/>
                    </a:cubicBezTo>
                    <a:cubicBezTo>
                      <a:pt x="1360" y="3945"/>
                      <a:pt x="1424" y="3938"/>
                      <a:pt x="1481" y="3938"/>
                    </a:cubicBezTo>
                    <a:cubicBezTo>
                      <a:pt x="1540" y="3932"/>
                      <a:pt x="1604" y="3925"/>
                      <a:pt x="1654" y="3916"/>
                    </a:cubicBezTo>
                    <a:cubicBezTo>
                      <a:pt x="1690" y="3909"/>
                      <a:pt x="1719" y="3902"/>
                      <a:pt x="1749" y="3902"/>
                    </a:cubicBezTo>
                    <a:cubicBezTo>
                      <a:pt x="2042" y="3852"/>
                      <a:pt x="2251" y="3787"/>
                      <a:pt x="2387" y="3730"/>
                    </a:cubicBezTo>
                    <a:cubicBezTo>
                      <a:pt x="2502" y="3680"/>
                      <a:pt x="2575" y="3643"/>
                      <a:pt x="2596" y="3623"/>
                    </a:cubicBezTo>
                    <a:cubicBezTo>
                      <a:pt x="2602" y="3623"/>
                      <a:pt x="2602" y="3614"/>
                      <a:pt x="2602" y="3614"/>
                    </a:cubicBezTo>
                    <a:cubicBezTo>
                      <a:pt x="2602" y="3614"/>
                      <a:pt x="2646" y="3521"/>
                      <a:pt x="2639" y="3435"/>
                    </a:cubicBezTo>
                    <a:cubicBezTo>
                      <a:pt x="2632" y="3364"/>
                      <a:pt x="2489" y="3040"/>
                      <a:pt x="2423" y="2752"/>
                    </a:cubicBezTo>
                    <a:cubicBezTo>
                      <a:pt x="2121" y="2702"/>
                      <a:pt x="1769" y="2645"/>
                      <a:pt x="1490" y="2602"/>
                    </a:cubicBezTo>
                    <a:cubicBezTo>
                      <a:pt x="1388" y="2579"/>
                      <a:pt x="1295" y="2565"/>
                      <a:pt x="1209" y="2552"/>
                    </a:cubicBezTo>
                    <a:cubicBezTo>
                      <a:pt x="1065" y="2522"/>
                      <a:pt x="964" y="2501"/>
                      <a:pt x="929" y="2493"/>
                    </a:cubicBezTo>
                    <a:lnTo>
                      <a:pt x="920" y="2493"/>
                    </a:lnTo>
                    <a:cubicBezTo>
                      <a:pt x="914" y="2493"/>
                      <a:pt x="914" y="2486"/>
                      <a:pt x="914" y="2486"/>
                    </a:cubicBezTo>
                    <a:cubicBezTo>
                      <a:pt x="907" y="2479"/>
                      <a:pt x="834" y="2386"/>
                      <a:pt x="763" y="2277"/>
                    </a:cubicBezTo>
                    <a:cubicBezTo>
                      <a:pt x="748" y="2257"/>
                      <a:pt x="727" y="2243"/>
                      <a:pt x="713" y="2220"/>
                    </a:cubicBezTo>
                    <a:lnTo>
                      <a:pt x="1093" y="1991"/>
                    </a:lnTo>
                    <a:lnTo>
                      <a:pt x="1331" y="1855"/>
                    </a:lnTo>
                    <a:lnTo>
                      <a:pt x="1424" y="1796"/>
                    </a:lnTo>
                    <a:lnTo>
                      <a:pt x="1504" y="1918"/>
                    </a:lnTo>
                    <a:lnTo>
                      <a:pt x="1517" y="1932"/>
                    </a:lnTo>
                    <a:lnTo>
                      <a:pt x="1776" y="2018"/>
                    </a:lnTo>
                    <a:lnTo>
                      <a:pt x="1792" y="2027"/>
                    </a:lnTo>
                    <a:lnTo>
                      <a:pt x="2251" y="2177"/>
                    </a:lnTo>
                    <a:lnTo>
                      <a:pt x="2359" y="2213"/>
                    </a:lnTo>
                    <a:cubicBezTo>
                      <a:pt x="2352" y="2163"/>
                      <a:pt x="2352" y="2105"/>
                      <a:pt x="2352" y="2041"/>
                    </a:cubicBezTo>
                    <a:cubicBezTo>
                      <a:pt x="2344" y="1932"/>
                      <a:pt x="2337" y="1818"/>
                      <a:pt x="2337" y="1703"/>
                    </a:cubicBezTo>
                    <a:cubicBezTo>
                      <a:pt x="2330" y="1580"/>
                      <a:pt x="2323" y="1458"/>
                      <a:pt x="2323" y="1344"/>
                    </a:cubicBezTo>
                    <a:cubicBezTo>
                      <a:pt x="2309" y="1035"/>
                      <a:pt x="2301" y="776"/>
                      <a:pt x="2294" y="704"/>
                    </a:cubicBezTo>
                    <a:cubicBezTo>
                      <a:pt x="2280" y="581"/>
                      <a:pt x="2257" y="459"/>
                      <a:pt x="2214" y="373"/>
                    </a:cubicBezTo>
                    <a:lnTo>
                      <a:pt x="2207" y="366"/>
                    </a:lnTo>
                    <a:lnTo>
                      <a:pt x="2207" y="359"/>
                    </a:lnTo>
                    <a:cubicBezTo>
                      <a:pt x="2194" y="336"/>
                      <a:pt x="2180" y="316"/>
                      <a:pt x="2164" y="293"/>
                    </a:cubicBezTo>
                    <a:cubicBezTo>
                      <a:pt x="2085" y="216"/>
                      <a:pt x="1647" y="0"/>
                      <a:pt x="16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42"/>
              <p:cNvSpPr/>
              <p:nvPr/>
            </p:nvSpPr>
            <p:spPr>
              <a:xfrm>
                <a:off x="6962101" y="2210011"/>
                <a:ext cx="107384" cy="67401"/>
              </a:xfrm>
              <a:custGeom>
                <a:rect b="b" l="l" r="r" t="t"/>
                <a:pathLst>
                  <a:path extrusionOk="0" h="263" w="419">
                    <a:moveTo>
                      <a:pt x="178" y="1"/>
                    </a:moveTo>
                    <a:cubicBezTo>
                      <a:pt x="120" y="1"/>
                      <a:pt x="59" y="9"/>
                      <a:pt x="1" y="24"/>
                    </a:cubicBezTo>
                    <a:cubicBezTo>
                      <a:pt x="16" y="96"/>
                      <a:pt x="23" y="183"/>
                      <a:pt x="16" y="262"/>
                    </a:cubicBezTo>
                    <a:lnTo>
                      <a:pt x="130" y="262"/>
                    </a:lnTo>
                    <a:cubicBezTo>
                      <a:pt x="339" y="262"/>
                      <a:pt x="418" y="126"/>
                      <a:pt x="389" y="53"/>
                    </a:cubicBezTo>
                    <a:cubicBezTo>
                      <a:pt x="331" y="17"/>
                      <a:pt x="257" y="1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42"/>
              <p:cNvSpPr/>
              <p:nvPr/>
            </p:nvSpPr>
            <p:spPr>
              <a:xfrm>
                <a:off x="6661993" y="2488848"/>
                <a:ext cx="256" cy="16914"/>
              </a:xfrm>
              <a:custGeom>
                <a:rect b="b" l="l" r="r" t="t"/>
                <a:pathLst>
                  <a:path extrusionOk="0" h="66" w="1">
                    <a:moveTo>
                      <a:pt x="0" y="0"/>
                    </a:moveTo>
                    <a:lnTo>
                      <a:pt x="0" y="66"/>
                    </a:lnTo>
                    <a:lnTo>
                      <a:pt x="0" y="66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42"/>
              <p:cNvSpPr/>
              <p:nvPr/>
            </p:nvSpPr>
            <p:spPr>
              <a:xfrm>
                <a:off x="6619450" y="2429902"/>
                <a:ext cx="256799" cy="258842"/>
              </a:xfrm>
              <a:custGeom>
                <a:rect b="b" l="l" r="r" t="t"/>
                <a:pathLst>
                  <a:path extrusionOk="0" h="1010" w="1002">
                    <a:moveTo>
                      <a:pt x="153" y="1"/>
                    </a:moveTo>
                    <a:lnTo>
                      <a:pt x="153" y="51"/>
                    </a:lnTo>
                    <a:cubicBezTo>
                      <a:pt x="153" y="65"/>
                      <a:pt x="159" y="80"/>
                      <a:pt x="159" y="94"/>
                    </a:cubicBezTo>
                    <a:lnTo>
                      <a:pt x="159" y="108"/>
                    </a:lnTo>
                    <a:lnTo>
                      <a:pt x="159" y="137"/>
                    </a:lnTo>
                    <a:lnTo>
                      <a:pt x="159" y="144"/>
                    </a:lnTo>
                    <a:lnTo>
                      <a:pt x="159" y="167"/>
                    </a:lnTo>
                    <a:cubicBezTo>
                      <a:pt x="159" y="187"/>
                      <a:pt x="159" y="210"/>
                      <a:pt x="166" y="230"/>
                    </a:cubicBezTo>
                    <a:lnTo>
                      <a:pt x="166" y="260"/>
                    </a:lnTo>
                    <a:lnTo>
                      <a:pt x="166" y="280"/>
                    </a:lnTo>
                    <a:lnTo>
                      <a:pt x="166" y="296"/>
                    </a:lnTo>
                    <a:cubicBezTo>
                      <a:pt x="166" y="330"/>
                      <a:pt x="166" y="367"/>
                      <a:pt x="159" y="396"/>
                    </a:cubicBezTo>
                    <a:cubicBezTo>
                      <a:pt x="153" y="568"/>
                      <a:pt x="1" y="712"/>
                      <a:pt x="1" y="712"/>
                    </a:cubicBezTo>
                    <a:cubicBezTo>
                      <a:pt x="1" y="712"/>
                      <a:pt x="187" y="1010"/>
                      <a:pt x="597" y="1010"/>
                    </a:cubicBezTo>
                    <a:cubicBezTo>
                      <a:pt x="651" y="1010"/>
                      <a:pt x="708" y="1004"/>
                      <a:pt x="770" y="993"/>
                    </a:cubicBezTo>
                    <a:cubicBezTo>
                      <a:pt x="893" y="970"/>
                      <a:pt x="958" y="900"/>
                      <a:pt x="986" y="834"/>
                    </a:cubicBezTo>
                    <a:cubicBezTo>
                      <a:pt x="986" y="827"/>
                      <a:pt x="993" y="820"/>
                      <a:pt x="993" y="813"/>
                    </a:cubicBezTo>
                    <a:cubicBezTo>
                      <a:pt x="993" y="805"/>
                      <a:pt x="1001" y="798"/>
                      <a:pt x="1001" y="791"/>
                    </a:cubicBezTo>
                    <a:lnTo>
                      <a:pt x="1001" y="777"/>
                    </a:lnTo>
                    <a:lnTo>
                      <a:pt x="1001" y="762"/>
                    </a:lnTo>
                    <a:lnTo>
                      <a:pt x="1001" y="748"/>
                    </a:lnTo>
                    <a:cubicBezTo>
                      <a:pt x="1001" y="719"/>
                      <a:pt x="1001" y="705"/>
                      <a:pt x="993" y="691"/>
                    </a:cubicBezTo>
                    <a:cubicBezTo>
                      <a:pt x="986" y="691"/>
                      <a:pt x="986" y="684"/>
                      <a:pt x="986" y="684"/>
                    </a:cubicBezTo>
                    <a:cubicBezTo>
                      <a:pt x="958" y="648"/>
                      <a:pt x="893" y="582"/>
                      <a:pt x="836" y="446"/>
                    </a:cubicBezTo>
                    <a:cubicBezTo>
                      <a:pt x="613" y="403"/>
                      <a:pt x="296" y="267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2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rect b="b" l="l" r="r" t="t"/>
                <a:pathLst>
                  <a:path extrusionOk="0" h="160" w="131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2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rect b="b" l="l" r="r" t="t"/>
                <a:pathLst>
                  <a:path extrusionOk="0" h="139" w="101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2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rect b="b" l="l" r="r" t="t"/>
                <a:pathLst>
                  <a:path extrusionOk="0" h="7" w="64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2"/>
              <p:cNvSpPr/>
              <p:nvPr/>
            </p:nvSpPr>
            <p:spPr>
              <a:xfrm>
                <a:off x="6542052" y="2240253"/>
                <a:ext cx="249366" cy="265505"/>
              </a:xfrm>
              <a:custGeom>
                <a:rect b="b" l="l" r="r" t="t"/>
                <a:pathLst>
                  <a:path extrusionOk="0" h="1036" w="973">
                    <a:moveTo>
                      <a:pt x="1" y="1"/>
                    </a:moveTo>
                    <a:lnTo>
                      <a:pt x="1" y="78"/>
                    </a:lnTo>
                    <a:cubicBezTo>
                      <a:pt x="1" y="330"/>
                      <a:pt x="109" y="582"/>
                      <a:pt x="196" y="712"/>
                    </a:cubicBezTo>
                    <a:cubicBezTo>
                      <a:pt x="282" y="827"/>
                      <a:pt x="455" y="1020"/>
                      <a:pt x="468" y="1036"/>
                    </a:cubicBezTo>
                    <a:lnTo>
                      <a:pt x="448" y="741"/>
                    </a:lnTo>
                    <a:cubicBezTo>
                      <a:pt x="375" y="734"/>
                      <a:pt x="246" y="691"/>
                      <a:pt x="173" y="575"/>
                    </a:cubicBezTo>
                    <a:cubicBezTo>
                      <a:pt x="116" y="496"/>
                      <a:pt x="87" y="367"/>
                      <a:pt x="109" y="294"/>
                    </a:cubicBezTo>
                    <a:cubicBezTo>
                      <a:pt x="123" y="251"/>
                      <a:pt x="153" y="230"/>
                      <a:pt x="203" y="230"/>
                    </a:cubicBezTo>
                    <a:cubicBezTo>
                      <a:pt x="210" y="230"/>
                      <a:pt x="216" y="230"/>
                      <a:pt x="225" y="237"/>
                    </a:cubicBezTo>
                    <a:lnTo>
                      <a:pt x="253" y="237"/>
                    </a:lnTo>
                    <a:cubicBezTo>
                      <a:pt x="260" y="244"/>
                      <a:pt x="268" y="244"/>
                      <a:pt x="275" y="251"/>
                    </a:cubicBezTo>
                    <a:cubicBezTo>
                      <a:pt x="282" y="251"/>
                      <a:pt x="289" y="260"/>
                      <a:pt x="296" y="260"/>
                    </a:cubicBezTo>
                    <a:cubicBezTo>
                      <a:pt x="303" y="267"/>
                      <a:pt x="303" y="267"/>
                      <a:pt x="311" y="273"/>
                    </a:cubicBezTo>
                    <a:cubicBezTo>
                      <a:pt x="318" y="273"/>
                      <a:pt x="325" y="280"/>
                      <a:pt x="325" y="280"/>
                    </a:cubicBezTo>
                    <a:cubicBezTo>
                      <a:pt x="332" y="287"/>
                      <a:pt x="332" y="287"/>
                      <a:pt x="339" y="294"/>
                    </a:cubicBezTo>
                    <a:cubicBezTo>
                      <a:pt x="346" y="303"/>
                      <a:pt x="354" y="310"/>
                      <a:pt x="361" y="317"/>
                    </a:cubicBezTo>
                    <a:cubicBezTo>
                      <a:pt x="368" y="323"/>
                      <a:pt x="368" y="330"/>
                      <a:pt x="375" y="337"/>
                    </a:cubicBezTo>
                    <a:cubicBezTo>
                      <a:pt x="398" y="367"/>
                      <a:pt x="411" y="396"/>
                      <a:pt x="418" y="403"/>
                    </a:cubicBezTo>
                    <a:cubicBezTo>
                      <a:pt x="455" y="460"/>
                      <a:pt x="484" y="489"/>
                      <a:pt x="484" y="489"/>
                    </a:cubicBezTo>
                    <a:lnTo>
                      <a:pt x="591" y="230"/>
                    </a:lnTo>
                    <a:cubicBezTo>
                      <a:pt x="734" y="216"/>
                      <a:pt x="863" y="187"/>
                      <a:pt x="972" y="151"/>
                    </a:cubicBezTo>
                    <a:lnTo>
                      <a:pt x="972" y="151"/>
                    </a:lnTo>
                    <a:cubicBezTo>
                      <a:pt x="943" y="158"/>
                      <a:pt x="915" y="158"/>
                      <a:pt x="893" y="158"/>
                    </a:cubicBezTo>
                    <a:lnTo>
                      <a:pt x="9" y="158"/>
                    </a:lnTo>
                    <a:cubicBezTo>
                      <a:pt x="9" y="158"/>
                      <a:pt x="1" y="94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42"/>
              <p:cNvSpPr/>
              <p:nvPr/>
            </p:nvSpPr>
            <p:spPr>
              <a:xfrm>
                <a:off x="6564349" y="2215906"/>
                <a:ext cx="403907" cy="330088"/>
              </a:xfrm>
              <a:custGeom>
                <a:rect b="b" l="l" r="r" t="t"/>
                <a:pathLst>
                  <a:path extrusionOk="0" h="1288" w="1576">
                    <a:moveTo>
                      <a:pt x="964" y="375"/>
                    </a:moveTo>
                    <a:cubicBezTo>
                      <a:pt x="1001" y="375"/>
                      <a:pt x="1021" y="418"/>
                      <a:pt x="1021" y="462"/>
                    </a:cubicBezTo>
                    <a:cubicBezTo>
                      <a:pt x="1014" y="505"/>
                      <a:pt x="985" y="534"/>
                      <a:pt x="949" y="534"/>
                    </a:cubicBezTo>
                    <a:cubicBezTo>
                      <a:pt x="921" y="534"/>
                      <a:pt x="892" y="491"/>
                      <a:pt x="899" y="448"/>
                    </a:cubicBezTo>
                    <a:cubicBezTo>
                      <a:pt x="899" y="405"/>
                      <a:pt x="928" y="375"/>
                      <a:pt x="964" y="375"/>
                    </a:cubicBezTo>
                    <a:close/>
                    <a:moveTo>
                      <a:pt x="1466" y="425"/>
                    </a:moveTo>
                    <a:cubicBezTo>
                      <a:pt x="1496" y="432"/>
                      <a:pt x="1510" y="462"/>
                      <a:pt x="1510" y="498"/>
                    </a:cubicBezTo>
                    <a:cubicBezTo>
                      <a:pt x="1510" y="536"/>
                      <a:pt x="1488" y="563"/>
                      <a:pt x="1463" y="563"/>
                    </a:cubicBezTo>
                    <a:cubicBezTo>
                      <a:pt x="1460" y="563"/>
                      <a:pt x="1456" y="563"/>
                      <a:pt x="1453" y="562"/>
                    </a:cubicBezTo>
                    <a:cubicBezTo>
                      <a:pt x="1423" y="562"/>
                      <a:pt x="1409" y="534"/>
                      <a:pt x="1409" y="491"/>
                    </a:cubicBezTo>
                    <a:cubicBezTo>
                      <a:pt x="1409" y="455"/>
                      <a:pt x="1439" y="425"/>
                      <a:pt x="1466" y="425"/>
                    </a:cubicBezTo>
                    <a:close/>
                    <a:moveTo>
                      <a:pt x="1553" y="1"/>
                    </a:moveTo>
                    <a:cubicBezTo>
                      <a:pt x="1489" y="16"/>
                      <a:pt x="1423" y="37"/>
                      <a:pt x="1366" y="73"/>
                    </a:cubicBezTo>
                    <a:cubicBezTo>
                      <a:pt x="1346" y="80"/>
                      <a:pt x="1323" y="96"/>
                      <a:pt x="1303" y="110"/>
                    </a:cubicBezTo>
                    <a:cubicBezTo>
                      <a:pt x="1194" y="182"/>
                      <a:pt x="1064" y="225"/>
                      <a:pt x="949" y="239"/>
                    </a:cubicBezTo>
                    <a:cubicBezTo>
                      <a:pt x="928" y="246"/>
                      <a:pt x="906" y="246"/>
                      <a:pt x="885" y="246"/>
                    </a:cubicBezTo>
                    <a:cubicBezTo>
                      <a:pt x="776" y="282"/>
                      <a:pt x="647" y="311"/>
                      <a:pt x="504" y="325"/>
                    </a:cubicBezTo>
                    <a:lnTo>
                      <a:pt x="397" y="584"/>
                    </a:lnTo>
                    <a:cubicBezTo>
                      <a:pt x="397" y="584"/>
                      <a:pt x="368" y="555"/>
                      <a:pt x="331" y="498"/>
                    </a:cubicBezTo>
                    <a:cubicBezTo>
                      <a:pt x="324" y="491"/>
                      <a:pt x="311" y="462"/>
                      <a:pt x="288" y="432"/>
                    </a:cubicBezTo>
                    <a:cubicBezTo>
                      <a:pt x="281" y="425"/>
                      <a:pt x="281" y="418"/>
                      <a:pt x="274" y="412"/>
                    </a:cubicBezTo>
                    <a:cubicBezTo>
                      <a:pt x="267" y="405"/>
                      <a:pt x="259" y="398"/>
                      <a:pt x="252" y="389"/>
                    </a:cubicBezTo>
                    <a:cubicBezTo>
                      <a:pt x="245" y="382"/>
                      <a:pt x="245" y="382"/>
                      <a:pt x="238" y="375"/>
                    </a:cubicBezTo>
                    <a:cubicBezTo>
                      <a:pt x="238" y="375"/>
                      <a:pt x="231" y="368"/>
                      <a:pt x="224" y="368"/>
                    </a:cubicBezTo>
                    <a:cubicBezTo>
                      <a:pt x="216" y="362"/>
                      <a:pt x="216" y="362"/>
                      <a:pt x="209" y="355"/>
                    </a:cubicBezTo>
                    <a:cubicBezTo>
                      <a:pt x="202" y="355"/>
                      <a:pt x="195" y="346"/>
                      <a:pt x="188" y="346"/>
                    </a:cubicBezTo>
                    <a:cubicBezTo>
                      <a:pt x="181" y="339"/>
                      <a:pt x="173" y="339"/>
                      <a:pt x="166" y="332"/>
                    </a:cubicBezTo>
                    <a:lnTo>
                      <a:pt x="138" y="332"/>
                    </a:lnTo>
                    <a:cubicBezTo>
                      <a:pt x="129" y="325"/>
                      <a:pt x="123" y="325"/>
                      <a:pt x="116" y="325"/>
                    </a:cubicBezTo>
                    <a:cubicBezTo>
                      <a:pt x="66" y="325"/>
                      <a:pt x="36" y="346"/>
                      <a:pt x="22" y="389"/>
                    </a:cubicBezTo>
                    <a:cubicBezTo>
                      <a:pt x="0" y="462"/>
                      <a:pt x="29" y="591"/>
                      <a:pt x="86" y="670"/>
                    </a:cubicBezTo>
                    <a:cubicBezTo>
                      <a:pt x="159" y="786"/>
                      <a:pt x="288" y="829"/>
                      <a:pt x="361" y="836"/>
                    </a:cubicBezTo>
                    <a:lnTo>
                      <a:pt x="374" y="836"/>
                    </a:lnTo>
                    <a:cubicBezTo>
                      <a:pt x="511" y="1102"/>
                      <a:pt x="828" y="1238"/>
                      <a:pt x="1051" y="1281"/>
                    </a:cubicBezTo>
                    <a:cubicBezTo>
                      <a:pt x="1108" y="1288"/>
                      <a:pt x="1158" y="1288"/>
                      <a:pt x="1194" y="1288"/>
                    </a:cubicBezTo>
                    <a:cubicBezTo>
                      <a:pt x="1373" y="1274"/>
                      <a:pt x="1546" y="915"/>
                      <a:pt x="1539" y="770"/>
                    </a:cubicBezTo>
                    <a:cubicBezTo>
                      <a:pt x="1539" y="620"/>
                      <a:pt x="1539" y="613"/>
                      <a:pt x="1568" y="332"/>
                    </a:cubicBezTo>
                    <a:lnTo>
                      <a:pt x="1568" y="239"/>
                    </a:lnTo>
                    <a:cubicBezTo>
                      <a:pt x="1575" y="160"/>
                      <a:pt x="1568" y="73"/>
                      <a:pt x="15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42"/>
              <p:cNvSpPr/>
              <p:nvPr/>
            </p:nvSpPr>
            <p:spPr>
              <a:xfrm>
                <a:off x="6792698" y="2312012"/>
                <a:ext cx="33573" cy="41005"/>
              </a:xfrm>
              <a:custGeom>
                <a:rect b="b" l="l" r="r" t="t"/>
                <a:pathLst>
                  <a:path extrusionOk="0" h="160" w="131">
                    <a:moveTo>
                      <a:pt x="73" y="0"/>
                    </a:moveTo>
                    <a:cubicBezTo>
                      <a:pt x="37" y="0"/>
                      <a:pt x="8" y="30"/>
                      <a:pt x="8" y="73"/>
                    </a:cubicBezTo>
                    <a:cubicBezTo>
                      <a:pt x="1" y="116"/>
                      <a:pt x="30" y="159"/>
                      <a:pt x="58" y="159"/>
                    </a:cubicBezTo>
                    <a:cubicBezTo>
                      <a:pt x="94" y="159"/>
                      <a:pt x="123" y="130"/>
                      <a:pt x="130" y="87"/>
                    </a:cubicBezTo>
                    <a:cubicBezTo>
                      <a:pt x="130" y="43"/>
                      <a:pt x="110" y="0"/>
                      <a:pt x="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42"/>
              <p:cNvSpPr/>
              <p:nvPr/>
            </p:nvSpPr>
            <p:spPr>
              <a:xfrm>
                <a:off x="6925453" y="2324826"/>
                <a:ext cx="25885" cy="35623"/>
              </a:xfrm>
              <a:custGeom>
                <a:rect b="b" l="l" r="r" t="t"/>
                <a:pathLst>
                  <a:path extrusionOk="0" h="139" w="101">
                    <a:moveTo>
                      <a:pt x="57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109"/>
                      <a:pt x="14" y="137"/>
                      <a:pt x="44" y="137"/>
                    </a:cubicBezTo>
                    <a:cubicBezTo>
                      <a:pt x="47" y="138"/>
                      <a:pt x="51" y="138"/>
                      <a:pt x="54" y="138"/>
                    </a:cubicBezTo>
                    <a:cubicBezTo>
                      <a:pt x="79" y="138"/>
                      <a:pt x="101" y="111"/>
                      <a:pt x="101" y="73"/>
                    </a:cubicBezTo>
                    <a:cubicBezTo>
                      <a:pt x="101" y="37"/>
                      <a:pt x="87" y="7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42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rect b="b" l="l" r="r" t="t"/>
                <a:pathLst>
                  <a:path extrusionOk="0" h="94" w="44">
                    <a:moveTo>
                      <a:pt x="29" y="0"/>
                    </a:moveTo>
                    <a:lnTo>
                      <a:pt x="0" y="94"/>
                    </a:lnTo>
                    <a:cubicBezTo>
                      <a:pt x="0" y="94"/>
                      <a:pt x="43" y="73"/>
                      <a:pt x="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42"/>
              <p:cNvSpPr/>
              <p:nvPr/>
            </p:nvSpPr>
            <p:spPr>
              <a:xfrm>
                <a:off x="6894186" y="2398636"/>
                <a:ext cx="11277" cy="24090"/>
              </a:xfrm>
              <a:custGeom>
                <a:rect b="b" l="l" r="r" t="t"/>
                <a:pathLst>
                  <a:path extrusionOk="0" fill="none" h="94" w="44">
                    <a:moveTo>
                      <a:pt x="0" y="94"/>
                    </a:moveTo>
                    <a:cubicBezTo>
                      <a:pt x="0" y="94"/>
                      <a:pt x="43" y="73"/>
                      <a:pt x="29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42"/>
              <p:cNvSpPr/>
              <p:nvPr/>
            </p:nvSpPr>
            <p:spPr>
              <a:xfrm>
                <a:off x="6829603" y="2457325"/>
                <a:ext cx="64584" cy="15120"/>
              </a:xfrm>
              <a:custGeom>
                <a:rect b="b" l="l" r="r" t="t"/>
                <a:pathLst>
                  <a:path extrusionOk="0" h="59" w="252">
                    <a:moveTo>
                      <a:pt x="0" y="1"/>
                    </a:moveTo>
                    <a:cubicBezTo>
                      <a:pt x="67" y="48"/>
                      <a:pt x="135" y="58"/>
                      <a:pt x="184" y="58"/>
                    </a:cubicBezTo>
                    <a:cubicBezTo>
                      <a:pt x="225" y="58"/>
                      <a:pt x="252" y="51"/>
                      <a:pt x="252" y="5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42"/>
              <p:cNvSpPr/>
              <p:nvPr/>
            </p:nvSpPr>
            <p:spPr>
              <a:xfrm>
                <a:off x="6829603" y="2457325"/>
                <a:ext cx="64584" cy="22553"/>
              </a:xfrm>
              <a:custGeom>
                <a:rect b="b" l="l" r="r" t="t"/>
                <a:pathLst>
                  <a:path extrusionOk="0" fill="none" h="88" w="252">
                    <a:moveTo>
                      <a:pt x="252" y="51"/>
                    </a:moveTo>
                    <a:cubicBezTo>
                      <a:pt x="252" y="51"/>
                      <a:pt x="123" y="87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42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rect b="b" l="l" r="r" t="t"/>
                <a:pathLst>
                  <a:path extrusionOk="0" h="7" w="51">
                    <a:moveTo>
                      <a:pt x="51" y="0"/>
                    </a:moveTo>
                    <a:lnTo>
                      <a:pt x="1" y="7"/>
                    </a:lnTo>
                    <a:cubicBezTo>
                      <a:pt x="23" y="7"/>
                      <a:pt x="37" y="7"/>
                      <a:pt x="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42"/>
              <p:cNvSpPr/>
              <p:nvPr/>
            </p:nvSpPr>
            <p:spPr>
              <a:xfrm>
                <a:off x="6783472" y="2277157"/>
                <a:ext cx="13071" cy="1794"/>
              </a:xfrm>
              <a:custGeom>
                <a:rect b="b" l="l" r="r" t="t"/>
                <a:pathLst>
                  <a:path extrusionOk="0" fill="none" h="7" w="51">
                    <a:moveTo>
                      <a:pt x="51" y="0"/>
                    </a:moveTo>
                    <a:cubicBezTo>
                      <a:pt x="37" y="7"/>
                      <a:pt x="23" y="7"/>
                      <a:pt x="1" y="7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42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rect b="b" l="l" r="r" t="t"/>
                <a:pathLst>
                  <a:path extrusionOk="0" h="30" w="131">
                    <a:moveTo>
                      <a:pt x="1" y="0"/>
                    </a:moveTo>
                    <a:lnTo>
                      <a:pt x="130" y="29"/>
                    </a:lnTo>
                    <a:cubicBezTo>
                      <a:pt x="130" y="29"/>
                      <a:pt x="87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42"/>
              <p:cNvSpPr/>
              <p:nvPr/>
            </p:nvSpPr>
            <p:spPr>
              <a:xfrm>
                <a:off x="6807306" y="2277157"/>
                <a:ext cx="33573" cy="7688"/>
              </a:xfrm>
              <a:custGeom>
                <a:rect b="b" l="l" r="r" t="t"/>
                <a:pathLst>
                  <a:path extrusionOk="0" fill="none" h="30" w="131">
                    <a:moveTo>
                      <a:pt x="130" y="29"/>
                    </a:moveTo>
                    <a:cubicBezTo>
                      <a:pt x="130" y="29"/>
                      <a:pt x="87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42"/>
              <p:cNvSpPr/>
              <p:nvPr/>
            </p:nvSpPr>
            <p:spPr>
              <a:xfrm>
                <a:off x="6931091" y="2284077"/>
                <a:ext cx="24347" cy="4357"/>
              </a:xfrm>
              <a:custGeom>
                <a:rect b="b" l="l" r="r" t="t"/>
                <a:pathLst>
                  <a:path extrusionOk="0" h="17" w="95">
                    <a:moveTo>
                      <a:pt x="68" y="0"/>
                    </a:moveTo>
                    <a:cubicBezTo>
                      <a:pt x="25" y="0"/>
                      <a:pt x="1" y="16"/>
                      <a:pt x="1" y="16"/>
                    </a:cubicBezTo>
                    <a:lnTo>
                      <a:pt x="94" y="2"/>
                    </a:lnTo>
                    <a:cubicBezTo>
                      <a:pt x="85" y="1"/>
                      <a:pt x="76" y="0"/>
                      <a:pt x="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6931091" y="2282283"/>
                <a:ext cx="24347" cy="6151"/>
              </a:xfrm>
              <a:custGeom>
                <a:rect b="b" l="l" r="r" t="t"/>
                <a:pathLst>
                  <a:path extrusionOk="0" fill="none" h="24" w="95">
                    <a:moveTo>
                      <a:pt x="1" y="23"/>
                    </a:moveTo>
                    <a:cubicBezTo>
                      <a:pt x="1" y="23"/>
                      <a:pt x="35" y="1"/>
                      <a:pt x="94" y="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6542052" y="2037532"/>
                <a:ext cx="247572" cy="243209"/>
              </a:xfrm>
              <a:custGeom>
                <a:rect b="b" l="l" r="r" t="t"/>
                <a:pathLst>
                  <a:path extrusionOk="0" h="949" w="966">
                    <a:moveTo>
                      <a:pt x="965" y="0"/>
                    </a:moveTo>
                    <a:cubicBezTo>
                      <a:pt x="534" y="0"/>
                      <a:pt x="239" y="59"/>
                      <a:pt x="80" y="395"/>
                    </a:cubicBezTo>
                    <a:cubicBezTo>
                      <a:pt x="23" y="511"/>
                      <a:pt x="9" y="669"/>
                      <a:pt x="1" y="783"/>
                    </a:cubicBezTo>
                    <a:lnTo>
                      <a:pt x="1" y="792"/>
                    </a:lnTo>
                    <a:cubicBezTo>
                      <a:pt x="1" y="885"/>
                      <a:pt x="9" y="949"/>
                      <a:pt x="9" y="949"/>
                    </a:cubicBezTo>
                    <a:lnTo>
                      <a:pt x="577" y="949"/>
                    </a:lnTo>
                    <a:lnTo>
                      <a:pt x="577" y="461"/>
                    </a:lnTo>
                    <a:cubicBezTo>
                      <a:pt x="577" y="374"/>
                      <a:pt x="605" y="209"/>
                      <a:pt x="713" y="102"/>
                    </a:cubicBezTo>
                    <a:cubicBezTo>
                      <a:pt x="743" y="72"/>
                      <a:pt x="770" y="50"/>
                      <a:pt x="806" y="36"/>
                    </a:cubicBezTo>
                    <a:cubicBezTo>
                      <a:pt x="856" y="16"/>
                      <a:pt x="906" y="0"/>
                      <a:pt x="9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6689672" y="2037532"/>
                <a:ext cx="261668" cy="243209"/>
              </a:xfrm>
              <a:custGeom>
                <a:rect b="b" l="l" r="r" t="t"/>
                <a:pathLst>
                  <a:path extrusionOk="0" h="949" w="1021">
                    <a:moveTo>
                      <a:pt x="389" y="0"/>
                    </a:moveTo>
                    <a:cubicBezTo>
                      <a:pt x="330" y="0"/>
                      <a:pt x="280" y="16"/>
                      <a:pt x="230" y="36"/>
                    </a:cubicBezTo>
                    <a:cubicBezTo>
                      <a:pt x="194" y="50"/>
                      <a:pt x="167" y="72"/>
                      <a:pt x="137" y="102"/>
                    </a:cubicBezTo>
                    <a:cubicBezTo>
                      <a:pt x="29" y="209"/>
                      <a:pt x="1" y="374"/>
                      <a:pt x="1" y="461"/>
                    </a:cubicBezTo>
                    <a:lnTo>
                      <a:pt x="1" y="949"/>
                    </a:lnTo>
                    <a:cubicBezTo>
                      <a:pt x="217" y="568"/>
                      <a:pt x="589" y="490"/>
                      <a:pt x="993" y="490"/>
                    </a:cubicBezTo>
                    <a:lnTo>
                      <a:pt x="1021" y="490"/>
                    </a:lnTo>
                    <a:cubicBezTo>
                      <a:pt x="957" y="152"/>
                      <a:pt x="748" y="0"/>
                      <a:pt x="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6689672" y="2162855"/>
                <a:ext cx="372127" cy="117888"/>
              </a:xfrm>
              <a:custGeom>
                <a:rect b="b" l="l" r="r" t="t"/>
                <a:pathLst>
                  <a:path extrusionOk="0" h="460" w="1452">
                    <a:moveTo>
                      <a:pt x="993" y="1"/>
                    </a:moveTo>
                    <a:cubicBezTo>
                      <a:pt x="589" y="1"/>
                      <a:pt x="217" y="79"/>
                      <a:pt x="1" y="460"/>
                    </a:cubicBezTo>
                    <a:lnTo>
                      <a:pt x="317" y="460"/>
                    </a:lnTo>
                    <a:cubicBezTo>
                      <a:pt x="339" y="460"/>
                      <a:pt x="367" y="460"/>
                      <a:pt x="396" y="453"/>
                    </a:cubicBezTo>
                    <a:cubicBezTo>
                      <a:pt x="403" y="453"/>
                      <a:pt x="410" y="453"/>
                      <a:pt x="417" y="446"/>
                    </a:cubicBezTo>
                    <a:lnTo>
                      <a:pt x="460" y="446"/>
                    </a:lnTo>
                    <a:cubicBezTo>
                      <a:pt x="575" y="432"/>
                      <a:pt x="705" y="389"/>
                      <a:pt x="814" y="317"/>
                    </a:cubicBezTo>
                    <a:cubicBezTo>
                      <a:pt x="834" y="303"/>
                      <a:pt x="857" y="287"/>
                      <a:pt x="877" y="280"/>
                    </a:cubicBezTo>
                    <a:cubicBezTo>
                      <a:pt x="934" y="244"/>
                      <a:pt x="1000" y="223"/>
                      <a:pt x="1064" y="208"/>
                    </a:cubicBezTo>
                    <a:cubicBezTo>
                      <a:pt x="1122" y="193"/>
                      <a:pt x="1183" y="185"/>
                      <a:pt x="1241" y="185"/>
                    </a:cubicBezTo>
                    <a:cubicBezTo>
                      <a:pt x="1320" y="185"/>
                      <a:pt x="1394" y="201"/>
                      <a:pt x="1452" y="237"/>
                    </a:cubicBezTo>
                    <a:cubicBezTo>
                      <a:pt x="1388" y="87"/>
                      <a:pt x="1021" y="1"/>
                      <a:pt x="10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42"/>
              <p:cNvSpPr/>
              <p:nvPr/>
            </p:nvSpPr>
            <p:spPr>
              <a:xfrm>
                <a:off x="6791160" y="2277157"/>
                <a:ext cx="16402" cy="1794"/>
              </a:xfrm>
              <a:custGeom>
                <a:rect b="b" l="l" r="r" t="t"/>
                <a:pathLst>
                  <a:path extrusionOk="0" h="7" w="64">
                    <a:moveTo>
                      <a:pt x="21" y="0"/>
                    </a:moveTo>
                    <a:cubicBezTo>
                      <a:pt x="14" y="7"/>
                      <a:pt x="7" y="7"/>
                      <a:pt x="0" y="7"/>
                    </a:cubicBezTo>
                    <a:cubicBezTo>
                      <a:pt x="21" y="7"/>
                      <a:pt x="43" y="7"/>
                      <a:pt x="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42"/>
              <p:cNvSpPr/>
              <p:nvPr/>
            </p:nvSpPr>
            <p:spPr>
              <a:xfrm>
                <a:off x="7026685" y="3163129"/>
                <a:ext cx="28191" cy="13070"/>
              </a:xfrm>
              <a:custGeom>
                <a:rect b="b" l="l" r="r" t="t"/>
                <a:pathLst>
                  <a:path extrusionOk="0" h="51" w="110">
                    <a:moveTo>
                      <a:pt x="1" y="0"/>
                    </a:moveTo>
                    <a:cubicBezTo>
                      <a:pt x="23" y="14"/>
                      <a:pt x="59" y="29"/>
                      <a:pt x="109" y="50"/>
                    </a:cubicBezTo>
                    <a:lnTo>
                      <a:pt x="109" y="3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42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rect b="b" l="l" r="r" t="t"/>
                <a:pathLst>
                  <a:path extrusionOk="0" h="1" w="476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42"/>
              <p:cNvSpPr/>
              <p:nvPr/>
            </p:nvSpPr>
            <p:spPr>
              <a:xfrm>
                <a:off x="7727109" y="4660850"/>
                <a:ext cx="31011" cy="29472"/>
              </a:xfrm>
              <a:custGeom>
                <a:rect b="b" l="l" r="r" t="t"/>
                <a:pathLst>
                  <a:path extrusionOk="0" h="115" w="121">
                    <a:moveTo>
                      <a:pt x="57" y="1"/>
                    </a:moveTo>
                    <a:lnTo>
                      <a:pt x="7" y="65"/>
                    </a:lnTo>
                    <a:lnTo>
                      <a:pt x="0" y="78"/>
                    </a:lnTo>
                    <a:cubicBezTo>
                      <a:pt x="14" y="87"/>
                      <a:pt x="28" y="94"/>
                      <a:pt x="50" y="101"/>
                    </a:cubicBezTo>
                    <a:cubicBezTo>
                      <a:pt x="57" y="108"/>
                      <a:pt x="64" y="108"/>
                      <a:pt x="71" y="115"/>
                    </a:cubicBezTo>
                    <a:lnTo>
                      <a:pt x="86" y="94"/>
                    </a:lnTo>
                    <a:lnTo>
                      <a:pt x="121" y="44"/>
                    </a:lnTo>
                    <a:cubicBezTo>
                      <a:pt x="114" y="35"/>
                      <a:pt x="100" y="28"/>
                      <a:pt x="93" y="28"/>
                    </a:cubicBezTo>
                    <a:cubicBezTo>
                      <a:pt x="78" y="22"/>
                      <a:pt x="71" y="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42"/>
              <p:cNvSpPr/>
              <p:nvPr/>
            </p:nvSpPr>
            <p:spPr>
              <a:xfrm>
                <a:off x="7800406" y="4697755"/>
                <a:ext cx="29985" cy="24090"/>
              </a:xfrm>
              <a:custGeom>
                <a:rect b="b" l="l" r="r" t="t"/>
                <a:pathLst>
                  <a:path extrusionOk="0" h="94" w="117">
                    <a:moveTo>
                      <a:pt x="44" y="0"/>
                    </a:moveTo>
                    <a:lnTo>
                      <a:pt x="0" y="57"/>
                    </a:lnTo>
                    <a:cubicBezTo>
                      <a:pt x="30" y="72"/>
                      <a:pt x="51" y="79"/>
                      <a:pt x="73" y="93"/>
                    </a:cubicBezTo>
                    <a:lnTo>
                      <a:pt x="87" y="72"/>
                    </a:lnTo>
                    <a:lnTo>
                      <a:pt x="116" y="29"/>
                    </a:lnTo>
                    <a:lnTo>
                      <a:pt x="109" y="29"/>
                    </a:lnTo>
                    <a:cubicBezTo>
                      <a:pt x="87" y="21"/>
                      <a:pt x="66" y="7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42"/>
              <p:cNvSpPr/>
              <p:nvPr/>
            </p:nvSpPr>
            <p:spPr>
              <a:xfrm>
                <a:off x="7511318" y="4819233"/>
                <a:ext cx="114304" cy="47924"/>
              </a:xfrm>
              <a:custGeom>
                <a:rect b="b" l="l" r="r" t="t"/>
                <a:pathLst>
                  <a:path extrusionOk="0" h="187" w="446">
                    <a:moveTo>
                      <a:pt x="0" y="0"/>
                    </a:moveTo>
                    <a:lnTo>
                      <a:pt x="14" y="187"/>
                    </a:lnTo>
                    <a:lnTo>
                      <a:pt x="445" y="187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7625364" y="4651624"/>
                <a:ext cx="921604" cy="215531"/>
              </a:xfrm>
              <a:custGeom>
                <a:rect b="b" l="l" r="r" t="t"/>
                <a:pathLst>
                  <a:path extrusionOk="0" h="841" w="3596">
                    <a:moveTo>
                      <a:pt x="1460" y="1"/>
                    </a:moveTo>
                    <a:lnTo>
                      <a:pt x="1108" y="158"/>
                    </a:lnTo>
                    <a:lnTo>
                      <a:pt x="1079" y="173"/>
                    </a:lnTo>
                    <a:lnTo>
                      <a:pt x="985" y="209"/>
                    </a:lnTo>
                    <a:lnTo>
                      <a:pt x="972" y="216"/>
                    </a:lnTo>
                    <a:lnTo>
                      <a:pt x="899" y="252"/>
                    </a:lnTo>
                    <a:lnTo>
                      <a:pt x="842" y="273"/>
                    </a:lnTo>
                    <a:lnTo>
                      <a:pt x="806" y="296"/>
                    </a:lnTo>
                    <a:lnTo>
                      <a:pt x="706" y="339"/>
                    </a:lnTo>
                    <a:lnTo>
                      <a:pt x="202" y="568"/>
                    </a:lnTo>
                    <a:lnTo>
                      <a:pt x="0" y="654"/>
                    </a:lnTo>
                    <a:lnTo>
                      <a:pt x="0" y="841"/>
                    </a:lnTo>
                    <a:lnTo>
                      <a:pt x="527" y="841"/>
                    </a:lnTo>
                    <a:lnTo>
                      <a:pt x="935" y="654"/>
                    </a:lnTo>
                    <a:lnTo>
                      <a:pt x="1223" y="525"/>
                    </a:lnTo>
                    <a:lnTo>
                      <a:pt x="1330" y="475"/>
                    </a:lnTo>
                    <a:lnTo>
                      <a:pt x="1337" y="475"/>
                    </a:lnTo>
                    <a:lnTo>
                      <a:pt x="1460" y="416"/>
                    </a:lnTo>
                    <a:lnTo>
                      <a:pt x="2136" y="416"/>
                    </a:lnTo>
                    <a:lnTo>
                      <a:pt x="3071" y="841"/>
                    </a:lnTo>
                    <a:lnTo>
                      <a:pt x="3595" y="841"/>
                    </a:lnTo>
                    <a:lnTo>
                      <a:pt x="3595" y="654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42"/>
              <p:cNvSpPr/>
              <p:nvPr/>
            </p:nvSpPr>
            <p:spPr>
              <a:xfrm>
                <a:off x="7870628" y="4819233"/>
                <a:ext cx="121992" cy="256"/>
              </a:xfrm>
              <a:custGeom>
                <a:rect b="b" l="l" r="r" t="t"/>
                <a:pathLst>
                  <a:path extrusionOk="0" h="1" w="476">
                    <a:moveTo>
                      <a:pt x="475" y="0"/>
                    </a:moveTo>
                    <a:lnTo>
                      <a:pt x="475" y="0"/>
                    </a:lnTo>
                    <a:lnTo>
                      <a:pt x="1" y="0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42"/>
              <p:cNvSpPr/>
              <p:nvPr/>
            </p:nvSpPr>
            <p:spPr>
              <a:xfrm>
                <a:off x="7505936" y="4664438"/>
                <a:ext cx="313182" cy="155049"/>
              </a:xfrm>
              <a:custGeom>
                <a:rect b="b" l="l" r="r" t="t"/>
                <a:pathLst>
                  <a:path extrusionOk="0" h="605" w="1222">
                    <a:moveTo>
                      <a:pt x="647" y="1"/>
                    </a:moveTo>
                    <a:cubicBezTo>
                      <a:pt x="625" y="1"/>
                      <a:pt x="604" y="8"/>
                      <a:pt x="582" y="14"/>
                    </a:cubicBezTo>
                    <a:cubicBezTo>
                      <a:pt x="575" y="21"/>
                      <a:pt x="561" y="21"/>
                      <a:pt x="546" y="30"/>
                    </a:cubicBezTo>
                    <a:cubicBezTo>
                      <a:pt x="525" y="44"/>
                      <a:pt x="496" y="58"/>
                      <a:pt x="475" y="64"/>
                    </a:cubicBezTo>
                    <a:cubicBezTo>
                      <a:pt x="439" y="80"/>
                      <a:pt x="403" y="94"/>
                      <a:pt x="366" y="101"/>
                    </a:cubicBezTo>
                    <a:lnTo>
                      <a:pt x="323" y="101"/>
                    </a:lnTo>
                    <a:cubicBezTo>
                      <a:pt x="309" y="108"/>
                      <a:pt x="294" y="108"/>
                      <a:pt x="273" y="108"/>
                    </a:cubicBezTo>
                    <a:cubicBezTo>
                      <a:pt x="220" y="108"/>
                      <a:pt x="186" y="95"/>
                      <a:pt x="159" y="95"/>
                    </a:cubicBezTo>
                    <a:cubicBezTo>
                      <a:pt x="145" y="95"/>
                      <a:pt x="133" y="98"/>
                      <a:pt x="121" y="108"/>
                    </a:cubicBezTo>
                    <a:cubicBezTo>
                      <a:pt x="114" y="116"/>
                      <a:pt x="108" y="123"/>
                      <a:pt x="101" y="137"/>
                    </a:cubicBezTo>
                    <a:lnTo>
                      <a:pt x="101" y="144"/>
                    </a:lnTo>
                    <a:cubicBezTo>
                      <a:pt x="57" y="209"/>
                      <a:pt x="1" y="409"/>
                      <a:pt x="21" y="604"/>
                    </a:cubicBezTo>
                    <a:lnTo>
                      <a:pt x="466" y="604"/>
                    </a:lnTo>
                    <a:lnTo>
                      <a:pt x="668" y="518"/>
                    </a:lnTo>
                    <a:lnTo>
                      <a:pt x="1172" y="289"/>
                    </a:lnTo>
                    <a:lnTo>
                      <a:pt x="1222" y="223"/>
                    </a:lnTo>
                    <a:cubicBezTo>
                      <a:pt x="1200" y="209"/>
                      <a:pt x="1179" y="202"/>
                      <a:pt x="1149" y="187"/>
                    </a:cubicBezTo>
                    <a:lnTo>
                      <a:pt x="1086" y="280"/>
                    </a:lnTo>
                    <a:cubicBezTo>
                      <a:pt x="1079" y="289"/>
                      <a:pt x="1063" y="296"/>
                      <a:pt x="1056" y="296"/>
                    </a:cubicBezTo>
                    <a:cubicBezTo>
                      <a:pt x="1049" y="296"/>
                      <a:pt x="1043" y="296"/>
                      <a:pt x="1036" y="289"/>
                    </a:cubicBezTo>
                    <a:cubicBezTo>
                      <a:pt x="1013" y="273"/>
                      <a:pt x="1013" y="252"/>
                      <a:pt x="1027" y="237"/>
                    </a:cubicBezTo>
                    <a:lnTo>
                      <a:pt x="1079" y="159"/>
                    </a:lnTo>
                    <a:cubicBezTo>
                      <a:pt x="1056" y="151"/>
                      <a:pt x="1027" y="137"/>
                      <a:pt x="1006" y="130"/>
                    </a:cubicBezTo>
                    <a:lnTo>
                      <a:pt x="934" y="223"/>
                    </a:lnTo>
                    <a:cubicBezTo>
                      <a:pt x="927" y="237"/>
                      <a:pt x="920" y="237"/>
                      <a:pt x="906" y="237"/>
                    </a:cubicBezTo>
                    <a:cubicBezTo>
                      <a:pt x="898" y="237"/>
                      <a:pt x="891" y="237"/>
                      <a:pt x="884" y="230"/>
                    </a:cubicBezTo>
                    <a:cubicBezTo>
                      <a:pt x="870" y="223"/>
                      <a:pt x="863" y="194"/>
                      <a:pt x="877" y="180"/>
                    </a:cubicBezTo>
                    <a:lnTo>
                      <a:pt x="934" y="101"/>
                    </a:lnTo>
                    <a:cubicBezTo>
                      <a:pt x="927" y="94"/>
                      <a:pt x="920" y="94"/>
                      <a:pt x="913" y="87"/>
                    </a:cubicBezTo>
                    <a:cubicBezTo>
                      <a:pt x="891" y="80"/>
                      <a:pt x="877" y="73"/>
                      <a:pt x="863" y="64"/>
                    </a:cubicBezTo>
                    <a:lnTo>
                      <a:pt x="834" y="101"/>
                    </a:lnTo>
                    <a:lnTo>
                      <a:pt x="784" y="173"/>
                    </a:lnTo>
                    <a:cubicBezTo>
                      <a:pt x="777" y="180"/>
                      <a:pt x="768" y="187"/>
                      <a:pt x="754" y="187"/>
                    </a:cubicBezTo>
                    <a:cubicBezTo>
                      <a:pt x="748" y="187"/>
                      <a:pt x="741" y="180"/>
                      <a:pt x="734" y="180"/>
                    </a:cubicBezTo>
                    <a:cubicBezTo>
                      <a:pt x="718" y="166"/>
                      <a:pt x="711" y="144"/>
                      <a:pt x="725" y="130"/>
                    </a:cubicBezTo>
                    <a:lnTo>
                      <a:pt x="725" y="123"/>
                    </a:lnTo>
                    <a:lnTo>
                      <a:pt x="748" y="94"/>
                    </a:lnTo>
                    <a:lnTo>
                      <a:pt x="791" y="37"/>
                    </a:lnTo>
                    <a:cubicBezTo>
                      <a:pt x="777" y="30"/>
                      <a:pt x="768" y="30"/>
                      <a:pt x="761" y="21"/>
                    </a:cubicBezTo>
                    <a:cubicBezTo>
                      <a:pt x="741" y="14"/>
                      <a:pt x="718" y="8"/>
                      <a:pt x="704" y="8"/>
                    </a:cubicBezTo>
                    <a:cubicBezTo>
                      <a:pt x="682" y="1"/>
                      <a:pt x="668" y="1"/>
                      <a:pt x="6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42"/>
              <p:cNvSpPr/>
              <p:nvPr/>
            </p:nvSpPr>
            <p:spPr>
              <a:xfrm>
                <a:off x="7664319" y="4620101"/>
                <a:ext cx="63046" cy="53819"/>
              </a:xfrm>
              <a:custGeom>
                <a:rect b="b" l="l" r="r" t="t"/>
                <a:pathLst>
                  <a:path extrusionOk="0" h="210" w="246">
                    <a:moveTo>
                      <a:pt x="109" y="0"/>
                    </a:moveTo>
                    <a:cubicBezTo>
                      <a:pt x="106" y="0"/>
                      <a:pt x="103" y="1"/>
                      <a:pt x="100" y="1"/>
                    </a:cubicBezTo>
                    <a:cubicBezTo>
                      <a:pt x="86" y="1"/>
                      <a:pt x="64" y="8"/>
                      <a:pt x="43" y="30"/>
                    </a:cubicBezTo>
                    <a:cubicBezTo>
                      <a:pt x="14" y="58"/>
                      <a:pt x="0" y="108"/>
                      <a:pt x="29" y="174"/>
                    </a:cubicBezTo>
                    <a:cubicBezTo>
                      <a:pt x="50" y="174"/>
                      <a:pt x="64" y="174"/>
                      <a:pt x="86" y="181"/>
                    </a:cubicBezTo>
                    <a:cubicBezTo>
                      <a:pt x="100" y="181"/>
                      <a:pt x="123" y="187"/>
                      <a:pt x="143" y="194"/>
                    </a:cubicBezTo>
                    <a:cubicBezTo>
                      <a:pt x="150" y="203"/>
                      <a:pt x="159" y="203"/>
                      <a:pt x="173" y="210"/>
                    </a:cubicBezTo>
                    <a:lnTo>
                      <a:pt x="245" y="117"/>
                    </a:lnTo>
                    <a:cubicBezTo>
                      <a:pt x="171" y="49"/>
                      <a:pt x="152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42"/>
              <p:cNvSpPr/>
              <p:nvPr/>
            </p:nvSpPr>
            <p:spPr>
              <a:xfrm>
                <a:off x="7806044" y="4694167"/>
                <a:ext cx="46388" cy="44336"/>
              </a:xfrm>
              <a:custGeom>
                <a:rect b="b" l="l" r="r" t="t"/>
                <a:pathLst>
                  <a:path extrusionOk="0" h="173" w="181">
                    <a:moveTo>
                      <a:pt x="144" y="0"/>
                    </a:moveTo>
                    <a:cubicBezTo>
                      <a:pt x="130" y="0"/>
                      <a:pt x="123" y="7"/>
                      <a:pt x="115" y="14"/>
                    </a:cubicBezTo>
                    <a:lnTo>
                      <a:pt x="94" y="43"/>
                    </a:lnTo>
                    <a:lnTo>
                      <a:pt x="65" y="86"/>
                    </a:lnTo>
                    <a:lnTo>
                      <a:pt x="51" y="107"/>
                    </a:lnTo>
                    <a:lnTo>
                      <a:pt x="1" y="173"/>
                    </a:lnTo>
                    <a:lnTo>
                      <a:pt x="101" y="130"/>
                    </a:lnTo>
                    <a:lnTo>
                      <a:pt x="137" y="107"/>
                    </a:lnTo>
                    <a:lnTo>
                      <a:pt x="167" y="71"/>
                    </a:lnTo>
                    <a:lnTo>
                      <a:pt x="173" y="57"/>
                    </a:lnTo>
                    <a:cubicBezTo>
                      <a:pt x="180" y="57"/>
                      <a:pt x="180" y="50"/>
                      <a:pt x="180" y="43"/>
                    </a:cubicBezTo>
                    <a:cubicBezTo>
                      <a:pt x="180" y="28"/>
                      <a:pt x="180" y="14"/>
                      <a:pt x="167" y="7"/>
                    </a:cubicBezTo>
                    <a:cubicBezTo>
                      <a:pt x="158" y="7"/>
                      <a:pt x="151" y="0"/>
                      <a:pt x="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42"/>
              <p:cNvSpPr/>
              <p:nvPr/>
            </p:nvSpPr>
            <p:spPr>
              <a:xfrm>
                <a:off x="7765551" y="4677252"/>
                <a:ext cx="52026" cy="63045"/>
              </a:xfrm>
              <a:custGeom>
                <a:rect b="b" l="l" r="r" t="t"/>
                <a:pathLst>
                  <a:path extrusionOk="0" h="246" w="203">
                    <a:moveTo>
                      <a:pt x="166" y="1"/>
                    </a:moveTo>
                    <a:cubicBezTo>
                      <a:pt x="152" y="1"/>
                      <a:pt x="143" y="8"/>
                      <a:pt x="130" y="14"/>
                    </a:cubicBezTo>
                    <a:lnTo>
                      <a:pt x="109" y="44"/>
                    </a:lnTo>
                    <a:lnTo>
                      <a:pt x="73" y="101"/>
                    </a:lnTo>
                    <a:lnTo>
                      <a:pt x="66" y="109"/>
                    </a:lnTo>
                    <a:lnTo>
                      <a:pt x="14" y="187"/>
                    </a:lnTo>
                    <a:cubicBezTo>
                      <a:pt x="0" y="202"/>
                      <a:pt x="0" y="223"/>
                      <a:pt x="23" y="239"/>
                    </a:cubicBezTo>
                    <a:cubicBezTo>
                      <a:pt x="30" y="246"/>
                      <a:pt x="36" y="246"/>
                      <a:pt x="43" y="246"/>
                    </a:cubicBezTo>
                    <a:cubicBezTo>
                      <a:pt x="50" y="246"/>
                      <a:pt x="66" y="239"/>
                      <a:pt x="73" y="230"/>
                    </a:cubicBezTo>
                    <a:lnTo>
                      <a:pt x="136" y="137"/>
                    </a:lnTo>
                    <a:lnTo>
                      <a:pt x="180" y="80"/>
                    </a:lnTo>
                    <a:lnTo>
                      <a:pt x="195" y="58"/>
                    </a:lnTo>
                    <a:cubicBezTo>
                      <a:pt x="202" y="51"/>
                      <a:pt x="202" y="44"/>
                      <a:pt x="202" y="37"/>
                    </a:cubicBezTo>
                    <a:cubicBezTo>
                      <a:pt x="202" y="30"/>
                      <a:pt x="195" y="14"/>
                      <a:pt x="187" y="8"/>
                    </a:cubicBezTo>
                    <a:cubicBezTo>
                      <a:pt x="180" y="1"/>
                      <a:pt x="173" y="1"/>
                      <a:pt x="1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7155852" y="3339965"/>
                <a:ext cx="1860636" cy="69964"/>
              </a:xfrm>
              <a:custGeom>
                <a:rect b="b" l="l" r="r" t="t"/>
                <a:pathLst>
                  <a:path extrusionOk="0" h="273" w="7260">
                    <a:moveTo>
                      <a:pt x="0" y="0"/>
                    </a:moveTo>
                    <a:lnTo>
                      <a:pt x="0" y="273"/>
                    </a:lnTo>
                    <a:lnTo>
                      <a:pt x="7260" y="273"/>
                    </a:lnTo>
                    <a:lnTo>
                      <a:pt x="72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8045413" y="3409674"/>
                <a:ext cx="81499" cy="1242185"/>
              </a:xfrm>
              <a:custGeom>
                <a:rect b="b" l="l" r="r" t="t"/>
                <a:pathLst>
                  <a:path extrusionOk="0" h="4847" w="318">
                    <a:moveTo>
                      <a:pt x="0" y="1"/>
                    </a:moveTo>
                    <a:lnTo>
                      <a:pt x="0" y="4847"/>
                    </a:lnTo>
                    <a:lnTo>
                      <a:pt x="318" y="4847"/>
                    </a:lnTo>
                    <a:lnTo>
                      <a:pt x="3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7297833" y="3301523"/>
                <a:ext cx="360851" cy="38698"/>
              </a:xfrm>
              <a:custGeom>
                <a:rect b="b" l="l" r="r" t="t"/>
                <a:pathLst>
                  <a:path extrusionOk="0" h="151" w="1408">
                    <a:moveTo>
                      <a:pt x="123" y="0"/>
                    </a:moveTo>
                    <a:lnTo>
                      <a:pt x="0" y="150"/>
                    </a:lnTo>
                    <a:lnTo>
                      <a:pt x="1358" y="150"/>
                    </a:lnTo>
                    <a:lnTo>
                      <a:pt x="140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7645610" y="2829705"/>
                <a:ext cx="773984" cy="510508"/>
              </a:xfrm>
              <a:custGeom>
                <a:rect b="b" l="l" r="r" t="t"/>
                <a:pathLst>
                  <a:path extrusionOk="0" h="1992" w="3020">
                    <a:moveTo>
                      <a:pt x="1812" y="791"/>
                    </a:moveTo>
                    <a:cubicBezTo>
                      <a:pt x="1891" y="791"/>
                      <a:pt x="1935" y="856"/>
                      <a:pt x="1914" y="935"/>
                    </a:cubicBezTo>
                    <a:cubicBezTo>
                      <a:pt x="1905" y="970"/>
                      <a:pt x="1885" y="1056"/>
                      <a:pt x="1669" y="1172"/>
                    </a:cubicBezTo>
                    <a:lnTo>
                      <a:pt x="1576" y="1222"/>
                    </a:lnTo>
                    <a:lnTo>
                      <a:pt x="1510" y="1172"/>
                    </a:lnTo>
                    <a:cubicBezTo>
                      <a:pt x="1360" y="1056"/>
                      <a:pt x="1381" y="970"/>
                      <a:pt x="1396" y="935"/>
                    </a:cubicBezTo>
                    <a:cubicBezTo>
                      <a:pt x="1417" y="856"/>
                      <a:pt x="1496" y="791"/>
                      <a:pt x="1576" y="791"/>
                    </a:cubicBezTo>
                    <a:cubicBezTo>
                      <a:pt x="1626" y="791"/>
                      <a:pt x="1662" y="820"/>
                      <a:pt x="1676" y="856"/>
                    </a:cubicBezTo>
                    <a:cubicBezTo>
                      <a:pt x="1712" y="820"/>
                      <a:pt x="1762" y="791"/>
                      <a:pt x="1812" y="791"/>
                    </a:cubicBezTo>
                    <a:close/>
                    <a:moveTo>
                      <a:pt x="634" y="0"/>
                    </a:moveTo>
                    <a:lnTo>
                      <a:pt x="130" y="1589"/>
                    </a:lnTo>
                    <a:lnTo>
                      <a:pt x="51" y="1841"/>
                    </a:lnTo>
                    <a:lnTo>
                      <a:pt x="1" y="1991"/>
                    </a:lnTo>
                    <a:lnTo>
                      <a:pt x="2388" y="1991"/>
                    </a:lnTo>
                    <a:lnTo>
                      <a:pt x="302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7981869" y="3022950"/>
                <a:ext cx="171938" cy="129150"/>
              </a:xfrm>
              <a:custGeom>
                <a:rect b="b" l="l" r="r" t="t"/>
                <a:pathLst>
                  <a:path extrusionOk="0" h="432" w="575">
                    <a:moveTo>
                      <a:pt x="216" y="1"/>
                    </a:moveTo>
                    <a:cubicBezTo>
                      <a:pt x="136" y="1"/>
                      <a:pt x="57" y="66"/>
                      <a:pt x="36" y="145"/>
                    </a:cubicBezTo>
                    <a:cubicBezTo>
                      <a:pt x="21" y="180"/>
                      <a:pt x="0" y="266"/>
                      <a:pt x="150" y="382"/>
                    </a:cubicBezTo>
                    <a:lnTo>
                      <a:pt x="216" y="432"/>
                    </a:lnTo>
                    <a:lnTo>
                      <a:pt x="309" y="382"/>
                    </a:lnTo>
                    <a:cubicBezTo>
                      <a:pt x="525" y="266"/>
                      <a:pt x="545" y="180"/>
                      <a:pt x="554" y="145"/>
                    </a:cubicBezTo>
                    <a:cubicBezTo>
                      <a:pt x="575" y="66"/>
                      <a:pt x="531" y="1"/>
                      <a:pt x="452" y="1"/>
                    </a:cubicBezTo>
                    <a:cubicBezTo>
                      <a:pt x="402" y="1"/>
                      <a:pt x="352" y="30"/>
                      <a:pt x="316" y="66"/>
                    </a:cubicBezTo>
                    <a:cubicBezTo>
                      <a:pt x="302" y="30"/>
                      <a:pt x="266" y="1"/>
                      <a:pt x="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8520564" y="3004746"/>
                <a:ext cx="214255" cy="95848"/>
              </a:xfrm>
              <a:custGeom>
                <a:rect b="b" l="l" r="r" t="t"/>
                <a:pathLst>
                  <a:path extrusionOk="0" h="374" w="836">
                    <a:moveTo>
                      <a:pt x="461" y="1"/>
                    </a:moveTo>
                    <a:lnTo>
                      <a:pt x="468" y="21"/>
                    </a:lnTo>
                    <a:lnTo>
                      <a:pt x="468" y="101"/>
                    </a:lnTo>
                    <a:cubicBezTo>
                      <a:pt x="448" y="101"/>
                      <a:pt x="425" y="108"/>
                      <a:pt x="411" y="108"/>
                    </a:cubicBezTo>
                    <a:cubicBezTo>
                      <a:pt x="404" y="108"/>
                      <a:pt x="389" y="108"/>
                      <a:pt x="382" y="101"/>
                    </a:cubicBezTo>
                    <a:lnTo>
                      <a:pt x="375" y="101"/>
                    </a:lnTo>
                    <a:lnTo>
                      <a:pt x="375" y="44"/>
                    </a:lnTo>
                    <a:lnTo>
                      <a:pt x="354" y="7"/>
                    </a:lnTo>
                    <a:cubicBezTo>
                      <a:pt x="166" y="37"/>
                      <a:pt x="23" y="187"/>
                      <a:pt x="1" y="373"/>
                    </a:cubicBezTo>
                    <a:lnTo>
                      <a:pt x="836" y="373"/>
                    </a:lnTo>
                    <a:cubicBezTo>
                      <a:pt x="820" y="180"/>
                      <a:pt x="656" y="14"/>
                      <a:pt x="4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42"/>
              <p:cNvSpPr/>
              <p:nvPr/>
            </p:nvSpPr>
            <p:spPr>
              <a:xfrm>
                <a:off x="8533890" y="3142627"/>
                <a:ext cx="189908" cy="44593"/>
              </a:xfrm>
              <a:custGeom>
                <a:rect b="b" l="l" r="r" t="t"/>
                <a:pathLst>
                  <a:path extrusionOk="0" h="174" w="741">
                    <a:moveTo>
                      <a:pt x="0" y="1"/>
                    </a:moveTo>
                    <a:lnTo>
                      <a:pt x="14" y="173"/>
                    </a:lnTo>
                    <a:lnTo>
                      <a:pt x="725" y="173"/>
                    </a:lnTo>
                    <a:lnTo>
                      <a:pt x="74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42"/>
              <p:cNvSpPr/>
              <p:nvPr/>
            </p:nvSpPr>
            <p:spPr>
              <a:xfrm>
                <a:off x="8544911" y="3288196"/>
                <a:ext cx="167867" cy="52025"/>
              </a:xfrm>
              <a:custGeom>
                <a:rect b="b" l="l" r="r" t="t"/>
                <a:pathLst>
                  <a:path extrusionOk="0" h="203" w="655">
                    <a:moveTo>
                      <a:pt x="1" y="0"/>
                    </a:moveTo>
                    <a:lnTo>
                      <a:pt x="14" y="202"/>
                    </a:lnTo>
                    <a:lnTo>
                      <a:pt x="632" y="202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8515438" y="3100340"/>
                <a:ext cx="226557" cy="42542"/>
              </a:xfrm>
              <a:custGeom>
                <a:rect b="b" l="l" r="r" t="t"/>
                <a:pathLst>
                  <a:path extrusionOk="0" h="166" w="884">
                    <a:moveTo>
                      <a:pt x="0" y="0"/>
                    </a:moveTo>
                    <a:lnTo>
                      <a:pt x="0" y="166"/>
                    </a:lnTo>
                    <a:lnTo>
                      <a:pt x="883" y="166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8529790" y="3186964"/>
                <a:ext cx="197597" cy="101487"/>
              </a:xfrm>
              <a:custGeom>
                <a:rect b="b" l="l" r="r" t="t"/>
                <a:pathLst>
                  <a:path extrusionOk="0" h="396" w="771">
                    <a:moveTo>
                      <a:pt x="1" y="0"/>
                    </a:moveTo>
                    <a:lnTo>
                      <a:pt x="37" y="395"/>
                    </a:lnTo>
                    <a:lnTo>
                      <a:pt x="734" y="395"/>
                    </a:lnTo>
                    <a:lnTo>
                      <a:pt x="77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rect b="b" l="l" r="r" t="t"/>
                <a:pathLst>
                  <a:path extrusionOk="0" h="15" w="66">
                    <a:moveTo>
                      <a:pt x="66" y="1"/>
                    </a:moveTo>
                    <a:lnTo>
                      <a:pt x="0" y="15"/>
                    </a:lnTo>
                    <a:cubicBezTo>
                      <a:pt x="23" y="15"/>
                      <a:pt x="43" y="8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8640504" y="3026787"/>
                <a:ext cx="16915" cy="3844"/>
              </a:xfrm>
              <a:custGeom>
                <a:rect b="b" l="l" r="r" t="t"/>
                <a:pathLst>
                  <a:path extrusionOk="0" fill="none" h="15" w="66">
                    <a:moveTo>
                      <a:pt x="66" y="1"/>
                    </a:moveTo>
                    <a:cubicBezTo>
                      <a:pt x="43" y="8"/>
                      <a:pt x="23" y="15"/>
                      <a:pt x="0" y="15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rect b="b" l="l" r="r" t="t"/>
                <a:pathLst>
                  <a:path extrusionOk="0" h="15" w="65">
                    <a:moveTo>
                      <a:pt x="0" y="1"/>
                    </a:moveTo>
                    <a:cubicBezTo>
                      <a:pt x="0" y="1"/>
                      <a:pt x="21" y="15"/>
                      <a:pt x="64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8600268" y="3026787"/>
                <a:ext cx="16659" cy="3844"/>
              </a:xfrm>
              <a:custGeom>
                <a:rect b="b" l="l" r="r" t="t"/>
                <a:pathLst>
                  <a:path extrusionOk="0" fill="none" h="15" w="65">
                    <a:moveTo>
                      <a:pt x="64" y="15"/>
                    </a:moveTo>
                    <a:cubicBezTo>
                      <a:pt x="21" y="15"/>
                      <a:pt x="0" y="1"/>
                      <a:pt x="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42"/>
              <p:cNvSpPr/>
              <p:nvPr/>
            </p:nvSpPr>
            <p:spPr>
              <a:xfrm>
                <a:off x="8535684" y="2879167"/>
                <a:ext cx="105077" cy="153255"/>
              </a:xfrm>
              <a:custGeom>
                <a:rect b="b" l="l" r="r" t="t"/>
                <a:pathLst>
                  <a:path extrusionOk="0" h="598" w="410">
                    <a:moveTo>
                      <a:pt x="94" y="1"/>
                    </a:moveTo>
                    <a:lnTo>
                      <a:pt x="0" y="23"/>
                    </a:lnTo>
                    <a:lnTo>
                      <a:pt x="295" y="497"/>
                    </a:lnTo>
                    <a:lnTo>
                      <a:pt x="316" y="534"/>
                    </a:lnTo>
                    <a:lnTo>
                      <a:pt x="316" y="591"/>
                    </a:lnTo>
                    <a:lnTo>
                      <a:pt x="323" y="591"/>
                    </a:lnTo>
                    <a:cubicBezTo>
                      <a:pt x="330" y="598"/>
                      <a:pt x="345" y="598"/>
                      <a:pt x="352" y="598"/>
                    </a:cubicBezTo>
                    <a:cubicBezTo>
                      <a:pt x="366" y="598"/>
                      <a:pt x="389" y="591"/>
                      <a:pt x="409" y="591"/>
                    </a:cubicBezTo>
                    <a:lnTo>
                      <a:pt x="409" y="511"/>
                    </a:lnTo>
                    <a:lnTo>
                      <a:pt x="402" y="491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42"/>
              <p:cNvSpPr/>
              <p:nvPr/>
            </p:nvSpPr>
            <p:spPr>
              <a:xfrm>
                <a:off x="8616670" y="3030375"/>
                <a:ext cx="1794" cy="256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42"/>
              <p:cNvSpPr/>
              <p:nvPr/>
            </p:nvSpPr>
            <p:spPr>
              <a:xfrm>
                <a:off x="5998730" y="3719265"/>
                <a:ext cx="15377" cy="68683"/>
              </a:xfrm>
              <a:custGeom>
                <a:rect b="b" l="l" r="r" t="t"/>
                <a:pathLst>
                  <a:path extrusionOk="0" h="268" w="60">
                    <a:moveTo>
                      <a:pt x="59" y="0"/>
                    </a:moveTo>
                    <a:lnTo>
                      <a:pt x="1" y="268"/>
                    </a:lnTo>
                    <a:cubicBezTo>
                      <a:pt x="37" y="181"/>
                      <a:pt x="59" y="87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42"/>
              <p:cNvSpPr/>
              <p:nvPr/>
            </p:nvSpPr>
            <p:spPr>
              <a:xfrm>
                <a:off x="5724250" y="2658251"/>
                <a:ext cx="315488" cy="1339827"/>
              </a:xfrm>
              <a:custGeom>
                <a:rect b="b" l="l" r="r" t="t"/>
                <a:pathLst>
                  <a:path extrusionOk="0" h="5228" w="1231">
                    <a:moveTo>
                      <a:pt x="620" y="0"/>
                    </a:moveTo>
                    <a:cubicBezTo>
                      <a:pt x="620" y="0"/>
                      <a:pt x="130" y="540"/>
                      <a:pt x="181" y="1201"/>
                    </a:cubicBezTo>
                    <a:cubicBezTo>
                      <a:pt x="225" y="1863"/>
                      <a:pt x="80" y="2150"/>
                      <a:pt x="37" y="2329"/>
                    </a:cubicBezTo>
                    <a:cubicBezTo>
                      <a:pt x="23" y="2388"/>
                      <a:pt x="9" y="2467"/>
                      <a:pt x="0" y="2545"/>
                    </a:cubicBezTo>
                    <a:lnTo>
                      <a:pt x="0" y="2560"/>
                    </a:lnTo>
                    <a:cubicBezTo>
                      <a:pt x="66" y="3005"/>
                      <a:pt x="202" y="3178"/>
                      <a:pt x="259" y="3293"/>
                    </a:cubicBezTo>
                    <a:cubicBezTo>
                      <a:pt x="318" y="3407"/>
                      <a:pt x="388" y="3652"/>
                      <a:pt x="332" y="3818"/>
                    </a:cubicBezTo>
                    <a:cubicBezTo>
                      <a:pt x="318" y="3875"/>
                      <a:pt x="311" y="3925"/>
                      <a:pt x="302" y="3968"/>
                    </a:cubicBezTo>
                    <a:cubicBezTo>
                      <a:pt x="302" y="4063"/>
                      <a:pt x="332" y="4149"/>
                      <a:pt x="388" y="4249"/>
                    </a:cubicBezTo>
                    <a:cubicBezTo>
                      <a:pt x="475" y="4399"/>
                      <a:pt x="533" y="4608"/>
                      <a:pt x="454" y="4787"/>
                    </a:cubicBezTo>
                    <a:cubicBezTo>
                      <a:pt x="411" y="4889"/>
                      <a:pt x="425" y="5039"/>
                      <a:pt x="418" y="5175"/>
                    </a:cubicBezTo>
                    <a:cubicBezTo>
                      <a:pt x="425" y="5191"/>
                      <a:pt x="432" y="5212"/>
                      <a:pt x="447" y="5227"/>
                    </a:cubicBezTo>
                    <a:lnTo>
                      <a:pt x="770" y="5227"/>
                    </a:lnTo>
                    <a:cubicBezTo>
                      <a:pt x="756" y="5105"/>
                      <a:pt x="777" y="4960"/>
                      <a:pt x="734" y="4860"/>
                    </a:cubicBezTo>
                    <a:cubicBezTo>
                      <a:pt x="670" y="4710"/>
                      <a:pt x="720" y="4522"/>
                      <a:pt x="792" y="4392"/>
                    </a:cubicBezTo>
                    <a:cubicBezTo>
                      <a:pt x="872" y="4263"/>
                      <a:pt x="885" y="4170"/>
                      <a:pt x="842" y="4026"/>
                    </a:cubicBezTo>
                    <a:cubicBezTo>
                      <a:pt x="835" y="4020"/>
                      <a:pt x="835" y="4011"/>
                      <a:pt x="835" y="3997"/>
                    </a:cubicBezTo>
                    <a:cubicBezTo>
                      <a:pt x="799" y="3854"/>
                      <a:pt x="856" y="3666"/>
                      <a:pt x="906" y="3566"/>
                    </a:cubicBezTo>
                    <a:cubicBezTo>
                      <a:pt x="958" y="3466"/>
                      <a:pt x="1072" y="3321"/>
                      <a:pt x="1130" y="2933"/>
                    </a:cubicBezTo>
                    <a:cubicBezTo>
                      <a:pt x="1144" y="2826"/>
                      <a:pt x="1180" y="2726"/>
                      <a:pt x="1230" y="2639"/>
                    </a:cubicBezTo>
                    <a:cubicBezTo>
                      <a:pt x="1230" y="2524"/>
                      <a:pt x="1208" y="2415"/>
                      <a:pt x="1194" y="2338"/>
                    </a:cubicBezTo>
                    <a:cubicBezTo>
                      <a:pt x="1144" y="2150"/>
                      <a:pt x="1001" y="1863"/>
                      <a:pt x="1051" y="1201"/>
                    </a:cubicBezTo>
                    <a:cubicBezTo>
                      <a:pt x="1101" y="547"/>
                      <a:pt x="620" y="0"/>
                      <a:pt x="6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42"/>
              <p:cNvSpPr/>
              <p:nvPr/>
            </p:nvSpPr>
            <p:spPr>
              <a:xfrm>
                <a:off x="5879046" y="2658251"/>
                <a:ext cx="4101" cy="1339827"/>
              </a:xfrm>
              <a:custGeom>
                <a:rect b="b" l="l" r="r" t="t"/>
                <a:pathLst>
                  <a:path extrusionOk="0" fill="none" h="5228" w="16">
                    <a:moveTo>
                      <a:pt x="16" y="0"/>
                    </a:moveTo>
                    <a:lnTo>
                      <a:pt x="9" y="1582"/>
                    </a:lnTo>
                    <a:lnTo>
                      <a:pt x="9" y="3041"/>
                    </a:lnTo>
                    <a:lnTo>
                      <a:pt x="9" y="4458"/>
                    </a:lnTo>
                    <a:lnTo>
                      <a:pt x="0" y="5227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42"/>
              <p:cNvSpPr/>
              <p:nvPr/>
            </p:nvSpPr>
            <p:spPr>
              <a:xfrm>
                <a:off x="5801648" y="3671596"/>
                <a:ext cx="79705" cy="129165"/>
              </a:xfrm>
              <a:custGeom>
                <a:rect b="b" l="l" r="r" t="t"/>
                <a:pathLst>
                  <a:path extrusionOk="0" fill="none" h="504" w="311">
                    <a:moveTo>
                      <a:pt x="311" y="504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42"/>
              <p:cNvSpPr/>
              <p:nvPr/>
            </p:nvSpPr>
            <p:spPr>
              <a:xfrm>
                <a:off x="5881096" y="3682616"/>
                <a:ext cx="57408" cy="69964"/>
              </a:xfrm>
              <a:custGeom>
                <a:rect b="b" l="l" r="r" t="t"/>
                <a:pathLst>
                  <a:path extrusionOk="0" fill="none" h="273" w="224">
                    <a:moveTo>
                      <a:pt x="223" y="0"/>
                    </a:moveTo>
                    <a:lnTo>
                      <a:pt x="1" y="273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42"/>
              <p:cNvSpPr/>
              <p:nvPr/>
            </p:nvSpPr>
            <p:spPr>
              <a:xfrm>
                <a:off x="5882890" y="2916328"/>
                <a:ext cx="73810" cy="90467"/>
              </a:xfrm>
              <a:custGeom>
                <a:rect b="b" l="l" r="r" t="t"/>
                <a:pathLst>
                  <a:path extrusionOk="0" fill="none" h="353" w="288">
                    <a:moveTo>
                      <a:pt x="1" y="352"/>
                    </a:moveTo>
                    <a:lnTo>
                      <a:pt x="28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42"/>
              <p:cNvSpPr/>
              <p:nvPr/>
            </p:nvSpPr>
            <p:spPr>
              <a:xfrm>
                <a:off x="5881096" y="3257185"/>
                <a:ext cx="119686" cy="145823"/>
              </a:xfrm>
              <a:custGeom>
                <a:rect b="b" l="l" r="r" t="t"/>
                <a:pathLst>
                  <a:path extrusionOk="0" fill="none" h="569" w="467">
                    <a:moveTo>
                      <a:pt x="1" y="568"/>
                    </a:moveTo>
                    <a:lnTo>
                      <a:pt x="46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42"/>
              <p:cNvSpPr/>
              <p:nvPr/>
            </p:nvSpPr>
            <p:spPr>
              <a:xfrm>
                <a:off x="5781658" y="3277176"/>
                <a:ext cx="99695" cy="160687"/>
              </a:xfrm>
              <a:custGeom>
                <a:rect b="b" l="l" r="r" t="t"/>
                <a:pathLst>
                  <a:path extrusionOk="0" fill="none" h="627" w="389">
                    <a:moveTo>
                      <a:pt x="389" y="626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42"/>
              <p:cNvSpPr/>
              <p:nvPr/>
            </p:nvSpPr>
            <p:spPr>
              <a:xfrm>
                <a:off x="5820101" y="2963997"/>
                <a:ext cx="61252" cy="99693"/>
              </a:xfrm>
              <a:custGeom>
                <a:rect b="b" l="l" r="r" t="t"/>
                <a:pathLst>
                  <a:path extrusionOk="0" fill="none" h="389" w="239">
                    <a:moveTo>
                      <a:pt x="239" y="389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42"/>
              <p:cNvSpPr/>
              <p:nvPr/>
            </p:nvSpPr>
            <p:spPr>
              <a:xfrm>
                <a:off x="5604822" y="3124687"/>
                <a:ext cx="256286" cy="873399"/>
              </a:xfrm>
              <a:custGeom>
                <a:rect b="b" l="l" r="r" t="t"/>
                <a:pathLst>
                  <a:path extrusionOk="0" h="3408" w="1000">
                    <a:moveTo>
                      <a:pt x="1" y="0"/>
                    </a:moveTo>
                    <a:lnTo>
                      <a:pt x="230" y="1056"/>
                    </a:lnTo>
                    <a:lnTo>
                      <a:pt x="439" y="2034"/>
                    </a:lnTo>
                    <a:lnTo>
                      <a:pt x="446" y="2034"/>
                    </a:lnTo>
                    <a:lnTo>
                      <a:pt x="647" y="2976"/>
                    </a:lnTo>
                    <a:lnTo>
                      <a:pt x="741" y="3407"/>
                    </a:lnTo>
                    <a:lnTo>
                      <a:pt x="877" y="3407"/>
                    </a:lnTo>
                    <a:cubicBezTo>
                      <a:pt x="884" y="3392"/>
                      <a:pt x="884" y="3371"/>
                      <a:pt x="884" y="3355"/>
                    </a:cubicBezTo>
                    <a:cubicBezTo>
                      <a:pt x="891" y="3219"/>
                      <a:pt x="877" y="3069"/>
                      <a:pt x="920" y="2967"/>
                    </a:cubicBezTo>
                    <a:cubicBezTo>
                      <a:pt x="999" y="2788"/>
                      <a:pt x="941" y="2579"/>
                      <a:pt x="854" y="2429"/>
                    </a:cubicBezTo>
                    <a:cubicBezTo>
                      <a:pt x="798" y="2329"/>
                      <a:pt x="768" y="2243"/>
                      <a:pt x="768" y="2148"/>
                    </a:cubicBezTo>
                    <a:cubicBezTo>
                      <a:pt x="777" y="2105"/>
                      <a:pt x="784" y="2055"/>
                      <a:pt x="798" y="1998"/>
                    </a:cubicBezTo>
                    <a:cubicBezTo>
                      <a:pt x="854" y="1832"/>
                      <a:pt x="784" y="1587"/>
                      <a:pt x="725" y="1473"/>
                    </a:cubicBezTo>
                    <a:cubicBezTo>
                      <a:pt x="668" y="1358"/>
                      <a:pt x="532" y="1185"/>
                      <a:pt x="466" y="740"/>
                    </a:cubicBezTo>
                    <a:lnTo>
                      <a:pt x="466" y="725"/>
                    </a:lnTo>
                    <a:cubicBezTo>
                      <a:pt x="396" y="28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42"/>
              <p:cNvSpPr/>
              <p:nvPr/>
            </p:nvSpPr>
            <p:spPr>
              <a:xfrm>
                <a:off x="5542033" y="3124687"/>
                <a:ext cx="252698" cy="873399"/>
              </a:xfrm>
              <a:custGeom>
                <a:rect b="b" l="l" r="r" t="t"/>
                <a:pathLst>
                  <a:path extrusionOk="0" h="3408" w="986">
                    <a:moveTo>
                      <a:pt x="246" y="0"/>
                    </a:moveTo>
                    <a:cubicBezTo>
                      <a:pt x="246" y="0"/>
                      <a:pt x="1" y="431"/>
                      <a:pt x="130" y="863"/>
                    </a:cubicBezTo>
                    <a:cubicBezTo>
                      <a:pt x="252" y="1301"/>
                      <a:pt x="202" y="1510"/>
                      <a:pt x="194" y="1639"/>
                    </a:cubicBezTo>
                    <a:cubicBezTo>
                      <a:pt x="194" y="1768"/>
                      <a:pt x="223" y="2018"/>
                      <a:pt x="346" y="2148"/>
                    </a:cubicBezTo>
                    <a:cubicBezTo>
                      <a:pt x="468" y="2277"/>
                      <a:pt x="489" y="2393"/>
                      <a:pt x="475" y="2565"/>
                    </a:cubicBezTo>
                    <a:cubicBezTo>
                      <a:pt x="461" y="2731"/>
                      <a:pt x="496" y="2953"/>
                      <a:pt x="641" y="3083"/>
                    </a:cubicBezTo>
                    <a:cubicBezTo>
                      <a:pt x="720" y="3155"/>
                      <a:pt x="763" y="3292"/>
                      <a:pt x="827" y="3407"/>
                    </a:cubicBezTo>
                    <a:lnTo>
                      <a:pt x="986" y="3407"/>
                    </a:lnTo>
                    <a:lnTo>
                      <a:pt x="892" y="2976"/>
                    </a:lnTo>
                    <a:lnTo>
                      <a:pt x="691" y="2034"/>
                    </a:lnTo>
                    <a:lnTo>
                      <a:pt x="684" y="2034"/>
                    </a:lnTo>
                    <a:lnTo>
                      <a:pt x="475" y="105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42"/>
              <p:cNvSpPr/>
              <p:nvPr/>
            </p:nvSpPr>
            <p:spPr>
              <a:xfrm>
                <a:off x="5698622" y="3813321"/>
                <a:ext cx="72273" cy="74065"/>
              </a:xfrm>
              <a:custGeom>
                <a:rect b="b" l="l" r="r" t="t"/>
                <a:pathLst>
                  <a:path extrusionOk="0" fill="none" h="289" w="282">
                    <a:moveTo>
                      <a:pt x="281" y="289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42"/>
              <p:cNvSpPr/>
              <p:nvPr/>
            </p:nvSpPr>
            <p:spPr>
              <a:xfrm>
                <a:off x="5763206" y="3769240"/>
                <a:ext cx="44337" cy="86879"/>
              </a:xfrm>
              <a:custGeom>
                <a:rect b="b" l="l" r="r" t="t"/>
                <a:pathLst>
                  <a:path extrusionOk="0" fill="none" h="339" w="173">
                    <a:moveTo>
                      <a:pt x="0" y="338"/>
                    </a:moveTo>
                    <a:lnTo>
                      <a:pt x="173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42"/>
              <p:cNvSpPr/>
              <p:nvPr/>
            </p:nvSpPr>
            <p:spPr>
              <a:xfrm>
                <a:off x="5656079" y="3284608"/>
                <a:ext cx="35111" cy="72271"/>
              </a:xfrm>
              <a:custGeom>
                <a:rect b="b" l="l" r="r" t="t"/>
                <a:pathLst>
                  <a:path extrusionOk="0" fill="none" h="282" w="137">
                    <a:moveTo>
                      <a:pt x="1" y="282"/>
                    </a:moveTo>
                    <a:lnTo>
                      <a:pt x="137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5770638" y="3505780"/>
                <a:ext cx="256" cy="1794"/>
              </a:xfrm>
              <a:custGeom>
                <a:rect b="b" l="l" r="r" t="t"/>
                <a:pathLst>
                  <a:path extrusionOk="0" fill="none" h="7" w="1">
                    <a:moveTo>
                      <a:pt x="0" y="0"/>
                    </a:moveTo>
                    <a:lnTo>
                      <a:pt x="0" y="7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5713230" y="3509112"/>
                <a:ext cx="57664" cy="113019"/>
              </a:xfrm>
              <a:custGeom>
                <a:rect b="b" l="l" r="r" t="t"/>
                <a:pathLst>
                  <a:path extrusionOk="0" fill="none" h="441" w="225">
                    <a:moveTo>
                      <a:pt x="224" y="1"/>
                    </a:moveTo>
                    <a:lnTo>
                      <a:pt x="0" y="44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42"/>
              <p:cNvSpPr/>
              <p:nvPr/>
            </p:nvSpPr>
            <p:spPr>
              <a:xfrm>
                <a:off x="5625540" y="3551655"/>
                <a:ext cx="90469" cy="94311"/>
              </a:xfrm>
              <a:custGeom>
                <a:rect b="b" l="l" r="r" t="t"/>
                <a:pathLst>
                  <a:path extrusionOk="0" fill="none" h="368" w="353">
                    <a:moveTo>
                      <a:pt x="353" y="368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42"/>
              <p:cNvSpPr/>
              <p:nvPr/>
            </p:nvSpPr>
            <p:spPr>
              <a:xfrm>
                <a:off x="5608410" y="3338171"/>
                <a:ext cx="55358" cy="57150"/>
              </a:xfrm>
              <a:custGeom>
                <a:rect b="b" l="l" r="r" t="t"/>
                <a:pathLst>
                  <a:path extrusionOk="0" fill="none" h="223" w="216">
                    <a:moveTo>
                      <a:pt x="216" y="223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42"/>
              <p:cNvSpPr/>
              <p:nvPr/>
            </p:nvSpPr>
            <p:spPr>
              <a:xfrm>
                <a:off x="5895704" y="3246165"/>
                <a:ext cx="221431" cy="751923"/>
              </a:xfrm>
              <a:custGeom>
                <a:rect b="b" l="l" r="r" t="t"/>
                <a:pathLst>
                  <a:path extrusionOk="0" h="2934" w="864">
                    <a:moveTo>
                      <a:pt x="863" y="0"/>
                    </a:moveTo>
                    <a:lnTo>
                      <a:pt x="863" y="0"/>
                    </a:lnTo>
                    <a:cubicBezTo>
                      <a:pt x="863" y="1"/>
                      <a:pt x="684" y="130"/>
                      <a:pt x="561" y="345"/>
                    </a:cubicBezTo>
                    <a:cubicBezTo>
                      <a:pt x="511" y="432"/>
                      <a:pt x="475" y="532"/>
                      <a:pt x="461" y="639"/>
                    </a:cubicBezTo>
                    <a:cubicBezTo>
                      <a:pt x="403" y="1027"/>
                      <a:pt x="289" y="1172"/>
                      <a:pt x="237" y="1272"/>
                    </a:cubicBezTo>
                    <a:cubicBezTo>
                      <a:pt x="187" y="1372"/>
                      <a:pt x="130" y="1560"/>
                      <a:pt x="166" y="1703"/>
                    </a:cubicBezTo>
                    <a:cubicBezTo>
                      <a:pt x="166" y="1717"/>
                      <a:pt x="166" y="1726"/>
                      <a:pt x="173" y="1732"/>
                    </a:cubicBezTo>
                    <a:cubicBezTo>
                      <a:pt x="216" y="1876"/>
                      <a:pt x="203" y="1969"/>
                      <a:pt x="123" y="2098"/>
                    </a:cubicBezTo>
                    <a:cubicBezTo>
                      <a:pt x="51" y="2228"/>
                      <a:pt x="1" y="2416"/>
                      <a:pt x="65" y="2566"/>
                    </a:cubicBezTo>
                    <a:cubicBezTo>
                      <a:pt x="108" y="2666"/>
                      <a:pt x="87" y="2811"/>
                      <a:pt x="101" y="2933"/>
                    </a:cubicBezTo>
                    <a:lnTo>
                      <a:pt x="223" y="2933"/>
                    </a:lnTo>
                    <a:lnTo>
                      <a:pt x="303" y="2580"/>
                    </a:lnTo>
                    <a:lnTo>
                      <a:pt x="403" y="2114"/>
                    </a:lnTo>
                    <a:lnTo>
                      <a:pt x="461" y="1846"/>
                    </a:lnTo>
                    <a:lnTo>
                      <a:pt x="482" y="1760"/>
                    </a:lnTo>
                    <a:lnTo>
                      <a:pt x="668" y="913"/>
                    </a:lnTo>
                    <a:lnTo>
                      <a:pt x="86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42"/>
              <p:cNvSpPr/>
              <p:nvPr/>
            </p:nvSpPr>
            <p:spPr>
              <a:xfrm>
                <a:off x="5952856" y="3246165"/>
                <a:ext cx="219381" cy="751923"/>
              </a:xfrm>
              <a:custGeom>
                <a:rect b="b" l="l" r="r" t="t"/>
                <a:pathLst>
                  <a:path extrusionOk="0" h="2934" w="856">
                    <a:moveTo>
                      <a:pt x="640" y="0"/>
                    </a:moveTo>
                    <a:lnTo>
                      <a:pt x="445" y="913"/>
                    </a:lnTo>
                    <a:lnTo>
                      <a:pt x="259" y="1760"/>
                    </a:lnTo>
                    <a:lnTo>
                      <a:pt x="238" y="1846"/>
                    </a:lnTo>
                    <a:lnTo>
                      <a:pt x="180" y="2114"/>
                    </a:lnTo>
                    <a:lnTo>
                      <a:pt x="80" y="2580"/>
                    </a:lnTo>
                    <a:lnTo>
                      <a:pt x="0" y="2933"/>
                    </a:lnTo>
                    <a:lnTo>
                      <a:pt x="143" y="2933"/>
                    </a:lnTo>
                    <a:cubicBezTo>
                      <a:pt x="195" y="2838"/>
                      <a:pt x="238" y="2724"/>
                      <a:pt x="302" y="2666"/>
                    </a:cubicBezTo>
                    <a:cubicBezTo>
                      <a:pt x="425" y="2559"/>
                      <a:pt x="461" y="2364"/>
                      <a:pt x="445" y="2221"/>
                    </a:cubicBezTo>
                    <a:cubicBezTo>
                      <a:pt x="425" y="2071"/>
                      <a:pt x="445" y="1976"/>
                      <a:pt x="554" y="1862"/>
                    </a:cubicBezTo>
                    <a:cubicBezTo>
                      <a:pt x="661" y="1746"/>
                      <a:pt x="690" y="1531"/>
                      <a:pt x="683" y="1415"/>
                    </a:cubicBezTo>
                    <a:cubicBezTo>
                      <a:pt x="676" y="1308"/>
                      <a:pt x="633" y="1122"/>
                      <a:pt x="740" y="747"/>
                    </a:cubicBezTo>
                    <a:cubicBezTo>
                      <a:pt x="856" y="373"/>
                      <a:pt x="640" y="0"/>
                      <a:pt x="6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42"/>
              <p:cNvSpPr/>
              <p:nvPr/>
            </p:nvSpPr>
            <p:spPr>
              <a:xfrm>
                <a:off x="5973102" y="3843050"/>
                <a:ext cx="63046" cy="64326"/>
              </a:xfrm>
              <a:custGeom>
                <a:rect b="b" l="l" r="r" t="t"/>
                <a:pathLst>
                  <a:path extrusionOk="0" fill="none" h="251" w="246">
                    <a:moveTo>
                      <a:pt x="1" y="251"/>
                    </a:moveTo>
                    <a:lnTo>
                      <a:pt x="246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5941835" y="3804094"/>
                <a:ext cx="36905" cy="75859"/>
              </a:xfrm>
              <a:custGeom>
                <a:rect b="b" l="l" r="r" t="t"/>
                <a:pathLst>
                  <a:path extrusionOk="0" fill="none" h="296" w="144">
                    <a:moveTo>
                      <a:pt x="143" y="29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6041274" y="3384046"/>
                <a:ext cx="31523" cy="63045"/>
              </a:xfrm>
              <a:custGeom>
                <a:rect b="b" l="l" r="r" t="t"/>
                <a:pathLst>
                  <a:path extrusionOk="0" fill="none" h="246" w="123">
                    <a:moveTo>
                      <a:pt x="123" y="246"/>
                    </a:moveTo>
                    <a:lnTo>
                      <a:pt x="0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42"/>
              <p:cNvSpPr/>
              <p:nvPr/>
            </p:nvSpPr>
            <p:spPr>
              <a:xfrm>
                <a:off x="5973102" y="3575490"/>
                <a:ext cx="35111" cy="70477"/>
              </a:xfrm>
              <a:custGeom>
                <a:rect b="b" l="l" r="r" t="t"/>
                <a:pathLst>
                  <a:path extrusionOk="0" fill="none" h="275" w="137">
                    <a:moveTo>
                      <a:pt x="137" y="27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2"/>
              <p:cNvSpPr/>
              <p:nvPr/>
            </p:nvSpPr>
            <p:spPr>
              <a:xfrm>
                <a:off x="6007957" y="3645711"/>
                <a:ext cx="14865" cy="29472"/>
              </a:xfrm>
              <a:custGeom>
                <a:rect b="b" l="l" r="r" t="t"/>
                <a:pathLst>
                  <a:path extrusionOk="0" fill="none" h="115" w="58">
                    <a:moveTo>
                      <a:pt x="58" y="115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42"/>
              <p:cNvSpPr/>
              <p:nvPr/>
            </p:nvSpPr>
            <p:spPr>
              <a:xfrm>
                <a:off x="6018977" y="3616239"/>
                <a:ext cx="77655" cy="81240"/>
              </a:xfrm>
              <a:custGeom>
                <a:rect b="b" l="l" r="r" t="t"/>
                <a:pathLst>
                  <a:path extrusionOk="0" fill="none" h="317" w="303">
                    <a:moveTo>
                      <a:pt x="303" y="0"/>
                    </a:moveTo>
                    <a:lnTo>
                      <a:pt x="1" y="316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42"/>
              <p:cNvSpPr/>
              <p:nvPr/>
            </p:nvSpPr>
            <p:spPr>
              <a:xfrm>
                <a:off x="6066431" y="3430177"/>
                <a:ext cx="50232" cy="50231"/>
              </a:xfrm>
              <a:custGeom>
                <a:rect b="b" l="l" r="r" t="t"/>
                <a:pathLst>
                  <a:path extrusionOk="0" fill="none" h="196" w="196">
                    <a:moveTo>
                      <a:pt x="0" y="195"/>
                    </a:moveTo>
                    <a:lnTo>
                      <a:pt x="195" y="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42"/>
              <p:cNvSpPr/>
              <p:nvPr/>
            </p:nvSpPr>
            <p:spPr>
              <a:xfrm>
                <a:off x="5726301" y="3997845"/>
                <a:ext cx="309850" cy="869299"/>
              </a:xfrm>
              <a:custGeom>
                <a:rect b="b" l="l" r="r" t="t"/>
                <a:pathLst>
                  <a:path extrusionOk="0" h="3392" w="1209">
                    <a:moveTo>
                      <a:pt x="1" y="0"/>
                    </a:moveTo>
                    <a:lnTo>
                      <a:pt x="1" y="3392"/>
                    </a:lnTo>
                    <a:lnTo>
                      <a:pt x="1209" y="3392"/>
                    </a:lnTo>
                    <a:lnTo>
                      <a:pt x="120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42"/>
              <p:cNvSpPr/>
              <p:nvPr/>
            </p:nvSpPr>
            <p:spPr>
              <a:xfrm>
                <a:off x="5921333" y="3997845"/>
                <a:ext cx="256" cy="2050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42"/>
              <p:cNvSpPr/>
              <p:nvPr/>
            </p:nvSpPr>
            <p:spPr>
              <a:xfrm>
                <a:off x="6444921" y="2790750"/>
                <a:ext cx="383148" cy="418504"/>
              </a:xfrm>
              <a:custGeom>
                <a:rect b="b" l="l" r="r" t="t"/>
                <a:pathLst>
                  <a:path extrusionOk="0" fill="none" h="1633" w="1495">
                    <a:moveTo>
                      <a:pt x="1006" y="202"/>
                    </a:moveTo>
                    <a:cubicBezTo>
                      <a:pt x="1049" y="275"/>
                      <a:pt x="1149" y="447"/>
                      <a:pt x="1251" y="613"/>
                    </a:cubicBezTo>
                    <a:lnTo>
                      <a:pt x="1251" y="620"/>
                    </a:lnTo>
                    <a:lnTo>
                      <a:pt x="1251" y="620"/>
                    </a:lnTo>
                    <a:cubicBezTo>
                      <a:pt x="1372" y="836"/>
                      <a:pt x="1494" y="1044"/>
                      <a:pt x="1494" y="1044"/>
                    </a:cubicBezTo>
                    <a:lnTo>
                      <a:pt x="1444" y="1072"/>
                    </a:lnTo>
                    <a:lnTo>
                      <a:pt x="1351" y="1131"/>
                    </a:lnTo>
                    <a:lnTo>
                      <a:pt x="1351" y="1131"/>
                    </a:lnTo>
                    <a:lnTo>
                      <a:pt x="1113" y="1267"/>
                    </a:lnTo>
                    <a:lnTo>
                      <a:pt x="733" y="1496"/>
                    </a:lnTo>
                    <a:lnTo>
                      <a:pt x="632" y="1553"/>
                    </a:lnTo>
                    <a:lnTo>
                      <a:pt x="502" y="1633"/>
                    </a:lnTo>
                    <a:cubicBezTo>
                      <a:pt x="502" y="1633"/>
                      <a:pt x="488" y="1605"/>
                      <a:pt x="466" y="1553"/>
                    </a:cubicBezTo>
                    <a:cubicBezTo>
                      <a:pt x="395" y="1424"/>
                      <a:pt x="244" y="1137"/>
                      <a:pt x="150" y="863"/>
                    </a:cubicBezTo>
                    <a:lnTo>
                      <a:pt x="150" y="856"/>
                    </a:lnTo>
                    <a:cubicBezTo>
                      <a:pt x="43" y="547"/>
                      <a:pt x="0" y="389"/>
                      <a:pt x="28" y="146"/>
                    </a:cubicBezTo>
                    <a:lnTo>
                      <a:pt x="28" y="139"/>
                    </a:lnTo>
                    <a:cubicBezTo>
                      <a:pt x="28" y="95"/>
                      <a:pt x="35" y="52"/>
                      <a:pt x="50" y="1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42"/>
              <p:cNvSpPr/>
              <p:nvPr/>
            </p:nvSpPr>
            <p:spPr>
              <a:xfrm>
                <a:off x="6702742" y="2842519"/>
                <a:ext cx="125324" cy="222963"/>
              </a:xfrm>
              <a:custGeom>
                <a:rect b="b" l="l" r="r" t="t"/>
                <a:pathLst>
                  <a:path extrusionOk="0" fill="none" h="870" w="489">
                    <a:moveTo>
                      <a:pt x="0" y="0"/>
                    </a:moveTo>
                    <a:cubicBezTo>
                      <a:pt x="43" y="73"/>
                      <a:pt x="143" y="245"/>
                      <a:pt x="245" y="411"/>
                    </a:cubicBezTo>
                    <a:lnTo>
                      <a:pt x="245" y="418"/>
                    </a:lnTo>
                    <a:lnTo>
                      <a:pt x="245" y="418"/>
                    </a:lnTo>
                    <a:cubicBezTo>
                      <a:pt x="366" y="634"/>
                      <a:pt x="488" y="842"/>
                      <a:pt x="488" y="842"/>
                    </a:cubicBezTo>
                    <a:lnTo>
                      <a:pt x="438" y="87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42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rect b="b" l="l" r="r" t="t"/>
                <a:pathLst>
                  <a:path extrusionOk="0" h="139" w="24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  <a:lnTo>
                      <a:pt x="2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42"/>
              <p:cNvSpPr/>
              <p:nvPr/>
            </p:nvSpPr>
            <p:spPr>
              <a:xfrm>
                <a:off x="6451840" y="2790750"/>
                <a:ext cx="6151" cy="35623"/>
              </a:xfrm>
              <a:custGeom>
                <a:rect b="b" l="l" r="r" t="t"/>
                <a:pathLst>
                  <a:path extrusionOk="0" fill="none" h="139" w="24">
                    <a:moveTo>
                      <a:pt x="23" y="1"/>
                    </a:moveTo>
                    <a:cubicBezTo>
                      <a:pt x="8" y="52"/>
                      <a:pt x="1" y="95"/>
                      <a:pt x="1" y="139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42"/>
              <p:cNvSpPr/>
              <p:nvPr/>
            </p:nvSpPr>
            <p:spPr>
              <a:xfrm>
                <a:off x="7975448" y="4763876"/>
                <a:ext cx="35111" cy="103281"/>
              </a:xfrm>
              <a:custGeom>
                <a:rect b="b" l="l" r="r" t="t"/>
                <a:pathLst>
                  <a:path extrusionOk="0" fill="none" h="403" w="137">
                    <a:moveTo>
                      <a:pt x="1" y="21"/>
                    </a:moveTo>
                    <a:cubicBezTo>
                      <a:pt x="1" y="21"/>
                      <a:pt x="137" y="1"/>
                      <a:pt x="137" y="403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7" name="Google Shape;1457;p42"/>
            <p:cNvGrpSpPr/>
            <p:nvPr/>
          </p:nvGrpSpPr>
          <p:grpSpPr>
            <a:xfrm>
              <a:off x="5859987" y="708191"/>
              <a:ext cx="2475465" cy="1299135"/>
              <a:chOff x="5859987" y="708191"/>
              <a:chExt cx="2475465" cy="1299135"/>
            </a:xfrm>
          </p:grpSpPr>
          <p:grpSp>
            <p:nvGrpSpPr>
              <p:cNvPr id="1458" name="Google Shape;1458;p42"/>
              <p:cNvGrpSpPr/>
              <p:nvPr/>
            </p:nvGrpSpPr>
            <p:grpSpPr>
              <a:xfrm>
                <a:off x="5859987" y="708191"/>
                <a:ext cx="2475465" cy="1299135"/>
                <a:chOff x="5859987" y="708191"/>
                <a:chExt cx="2475465" cy="1299135"/>
              </a:xfrm>
            </p:grpSpPr>
            <p:sp>
              <p:nvSpPr>
                <p:cNvPr id="1459" name="Google Shape;1459;p42"/>
                <p:cNvSpPr/>
                <p:nvPr/>
              </p:nvSpPr>
              <p:spPr>
                <a:xfrm>
                  <a:off x="7351415" y="1448942"/>
                  <a:ext cx="165226" cy="135250"/>
                </a:xfrm>
                <a:custGeom>
                  <a:rect b="b" l="l" r="r" t="t"/>
                  <a:pathLst>
                    <a:path extrusionOk="0" fill="none" h="577" w="705">
                      <a:moveTo>
                        <a:pt x="353" y="577"/>
                      </a:moveTo>
                      <a:lnTo>
                        <a:pt x="252" y="511"/>
                      </a:lnTo>
                      <a:cubicBezTo>
                        <a:pt x="8" y="354"/>
                        <a:pt x="8" y="239"/>
                        <a:pt x="1" y="196"/>
                      </a:cubicBezTo>
                      <a:cubicBezTo>
                        <a:pt x="1" y="87"/>
                        <a:pt x="87" y="1"/>
                        <a:pt x="194" y="1"/>
                      </a:cubicBezTo>
                      <a:cubicBezTo>
                        <a:pt x="259" y="1"/>
                        <a:pt x="316" y="37"/>
                        <a:pt x="353" y="87"/>
                      </a:cubicBezTo>
                      <a:cubicBezTo>
                        <a:pt x="389" y="37"/>
                        <a:pt x="446" y="1"/>
                        <a:pt x="511" y="1"/>
                      </a:cubicBezTo>
                      <a:cubicBezTo>
                        <a:pt x="611" y="1"/>
                        <a:pt x="698" y="87"/>
                        <a:pt x="698" y="196"/>
                      </a:cubicBezTo>
                      <a:cubicBezTo>
                        <a:pt x="698" y="239"/>
                        <a:pt x="704" y="354"/>
                        <a:pt x="453" y="51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42"/>
                <p:cNvSpPr/>
                <p:nvPr/>
              </p:nvSpPr>
              <p:spPr>
                <a:xfrm>
                  <a:off x="5859987" y="1907975"/>
                  <a:ext cx="99155" cy="99350"/>
                </a:xfrm>
                <a:custGeom>
                  <a:rect b="b" l="l" r="r" t="t"/>
                  <a:pathLst>
                    <a:path extrusionOk="0" fill="none" h="562" w="561">
                      <a:moveTo>
                        <a:pt x="561" y="282"/>
                      </a:moveTo>
                      <a:cubicBezTo>
                        <a:pt x="561" y="432"/>
                        <a:pt x="438" y="561"/>
                        <a:pt x="281" y="561"/>
                      </a:cubicBezTo>
                      <a:cubicBezTo>
                        <a:pt x="129" y="561"/>
                        <a:pt x="0" y="432"/>
                        <a:pt x="0" y="282"/>
                      </a:cubicBezTo>
                      <a:cubicBezTo>
                        <a:pt x="0" y="123"/>
                        <a:pt x="129" y="0"/>
                        <a:pt x="281" y="0"/>
                      </a:cubicBezTo>
                      <a:cubicBezTo>
                        <a:pt x="438" y="0"/>
                        <a:pt x="561" y="123"/>
                        <a:pt x="561" y="282"/>
                      </a:cubicBez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461" name="Google Shape;1461;p42"/>
                <p:cNvGrpSpPr/>
                <p:nvPr/>
              </p:nvGrpSpPr>
              <p:grpSpPr>
                <a:xfrm>
                  <a:off x="8221303" y="1365235"/>
                  <a:ext cx="114150" cy="114196"/>
                  <a:chOff x="-736313" y="4136737"/>
                  <a:chExt cx="38359" cy="38359"/>
                </a:xfrm>
              </p:grpSpPr>
              <p:sp>
                <p:nvSpPr>
                  <p:cNvPr id="1462" name="Google Shape;1462;p42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0" y="1"/>
                        </a:moveTo>
                        <a:lnTo>
                          <a:pt x="388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463" name="Google Shape;1463;p42"/>
                  <p:cNvSpPr/>
                  <p:nvPr/>
                </p:nvSpPr>
                <p:spPr>
                  <a:xfrm>
                    <a:off x="-736313" y="4136737"/>
                    <a:ext cx="38359" cy="38359"/>
                  </a:xfrm>
                  <a:custGeom>
                    <a:rect b="b" l="l" r="r" t="t"/>
                    <a:pathLst>
                      <a:path extrusionOk="0" fill="none" h="389" w="389">
                        <a:moveTo>
                          <a:pt x="388" y="1"/>
                        </a:moveTo>
                        <a:lnTo>
                          <a:pt x="0" y="38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464" name="Google Shape;1464;p42"/>
                <p:cNvSpPr/>
                <p:nvPr/>
              </p:nvSpPr>
              <p:spPr>
                <a:xfrm>
                  <a:off x="7381497" y="708191"/>
                  <a:ext cx="105061" cy="99348"/>
                </a:xfrm>
                <a:custGeom>
                  <a:rect b="b" l="l" r="r" t="t"/>
                  <a:pathLst>
                    <a:path extrusionOk="0" h="626" w="662">
                      <a:moveTo>
                        <a:pt x="1" y="1"/>
                      </a:moveTo>
                      <a:lnTo>
                        <a:pt x="239" y="625"/>
                      </a:lnTo>
                      <a:lnTo>
                        <a:pt x="662" y="10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65" name="Google Shape;1465;p42"/>
              <p:cNvSpPr/>
              <p:nvPr/>
            </p:nvSpPr>
            <p:spPr>
              <a:xfrm>
                <a:off x="6521290" y="1178772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42"/>
              <p:cNvSpPr/>
              <p:nvPr/>
            </p:nvSpPr>
            <p:spPr>
              <a:xfrm>
                <a:off x="7635190" y="1952397"/>
                <a:ext cx="419133" cy="26503"/>
              </a:xfrm>
              <a:custGeom>
                <a:rect b="b" l="l" r="r" t="t"/>
                <a:pathLst>
                  <a:path extrusionOk="0" fill="none" h="167" w="2641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49"/>
          <p:cNvSpPr txBox="1"/>
          <p:nvPr>
            <p:ph idx="2" type="subTitle"/>
          </p:nvPr>
        </p:nvSpPr>
        <p:spPr>
          <a:xfrm>
            <a:off x="3467395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legitimate→0, phishing→1. Sem one-hot (não há texto).</a:t>
            </a:r>
            <a:endParaRPr/>
          </a:p>
        </p:txBody>
      </p:sp>
      <p:sp>
        <p:nvSpPr>
          <p:cNvPr id="2211" name="Google Shape;2211;p49"/>
          <p:cNvSpPr txBox="1"/>
          <p:nvPr>
            <p:ph idx="5" type="subTitle"/>
          </p:nvPr>
        </p:nvSpPr>
        <p:spPr>
          <a:xfrm>
            <a:off x="6138603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Já é 50/50 — dispensa SMOTE e evita viés.</a:t>
            </a:r>
            <a:endParaRPr/>
          </a:p>
        </p:txBody>
      </p:sp>
      <p:sp>
        <p:nvSpPr>
          <p:cNvPr id="2212" name="Google Shape;2212;p49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Pré-processamento</a:t>
            </a:r>
            <a:endParaRPr/>
          </a:p>
        </p:txBody>
      </p:sp>
      <p:sp>
        <p:nvSpPr>
          <p:cNvPr id="2213" name="Google Shape;2213;p49"/>
          <p:cNvSpPr txBox="1"/>
          <p:nvPr>
            <p:ph idx="1" type="subTitle"/>
          </p:nvPr>
        </p:nvSpPr>
        <p:spPr>
          <a:xfrm>
            <a:off x="796187" y="20083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de ambos — sem imputação e sem URL repetida.</a:t>
            </a:r>
            <a:endParaRPr/>
          </a:p>
        </p:txBody>
      </p:sp>
      <p:sp>
        <p:nvSpPr>
          <p:cNvPr id="2214" name="Google Shape;2214;p49"/>
          <p:cNvSpPr txBox="1"/>
          <p:nvPr>
            <p:ph idx="3" type="subTitle"/>
          </p:nvPr>
        </p:nvSpPr>
        <p:spPr>
          <a:xfrm>
            <a:off x="796187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contadores de caracteres somados em 1 variável.</a:t>
            </a:r>
            <a:endParaRPr/>
          </a:p>
        </p:txBody>
      </p:sp>
      <p:sp>
        <p:nvSpPr>
          <p:cNvPr id="2215" name="Google Shape;2215;p49"/>
          <p:cNvSpPr txBox="1"/>
          <p:nvPr>
            <p:ph idx="4" type="subTitle"/>
          </p:nvPr>
        </p:nvSpPr>
        <p:spPr>
          <a:xfrm>
            <a:off x="3467395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 valor preditivo. De 89 → 77 colunas.</a:t>
            </a:r>
            <a:endParaRPr/>
          </a:p>
        </p:txBody>
      </p:sp>
      <p:sp>
        <p:nvSpPr>
          <p:cNvPr id="2216" name="Google Shape;2216;p49"/>
          <p:cNvSpPr txBox="1"/>
          <p:nvPr>
            <p:ph idx="6" type="subTitle"/>
          </p:nvPr>
        </p:nvSpPr>
        <p:spPr>
          <a:xfrm>
            <a:off x="6138603" y="3505275"/>
            <a:ext cx="2209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Scaler: fit no treino, transform no teste. Sem leakage.</a:t>
            </a:r>
            <a:endParaRPr/>
          </a:p>
        </p:txBody>
      </p:sp>
      <p:sp>
        <p:nvSpPr>
          <p:cNvPr id="2217" name="Google Shape;2217;p49"/>
          <p:cNvSpPr txBox="1"/>
          <p:nvPr>
            <p:ph idx="7" type="subTitle"/>
          </p:nvPr>
        </p:nvSpPr>
        <p:spPr>
          <a:xfrm>
            <a:off x="796187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Nulos &amp; duplicados</a:t>
            </a:r>
            <a:endParaRPr/>
          </a:p>
        </p:txBody>
      </p:sp>
      <p:sp>
        <p:nvSpPr>
          <p:cNvPr id="2218" name="Google Shape;2218;p49"/>
          <p:cNvSpPr txBox="1"/>
          <p:nvPr>
            <p:ph idx="8" type="subTitle"/>
          </p:nvPr>
        </p:nvSpPr>
        <p:spPr>
          <a:xfrm>
            <a:off x="3467395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do alvo</a:t>
            </a:r>
            <a:endParaRPr/>
          </a:p>
        </p:txBody>
      </p:sp>
      <p:sp>
        <p:nvSpPr>
          <p:cNvPr id="2219" name="Google Shape;2219;p49"/>
          <p:cNvSpPr txBox="1"/>
          <p:nvPr>
            <p:ph idx="9" type="subTitle"/>
          </p:nvPr>
        </p:nvSpPr>
        <p:spPr>
          <a:xfrm>
            <a:off x="6138603" y="1675650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Balanceado</a:t>
            </a:r>
            <a:endParaRPr/>
          </a:p>
        </p:txBody>
      </p:sp>
      <p:sp>
        <p:nvSpPr>
          <p:cNvPr id="2220" name="Google Shape;2220;p49"/>
          <p:cNvSpPr txBox="1"/>
          <p:nvPr>
            <p:ph idx="13" type="subTitle"/>
          </p:nvPr>
        </p:nvSpPr>
        <p:spPr>
          <a:xfrm>
            <a:off x="796187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2221" name="Google Shape;2221;p49"/>
          <p:cNvSpPr txBox="1"/>
          <p:nvPr>
            <p:ph idx="14" type="subTitle"/>
          </p:nvPr>
        </p:nvSpPr>
        <p:spPr>
          <a:xfrm>
            <a:off x="3467395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Remoção da url</a:t>
            </a:r>
            <a:endParaRPr/>
          </a:p>
        </p:txBody>
      </p:sp>
      <p:sp>
        <p:nvSpPr>
          <p:cNvPr id="2222" name="Google Shape;2222;p49"/>
          <p:cNvSpPr txBox="1"/>
          <p:nvPr>
            <p:ph idx="15" type="subTitle"/>
          </p:nvPr>
        </p:nvSpPr>
        <p:spPr>
          <a:xfrm>
            <a:off x="6138603" y="3172526"/>
            <a:ext cx="2200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Padronização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53"/>
          <p:cNvSpPr txBox="1"/>
          <p:nvPr>
            <p:ph type="title"/>
          </p:nvPr>
        </p:nvSpPr>
        <p:spPr>
          <a:xfrm>
            <a:off x="720000" y="5212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testados e comparação</a:t>
            </a:r>
            <a:endParaRPr/>
          </a:p>
        </p:txBody>
      </p:sp>
      <p:graphicFrame>
        <p:nvGraphicFramePr>
          <p:cNvPr id="2534" name="Google Shape;2534;p53"/>
          <p:cNvGraphicFramePr/>
          <p:nvPr/>
        </p:nvGraphicFramePr>
        <p:xfrm>
          <a:off x="796200" y="1234440"/>
          <a:ext cx="3000000" cy="3017520"/>
        </p:xfrm>
        <a:graphic>
          <a:graphicData uri="http://schemas.openxmlformats.org/drawingml/2006/table">
            <a:tbl>
              <a:tblPr>
                <a:noFill/>
                <a:tableStyleId>{142FBE7D-4079-48AA-AB32-93330F03B65D}</a:tableStyleId>
              </a:tblPr>
              <a:tblGrid>
                <a:gridCol w="1700275"/>
                <a:gridCol w="2239675"/>
                <a:gridCol w="1805800"/>
                <a:gridCol w="1805800"/>
              </a:tblGrid>
              <a:tr h="50292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Modelo</a:t>
                      </a:r>
                      <a:endParaRPr b="1" sz="2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F1-Score</a:t>
                      </a:r>
                      <a:endParaRPr b="1" sz="2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ROC AUC</a:t>
                      </a:r>
                      <a:endParaRPr b="1" sz="2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Tipo</a:t>
                      </a:r>
                      <a:endParaRPr b="1" sz="2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XGBoost</a:t>
                      </a:r>
                      <a:endParaRPr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0,971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0,996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Vencedor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Random Forest</a:t>
                      </a:r>
                      <a:endParaRPr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0,966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0,994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Complexo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Reg. Logística</a:t>
                      </a:r>
                      <a:endParaRPr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0,950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0,987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Simples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KNN</a:t>
                      </a:r>
                      <a:endParaRPr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0,944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0,980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Complexo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Árvore de Decisão</a:t>
                      </a:r>
                      <a:endParaRPr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0,934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0,939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226060" lvl="0" marL="2743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lbert Sans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Simples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pSp>
        <p:nvGrpSpPr>
          <p:cNvPr id="2535" name="Google Shape;2535;p53"/>
          <p:cNvGrpSpPr/>
          <p:nvPr/>
        </p:nvGrpSpPr>
        <p:grpSpPr>
          <a:xfrm>
            <a:off x="8146148" y="3677548"/>
            <a:ext cx="569256" cy="1112557"/>
            <a:chOff x="962845" y="9696919"/>
            <a:chExt cx="329774" cy="644512"/>
          </a:xfrm>
        </p:grpSpPr>
        <p:sp>
          <p:nvSpPr>
            <p:cNvPr id="2536" name="Google Shape;2536;p53"/>
            <p:cNvSpPr/>
            <p:nvPr/>
          </p:nvSpPr>
          <p:spPr>
            <a:xfrm>
              <a:off x="1117604" y="9942319"/>
              <a:ext cx="22556" cy="15977"/>
            </a:xfrm>
            <a:custGeom>
              <a:rect b="b" l="l" r="r" t="t"/>
              <a:pathLst>
                <a:path extrusionOk="0" h="153" w="216">
                  <a:moveTo>
                    <a:pt x="0" y="0"/>
                  </a:moveTo>
                  <a:lnTo>
                    <a:pt x="21" y="143"/>
                  </a:lnTo>
                  <a:lnTo>
                    <a:pt x="100" y="143"/>
                  </a:lnTo>
                  <a:cubicBezTo>
                    <a:pt x="129" y="143"/>
                    <a:pt x="157" y="143"/>
                    <a:pt x="186" y="152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53"/>
            <p:cNvSpPr/>
            <p:nvPr/>
          </p:nvSpPr>
          <p:spPr>
            <a:xfrm>
              <a:off x="1119692" y="9957251"/>
              <a:ext cx="17439" cy="52735"/>
            </a:xfrm>
            <a:custGeom>
              <a:rect b="b" l="l" r="r" t="t"/>
              <a:pathLst>
                <a:path extrusionOk="0" h="505" w="167">
                  <a:moveTo>
                    <a:pt x="1" y="0"/>
                  </a:moveTo>
                  <a:lnTo>
                    <a:pt x="73" y="504"/>
                  </a:lnTo>
                  <a:lnTo>
                    <a:pt x="166" y="9"/>
                  </a:lnTo>
                  <a:cubicBezTo>
                    <a:pt x="137" y="0"/>
                    <a:pt x="109" y="0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53"/>
            <p:cNvSpPr/>
            <p:nvPr/>
          </p:nvSpPr>
          <p:spPr>
            <a:xfrm>
              <a:off x="1173785" y="9727516"/>
              <a:ext cx="14306" cy="38533"/>
            </a:xfrm>
            <a:custGeom>
              <a:rect b="b" l="l" r="r" t="t"/>
              <a:pathLst>
                <a:path extrusionOk="0" h="369" w="137">
                  <a:moveTo>
                    <a:pt x="137" y="1"/>
                  </a:moveTo>
                  <a:lnTo>
                    <a:pt x="59" y="123"/>
                  </a:lnTo>
                  <a:lnTo>
                    <a:pt x="43" y="139"/>
                  </a:lnTo>
                  <a:lnTo>
                    <a:pt x="0" y="368"/>
                  </a:lnTo>
                  <a:lnTo>
                    <a:pt x="59" y="289"/>
                  </a:lnTo>
                  <a:lnTo>
                    <a:pt x="93" y="239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9" name="Google Shape;2539;p53"/>
            <p:cNvGrpSpPr/>
            <p:nvPr/>
          </p:nvGrpSpPr>
          <p:grpSpPr>
            <a:xfrm>
              <a:off x="962845" y="9696919"/>
              <a:ext cx="329774" cy="644512"/>
              <a:chOff x="962845" y="9696919"/>
              <a:chExt cx="329774" cy="644512"/>
            </a:xfrm>
          </p:grpSpPr>
          <p:sp>
            <p:nvSpPr>
              <p:cNvPr id="2540" name="Google Shape;2540;p53"/>
              <p:cNvSpPr/>
              <p:nvPr/>
            </p:nvSpPr>
            <p:spPr>
              <a:xfrm>
                <a:off x="962845" y="9949837"/>
                <a:ext cx="329774" cy="177209"/>
              </a:xfrm>
              <a:custGeom>
                <a:rect b="b" l="l" r="r" t="t"/>
                <a:pathLst>
                  <a:path extrusionOk="0" h="1697" w="3158">
                    <a:moveTo>
                      <a:pt x="978" y="1"/>
                    </a:moveTo>
                    <a:cubicBezTo>
                      <a:pt x="813" y="37"/>
                      <a:pt x="656" y="101"/>
                      <a:pt x="518" y="173"/>
                    </a:cubicBezTo>
                    <a:cubicBezTo>
                      <a:pt x="152" y="382"/>
                      <a:pt x="0" y="661"/>
                      <a:pt x="66" y="934"/>
                    </a:cubicBezTo>
                    <a:lnTo>
                      <a:pt x="66" y="943"/>
                    </a:lnTo>
                    <a:cubicBezTo>
                      <a:pt x="109" y="1122"/>
                      <a:pt x="245" y="1288"/>
                      <a:pt x="475" y="1431"/>
                    </a:cubicBezTo>
                    <a:cubicBezTo>
                      <a:pt x="683" y="1553"/>
                      <a:pt x="942" y="1640"/>
                      <a:pt x="1208" y="1676"/>
                    </a:cubicBezTo>
                    <a:cubicBezTo>
                      <a:pt x="1230" y="1676"/>
                      <a:pt x="1260" y="1683"/>
                      <a:pt x="1280" y="1683"/>
                    </a:cubicBezTo>
                    <a:cubicBezTo>
                      <a:pt x="1310" y="1683"/>
                      <a:pt x="1330" y="1690"/>
                      <a:pt x="1360" y="1690"/>
                    </a:cubicBezTo>
                    <a:cubicBezTo>
                      <a:pt x="1380" y="1690"/>
                      <a:pt x="1403" y="1697"/>
                      <a:pt x="1423" y="1697"/>
                    </a:cubicBezTo>
                    <a:lnTo>
                      <a:pt x="1725" y="1697"/>
                    </a:lnTo>
                    <a:cubicBezTo>
                      <a:pt x="1777" y="1690"/>
                      <a:pt x="1827" y="1690"/>
                      <a:pt x="1877" y="1683"/>
                    </a:cubicBezTo>
                    <a:cubicBezTo>
                      <a:pt x="2157" y="1646"/>
                      <a:pt x="2424" y="1574"/>
                      <a:pt x="2640" y="1452"/>
                    </a:cubicBezTo>
                    <a:cubicBezTo>
                      <a:pt x="2890" y="1308"/>
                      <a:pt x="3042" y="1129"/>
                      <a:pt x="3092" y="943"/>
                    </a:cubicBezTo>
                    <a:cubicBezTo>
                      <a:pt x="3092" y="934"/>
                      <a:pt x="3099" y="934"/>
                      <a:pt x="3099" y="927"/>
                    </a:cubicBezTo>
                    <a:cubicBezTo>
                      <a:pt x="3157" y="668"/>
                      <a:pt x="3019" y="396"/>
                      <a:pt x="2683" y="194"/>
                    </a:cubicBezTo>
                    <a:cubicBezTo>
                      <a:pt x="2545" y="108"/>
                      <a:pt x="2381" y="44"/>
                      <a:pt x="2200" y="1"/>
                    </a:cubicBezTo>
                    <a:lnTo>
                      <a:pt x="2172" y="158"/>
                    </a:lnTo>
                    <a:cubicBezTo>
                      <a:pt x="2193" y="166"/>
                      <a:pt x="2215" y="173"/>
                      <a:pt x="2236" y="180"/>
                    </a:cubicBezTo>
                    <a:cubicBezTo>
                      <a:pt x="2243" y="180"/>
                      <a:pt x="2251" y="187"/>
                      <a:pt x="2265" y="187"/>
                    </a:cubicBezTo>
                    <a:cubicBezTo>
                      <a:pt x="2279" y="194"/>
                      <a:pt x="2302" y="201"/>
                      <a:pt x="2315" y="209"/>
                    </a:cubicBezTo>
                    <a:cubicBezTo>
                      <a:pt x="2338" y="216"/>
                      <a:pt x="2358" y="230"/>
                      <a:pt x="2388" y="237"/>
                    </a:cubicBezTo>
                    <a:cubicBezTo>
                      <a:pt x="2395" y="244"/>
                      <a:pt x="2408" y="253"/>
                      <a:pt x="2424" y="259"/>
                    </a:cubicBezTo>
                    <a:cubicBezTo>
                      <a:pt x="2452" y="273"/>
                      <a:pt x="2474" y="287"/>
                      <a:pt x="2502" y="303"/>
                    </a:cubicBezTo>
                    <a:cubicBezTo>
                      <a:pt x="2992" y="589"/>
                      <a:pt x="2969" y="1063"/>
                      <a:pt x="2467" y="1345"/>
                    </a:cubicBezTo>
                    <a:cubicBezTo>
                      <a:pt x="2445" y="1351"/>
                      <a:pt x="2424" y="1365"/>
                      <a:pt x="2402" y="1374"/>
                    </a:cubicBezTo>
                    <a:cubicBezTo>
                      <a:pt x="2365" y="1395"/>
                      <a:pt x="2322" y="1408"/>
                      <a:pt x="2286" y="1424"/>
                    </a:cubicBezTo>
                    <a:cubicBezTo>
                      <a:pt x="2272" y="1431"/>
                      <a:pt x="2265" y="1438"/>
                      <a:pt x="2251" y="1438"/>
                    </a:cubicBezTo>
                    <a:lnTo>
                      <a:pt x="2243" y="1445"/>
                    </a:lnTo>
                    <a:cubicBezTo>
                      <a:pt x="2222" y="1452"/>
                      <a:pt x="2200" y="1460"/>
                      <a:pt x="2179" y="1460"/>
                    </a:cubicBezTo>
                    <a:cubicBezTo>
                      <a:pt x="2179" y="1467"/>
                      <a:pt x="2172" y="1467"/>
                      <a:pt x="2165" y="1467"/>
                    </a:cubicBezTo>
                    <a:cubicBezTo>
                      <a:pt x="2143" y="1474"/>
                      <a:pt x="2122" y="1481"/>
                      <a:pt x="2100" y="1488"/>
                    </a:cubicBezTo>
                    <a:lnTo>
                      <a:pt x="2093" y="1488"/>
                    </a:lnTo>
                    <a:cubicBezTo>
                      <a:pt x="2079" y="1488"/>
                      <a:pt x="2063" y="1495"/>
                      <a:pt x="2050" y="1503"/>
                    </a:cubicBezTo>
                    <a:cubicBezTo>
                      <a:pt x="2020" y="1503"/>
                      <a:pt x="1993" y="1510"/>
                      <a:pt x="1970" y="1517"/>
                    </a:cubicBezTo>
                    <a:cubicBezTo>
                      <a:pt x="1950" y="1517"/>
                      <a:pt x="1927" y="1524"/>
                      <a:pt x="1906" y="1524"/>
                    </a:cubicBezTo>
                    <a:cubicBezTo>
                      <a:pt x="1877" y="1531"/>
                      <a:pt x="1848" y="1538"/>
                      <a:pt x="1820" y="1538"/>
                    </a:cubicBezTo>
                    <a:cubicBezTo>
                      <a:pt x="1805" y="1538"/>
                      <a:pt x="1784" y="1546"/>
                      <a:pt x="1768" y="1546"/>
                    </a:cubicBezTo>
                    <a:lnTo>
                      <a:pt x="1698" y="1546"/>
                    </a:lnTo>
                    <a:cubicBezTo>
                      <a:pt x="1639" y="1553"/>
                      <a:pt x="1575" y="1553"/>
                      <a:pt x="1518" y="1553"/>
                    </a:cubicBezTo>
                    <a:lnTo>
                      <a:pt x="1510" y="1553"/>
                    </a:lnTo>
                    <a:cubicBezTo>
                      <a:pt x="1496" y="1553"/>
                      <a:pt x="1482" y="1546"/>
                      <a:pt x="1467" y="1546"/>
                    </a:cubicBezTo>
                    <a:lnTo>
                      <a:pt x="1389" y="1546"/>
                    </a:lnTo>
                    <a:cubicBezTo>
                      <a:pt x="1366" y="1538"/>
                      <a:pt x="1346" y="1538"/>
                      <a:pt x="1323" y="1538"/>
                    </a:cubicBezTo>
                    <a:lnTo>
                      <a:pt x="1310" y="1538"/>
                    </a:lnTo>
                    <a:cubicBezTo>
                      <a:pt x="1294" y="1531"/>
                      <a:pt x="1280" y="1531"/>
                      <a:pt x="1266" y="1531"/>
                    </a:cubicBezTo>
                    <a:lnTo>
                      <a:pt x="1260" y="1531"/>
                    </a:lnTo>
                    <a:cubicBezTo>
                      <a:pt x="1237" y="1524"/>
                      <a:pt x="1208" y="1524"/>
                      <a:pt x="1187" y="1517"/>
                    </a:cubicBezTo>
                    <a:cubicBezTo>
                      <a:pt x="1165" y="1510"/>
                      <a:pt x="1137" y="1510"/>
                      <a:pt x="1108" y="1503"/>
                    </a:cubicBezTo>
                    <a:cubicBezTo>
                      <a:pt x="1101" y="1495"/>
                      <a:pt x="1087" y="1495"/>
                      <a:pt x="1078" y="1495"/>
                    </a:cubicBezTo>
                    <a:cubicBezTo>
                      <a:pt x="1071" y="1488"/>
                      <a:pt x="1058" y="1488"/>
                      <a:pt x="1051" y="1481"/>
                    </a:cubicBezTo>
                    <a:cubicBezTo>
                      <a:pt x="1035" y="1481"/>
                      <a:pt x="1021" y="1481"/>
                      <a:pt x="1008" y="1474"/>
                    </a:cubicBezTo>
                    <a:cubicBezTo>
                      <a:pt x="1001" y="1474"/>
                      <a:pt x="1001" y="1474"/>
                      <a:pt x="992" y="1467"/>
                    </a:cubicBezTo>
                    <a:cubicBezTo>
                      <a:pt x="978" y="1467"/>
                      <a:pt x="965" y="1460"/>
                      <a:pt x="958" y="1460"/>
                    </a:cubicBezTo>
                    <a:cubicBezTo>
                      <a:pt x="935" y="1452"/>
                      <a:pt x="906" y="1445"/>
                      <a:pt x="885" y="1431"/>
                    </a:cubicBezTo>
                    <a:cubicBezTo>
                      <a:pt x="878" y="1431"/>
                      <a:pt x="863" y="1424"/>
                      <a:pt x="856" y="1424"/>
                    </a:cubicBezTo>
                    <a:cubicBezTo>
                      <a:pt x="842" y="1417"/>
                      <a:pt x="835" y="1408"/>
                      <a:pt x="820" y="1408"/>
                    </a:cubicBezTo>
                    <a:cubicBezTo>
                      <a:pt x="806" y="1402"/>
                      <a:pt x="792" y="1395"/>
                      <a:pt x="777" y="1388"/>
                    </a:cubicBezTo>
                    <a:cubicBezTo>
                      <a:pt x="763" y="1381"/>
                      <a:pt x="749" y="1374"/>
                      <a:pt x="733" y="1365"/>
                    </a:cubicBezTo>
                    <a:cubicBezTo>
                      <a:pt x="706" y="1351"/>
                      <a:pt x="683" y="1338"/>
                      <a:pt x="663" y="1322"/>
                    </a:cubicBezTo>
                    <a:cubicBezTo>
                      <a:pt x="173" y="1036"/>
                      <a:pt x="188" y="568"/>
                      <a:pt x="699" y="280"/>
                    </a:cubicBezTo>
                    <a:cubicBezTo>
                      <a:pt x="726" y="266"/>
                      <a:pt x="756" y="253"/>
                      <a:pt x="785" y="237"/>
                    </a:cubicBezTo>
                    <a:cubicBezTo>
                      <a:pt x="835" y="216"/>
                      <a:pt x="885" y="194"/>
                      <a:pt x="935" y="180"/>
                    </a:cubicBezTo>
                    <a:cubicBezTo>
                      <a:pt x="949" y="173"/>
                      <a:pt x="958" y="173"/>
                      <a:pt x="971" y="166"/>
                    </a:cubicBezTo>
                    <a:cubicBezTo>
                      <a:pt x="978" y="166"/>
                      <a:pt x="992" y="158"/>
                      <a:pt x="1001" y="158"/>
                    </a:cubicBezTo>
                    <a:lnTo>
                      <a:pt x="97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53"/>
              <p:cNvSpPr/>
              <p:nvPr/>
            </p:nvSpPr>
            <p:spPr>
              <a:xfrm>
                <a:off x="980806" y="9966232"/>
                <a:ext cx="106096" cy="142122"/>
              </a:xfrm>
              <a:custGeom>
                <a:rect b="b" l="l" r="r" t="t"/>
                <a:pathLst>
                  <a:path extrusionOk="0" h="1361" w="1016">
                    <a:moveTo>
                      <a:pt x="829" y="1"/>
                    </a:moveTo>
                    <a:cubicBezTo>
                      <a:pt x="820" y="1"/>
                      <a:pt x="806" y="9"/>
                      <a:pt x="799" y="9"/>
                    </a:cubicBezTo>
                    <a:cubicBezTo>
                      <a:pt x="786" y="16"/>
                      <a:pt x="777" y="16"/>
                      <a:pt x="763" y="23"/>
                    </a:cubicBezTo>
                    <a:cubicBezTo>
                      <a:pt x="713" y="37"/>
                      <a:pt x="663" y="59"/>
                      <a:pt x="613" y="80"/>
                    </a:cubicBezTo>
                    <a:cubicBezTo>
                      <a:pt x="584" y="96"/>
                      <a:pt x="554" y="109"/>
                      <a:pt x="527" y="123"/>
                    </a:cubicBezTo>
                    <a:cubicBezTo>
                      <a:pt x="16" y="411"/>
                      <a:pt x="1" y="879"/>
                      <a:pt x="491" y="1165"/>
                    </a:cubicBezTo>
                    <a:cubicBezTo>
                      <a:pt x="511" y="1181"/>
                      <a:pt x="534" y="1194"/>
                      <a:pt x="561" y="1208"/>
                    </a:cubicBezTo>
                    <a:cubicBezTo>
                      <a:pt x="577" y="1217"/>
                      <a:pt x="591" y="1224"/>
                      <a:pt x="605" y="1231"/>
                    </a:cubicBezTo>
                    <a:cubicBezTo>
                      <a:pt x="620" y="1238"/>
                      <a:pt x="634" y="1245"/>
                      <a:pt x="648" y="1251"/>
                    </a:cubicBezTo>
                    <a:cubicBezTo>
                      <a:pt x="663" y="1251"/>
                      <a:pt x="670" y="1260"/>
                      <a:pt x="684" y="1267"/>
                    </a:cubicBezTo>
                    <a:cubicBezTo>
                      <a:pt x="691" y="1267"/>
                      <a:pt x="706" y="1274"/>
                      <a:pt x="713" y="1274"/>
                    </a:cubicBezTo>
                    <a:cubicBezTo>
                      <a:pt x="734" y="1288"/>
                      <a:pt x="763" y="1295"/>
                      <a:pt x="786" y="1303"/>
                    </a:cubicBezTo>
                    <a:cubicBezTo>
                      <a:pt x="793" y="1303"/>
                      <a:pt x="806" y="1310"/>
                      <a:pt x="820" y="1310"/>
                    </a:cubicBezTo>
                    <a:cubicBezTo>
                      <a:pt x="829" y="1317"/>
                      <a:pt x="829" y="1317"/>
                      <a:pt x="836" y="1317"/>
                    </a:cubicBezTo>
                    <a:cubicBezTo>
                      <a:pt x="849" y="1324"/>
                      <a:pt x="863" y="1324"/>
                      <a:pt x="879" y="1324"/>
                    </a:cubicBezTo>
                    <a:cubicBezTo>
                      <a:pt x="886" y="1331"/>
                      <a:pt x="899" y="1331"/>
                      <a:pt x="906" y="1338"/>
                    </a:cubicBezTo>
                    <a:cubicBezTo>
                      <a:pt x="915" y="1338"/>
                      <a:pt x="929" y="1338"/>
                      <a:pt x="936" y="1346"/>
                    </a:cubicBezTo>
                    <a:cubicBezTo>
                      <a:pt x="965" y="1353"/>
                      <a:pt x="993" y="1353"/>
                      <a:pt x="1015" y="1360"/>
                    </a:cubicBezTo>
                    <a:lnTo>
                      <a:pt x="82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53"/>
              <p:cNvSpPr/>
              <p:nvPr/>
            </p:nvSpPr>
            <p:spPr>
              <a:xfrm>
                <a:off x="1040224" y="9741926"/>
                <a:ext cx="54197" cy="51899"/>
              </a:xfrm>
              <a:custGeom>
                <a:rect b="b" l="l" r="r" t="t"/>
                <a:pathLst>
                  <a:path extrusionOk="0" h="497" w="519">
                    <a:moveTo>
                      <a:pt x="224" y="1"/>
                    </a:moveTo>
                    <a:cubicBezTo>
                      <a:pt x="201" y="8"/>
                      <a:pt x="201" y="8"/>
                      <a:pt x="187" y="8"/>
                    </a:cubicBezTo>
                    <a:cubicBezTo>
                      <a:pt x="180" y="8"/>
                      <a:pt x="165" y="15"/>
                      <a:pt x="158" y="15"/>
                    </a:cubicBezTo>
                    <a:cubicBezTo>
                      <a:pt x="122" y="29"/>
                      <a:pt x="108" y="35"/>
                      <a:pt x="87" y="58"/>
                    </a:cubicBezTo>
                    <a:lnTo>
                      <a:pt x="79" y="58"/>
                    </a:lnTo>
                    <a:cubicBezTo>
                      <a:pt x="79" y="65"/>
                      <a:pt x="79" y="65"/>
                      <a:pt x="72" y="65"/>
                    </a:cubicBezTo>
                    <a:cubicBezTo>
                      <a:pt x="72" y="72"/>
                      <a:pt x="65" y="79"/>
                      <a:pt x="58" y="79"/>
                    </a:cubicBezTo>
                    <a:cubicBezTo>
                      <a:pt x="58" y="87"/>
                      <a:pt x="51" y="94"/>
                      <a:pt x="51" y="94"/>
                    </a:cubicBezTo>
                    <a:lnTo>
                      <a:pt x="44" y="101"/>
                    </a:lnTo>
                    <a:lnTo>
                      <a:pt x="36" y="108"/>
                    </a:lnTo>
                    <a:lnTo>
                      <a:pt x="36" y="115"/>
                    </a:lnTo>
                    <a:lnTo>
                      <a:pt x="29" y="122"/>
                    </a:lnTo>
                    <a:lnTo>
                      <a:pt x="29" y="130"/>
                    </a:lnTo>
                    <a:cubicBezTo>
                      <a:pt x="22" y="130"/>
                      <a:pt x="22" y="137"/>
                      <a:pt x="22" y="137"/>
                    </a:cubicBezTo>
                    <a:cubicBezTo>
                      <a:pt x="22" y="144"/>
                      <a:pt x="22" y="144"/>
                      <a:pt x="15" y="144"/>
                    </a:cubicBezTo>
                    <a:cubicBezTo>
                      <a:pt x="15" y="158"/>
                      <a:pt x="8" y="180"/>
                      <a:pt x="8" y="194"/>
                    </a:cubicBezTo>
                    <a:cubicBezTo>
                      <a:pt x="8" y="201"/>
                      <a:pt x="1" y="208"/>
                      <a:pt x="1" y="223"/>
                    </a:cubicBezTo>
                    <a:cubicBezTo>
                      <a:pt x="1" y="230"/>
                      <a:pt x="8" y="237"/>
                      <a:pt x="8" y="251"/>
                    </a:cubicBezTo>
                    <a:cubicBezTo>
                      <a:pt x="15" y="324"/>
                      <a:pt x="29" y="417"/>
                      <a:pt x="36" y="496"/>
                    </a:cubicBezTo>
                    <a:lnTo>
                      <a:pt x="79" y="360"/>
                    </a:lnTo>
                    <a:lnTo>
                      <a:pt x="324" y="287"/>
                    </a:lnTo>
                    <a:lnTo>
                      <a:pt x="519" y="367"/>
                    </a:lnTo>
                    <a:lnTo>
                      <a:pt x="519" y="367"/>
                    </a:lnTo>
                    <a:lnTo>
                      <a:pt x="496" y="180"/>
                    </a:lnTo>
                    <a:cubicBezTo>
                      <a:pt x="489" y="151"/>
                      <a:pt x="489" y="137"/>
                      <a:pt x="482" y="122"/>
                    </a:cubicBezTo>
                    <a:cubicBezTo>
                      <a:pt x="467" y="101"/>
                      <a:pt x="453" y="79"/>
                      <a:pt x="446" y="72"/>
                    </a:cubicBezTo>
                    <a:cubicBezTo>
                      <a:pt x="424" y="51"/>
                      <a:pt x="389" y="22"/>
                      <a:pt x="353" y="15"/>
                    </a:cubicBezTo>
                    <a:cubicBezTo>
                      <a:pt x="337" y="8"/>
                      <a:pt x="317" y="1"/>
                      <a:pt x="2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53"/>
              <p:cNvSpPr/>
              <p:nvPr/>
            </p:nvSpPr>
            <p:spPr>
              <a:xfrm>
                <a:off x="1046908" y="9804164"/>
                <a:ext cx="47513" cy="305548"/>
              </a:xfrm>
              <a:custGeom>
                <a:rect b="b" l="l" r="r" t="t"/>
                <a:pathLst>
                  <a:path extrusionOk="0" h="2926" w="455">
                    <a:moveTo>
                      <a:pt x="51" y="0"/>
                    </a:moveTo>
                    <a:lnTo>
                      <a:pt x="30" y="59"/>
                    </a:lnTo>
                    <a:lnTo>
                      <a:pt x="1" y="159"/>
                    </a:lnTo>
                    <a:lnTo>
                      <a:pt x="173" y="1396"/>
                    </a:lnTo>
                    <a:lnTo>
                      <a:pt x="196" y="1553"/>
                    </a:lnTo>
                    <a:lnTo>
                      <a:pt x="382" y="2912"/>
                    </a:lnTo>
                    <a:cubicBezTo>
                      <a:pt x="403" y="2919"/>
                      <a:pt x="432" y="2919"/>
                      <a:pt x="455" y="2926"/>
                    </a:cubicBezTo>
                    <a:lnTo>
                      <a:pt x="260" y="1532"/>
                    </a:lnTo>
                    <a:lnTo>
                      <a:pt x="239" y="1380"/>
                    </a:lnTo>
                    <a:lnTo>
                      <a:pt x="58" y="79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4" name="Google Shape;2544;p53"/>
              <p:cNvSpPr/>
              <p:nvPr/>
            </p:nvSpPr>
            <p:spPr>
              <a:xfrm>
                <a:off x="1052129" y="9796750"/>
                <a:ext cx="63177" cy="314633"/>
              </a:xfrm>
              <a:custGeom>
                <a:rect b="b" l="l" r="r" t="t"/>
                <a:pathLst>
                  <a:path extrusionOk="0" h="3013" w="605">
                    <a:moveTo>
                      <a:pt x="246" y="0"/>
                    </a:moveTo>
                    <a:lnTo>
                      <a:pt x="1" y="71"/>
                    </a:lnTo>
                    <a:lnTo>
                      <a:pt x="8" y="150"/>
                    </a:lnTo>
                    <a:lnTo>
                      <a:pt x="189" y="1451"/>
                    </a:lnTo>
                    <a:lnTo>
                      <a:pt x="210" y="1603"/>
                    </a:lnTo>
                    <a:lnTo>
                      <a:pt x="405" y="2997"/>
                    </a:lnTo>
                    <a:lnTo>
                      <a:pt x="411" y="2997"/>
                    </a:lnTo>
                    <a:cubicBezTo>
                      <a:pt x="425" y="2997"/>
                      <a:pt x="439" y="2997"/>
                      <a:pt x="455" y="3004"/>
                    </a:cubicBezTo>
                    <a:lnTo>
                      <a:pt x="468" y="3004"/>
                    </a:lnTo>
                    <a:cubicBezTo>
                      <a:pt x="491" y="3004"/>
                      <a:pt x="511" y="3004"/>
                      <a:pt x="534" y="3012"/>
                    </a:cubicBezTo>
                    <a:lnTo>
                      <a:pt x="605" y="2616"/>
                    </a:lnTo>
                    <a:lnTo>
                      <a:pt x="461" y="1560"/>
                    </a:lnTo>
                    <a:lnTo>
                      <a:pt x="439" y="1408"/>
                    </a:lnTo>
                    <a:lnTo>
                      <a:pt x="267" y="157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5" name="Google Shape;2545;p53"/>
              <p:cNvSpPr/>
              <p:nvPr/>
            </p:nvSpPr>
            <p:spPr>
              <a:xfrm>
                <a:off x="1048370" y="9771896"/>
                <a:ext cx="29448" cy="32372"/>
              </a:xfrm>
              <a:custGeom>
                <a:rect b="b" l="l" r="r" t="t"/>
                <a:pathLst>
                  <a:path extrusionOk="0" h="310" w="282">
                    <a:moveTo>
                      <a:pt x="246" y="0"/>
                    </a:moveTo>
                    <a:lnTo>
                      <a:pt x="1" y="73"/>
                    </a:lnTo>
                    <a:lnTo>
                      <a:pt x="37" y="309"/>
                    </a:lnTo>
                    <a:lnTo>
                      <a:pt x="282" y="238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53"/>
              <p:cNvSpPr/>
              <p:nvPr/>
            </p:nvSpPr>
            <p:spPr>
              <a:xfrm>
                <a:off x="1043879" y="9779415"/>
                <a:ext cx="8354" cy="41352"/>
              </a:xfrm>
              <a:custGeom>
                <a:rect b="b" l="l" r="r" t="t"/>
                <a:pathLst>
                  <a:path extrusionOk="0" h="396" w="80">
                    <a:moveTo>
                      <a:pt x="44" y="1"/>
                    </a:moveTo>
                    <a:lnTo>
                      <a:pt x="1" y="137"/>
                    </a:lnTo>
                    <a:lnTo>
                      <a:pt x="1" y="159"/>
                    </a:lnTo>
                    <a:lnTo>
                      <a:pt x="30" y="396"/>
                    </a:lnTo>
                    <a:lnTo>
                      <a:pt x="59" y="296"/>
                    </a:lnTo>
                    <a:lnTo>
                      <a:pt x="80" y="237"/>
                    </a:lnTo>
                    <a:lnTo>
                      <a:pt x="4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53"/>
              <p:cNvSpPr/>
              <p:nvPr/>
            </p:nvSpPr>
            <p:spPr>
              <a:xfrm>
                <a:off x="1073954" y="9771896"/>
                <a:ext cx="24958" cy="33207"/>
              </a:xfrm>
              <a:custGeom>
                <a:rect b="b" l="l" r="r" t="t"/>
                <a:pathLst>
                  <a:path extrusionOk="0" h="318" w="239">
                    <a:moveTo>
                      <a:pt x="1" y="0"/>
                    </a:moveTo>
                    <a:lnTo>
                      <a:pt x="37" y="238"/>
                    </a:lnTo>
                    <a:lnTo>
                      <a:pt x="202" y="302"/>
                    </a:lnTo>
                    <a:lnTo>
                      <a:pt x="239" y="318"/>
                    </a:lnTo>
                    <a:lnTo>
                      <a:pt x="202" y="80"/>
                    </a:lnTo>
                    <a:lnTo>
                      <a:pt x="196" y="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53"/>
              <p:cNvSpPr/>
              <p:nvPr/>
            </p:nvSpPr>
            <p:spPr>
              <a:xfrm>
                <a:off x="1077713" y="9796750"/>
                <a:ext cx="49706" cy="273176"/>
              </a:xfrm>
              <a:custGeom>
                <a:rect b="b" l="l" r="r" t="t"/>
                <a:pathLst>
                  <a:path extrusionOk="0" h="2616" w="476">
                    <a:moveTo>
                      <a:pt x="1" y="0"/>
                    </a:moveTo>
                    <a:lnTo>
                      <a:pt x="22" y="157"/>
                    </a:lnTo>
                    <a:lnTo>
                      <a:pt x="194" y="1408"/>
                    </a:lnTo>
                    <a:lnTo>
                      <a:pt x="216" y="1560"/>
                    </a:lnTo>
                    <a:lnTo>
                      <a:pt x="360" y="2616"/>
                    </a:lnTo>
                    <a:lnTo>
                      <a:pt x="475" y="2041"/>
                    </a:lnTo>
                    <a:lnTo>
                      <a:pt x="403" y="1537"/>
                    </a:lnTo>
                    <a:lnTo>
                      <a:pt x="382" y="1394"/>
                    </a:lnTo>
                    <a:lnTo>
                      <a:pt x="203" y="80"/>
                    </a:lnTo>
                    <a:lnTo>
                      <a:pt x="166" y="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53"/>
              <p:cNvSpPr/>
              <p:nvPr/>
            </p:nvSpPr>
            <p:spPr>
              <a:xfrm>
                <a:off x="1179841" y="9696919"/>
                <a:ext cx="56390" cy="45843"/>
              </a:xfrm>
              <a:custGeom>
                <a:rect b="b" l="l" r="r" t="t"/>
                <a:pathLst>
                  <a:path extrusionOk="0" h="439" w="540">
                    <a:moveTo>
                      <a:pt x="267" y="1"/>
                    </a:moveTo>
                    <a:cubicBezTo>
                      <a:pt x="230" y="1"/>
                      <a:pt x="217" y="1"/>
                      <a:pt x="187" y="8"/>
                    </a:cubicBezTo>
                    <a:cubicBezTo>
                      <a:pt x="187" y="14"/>
                      <a:pt x="180" y="14"/>
                      <a:pt x="180" y="14"/>
                    </a:cubicBezTo>
                    <a:lnTo>
                      <a:pt x="173" y="14"/>
                    </a:lnTo>
                    <a:cubicBezTo>
                      <a:pt x="165" y="21"/>
                      <a:pt x="158" y="21"/>
                      <a:pt x="151" y="28"/>
                    </a:cubicBezTo>
                    <a:cubicBezTo>
                      <a:pt x="144" y="28"/>
                      <a:pt x="144" y="35"/>
                      <a:pt x="137" y="35"/>
                    </a:cubicBezTo>
                    <a:lnTo>
                      <a:pt x="130" y="35"/>
                    </a:lnTo>
                    <a:lnTo>
                      <a:pt x="130" y="44"/>
                    </a:lnTo>
                    <a:lnTo>
                      <a:pt x="122" y="44"/>
                    </a:lnTo>
                    <a:lnTo>
                      <a:pt x="122" y="51"/>
                    </a:lnTo>
                    <a:lnTo>
                      <a:pt x="115" y="51"/>
                    </a:lnTo>
                    <a:lnTo>
                      <a:pt x="108" y="58"/>
                    </a:lnTo>
                    <a:lnTo>
                      <a:pt x="101" y="64"/>
                    </a:lnTo>
                    <a:lnTo>
                      <a:pt x="94" y="71"/>
                    </a:lnTo>
                    <a:cubicBezTo>
                      <a:pt x="87" y="78"/>
                      <a:pt x="72" y="101"/>
                      <a:pt x="65" y="115"/>
                    </a:cubicBezTo>
                    <a:cubicBezTo>
                      <a:pt x="58" y="121"/>
                      <a:pt x="58" y="130"/>
                      <a:pt x="51" y="137"/>
                    </a:cubicBezTo>
                    <a:cubicBezTo>
                      <a:pt x="51" y="151"/>
                      <a:pt x="51" y="158"/>
                      <a:pt x="44" y="165"/>
                    </a:cubicBezTo>
                    <a:cubicBezTo>
                      <a:pt x="29" y="244"/>
                      <a:pt x="15" y="330"/>
                      <a:pt x="1" y="416"/>
                    </a:cubicBezTo>
                    <a:lnTo>
                      <a:pt x="79" y="294"/>
                    </a:lnTo>
                    <a:lnTo>
                      <a:pt x="337" y="303"/>
                    </a:lnTo>
                    <a:lnTo>
                      <a:pt x="496" y="439"/>
                    </a:lnTo>
                    <a:lnTo>
                      <a:pt x="532" y="259"/>
                    </a:lnTo>
                    <a:cubicBezTo>
                      <a:pt x="539" y="237"/>
                      <a:pt x="539" y="216"/>
                      <a:pt x="532" y="201"/>
                    </a:cubicBezTo>
                    <a:cubicBezTo>
                      <a:pt x="532" y="173"/>
                      <a:pt x="525" y="151"/>
                      <a:pt x="518" y="144"/>
                    </a:cubicBezTo>
                    <a:cubicBezTo>
                      <a:pt x="510" y="115"/>
                      <a:pt x="482" y="78"/>
                      <a:pt x="453" y="58"/>
                    </a:cubicBezTo>
                    <a:cubicBezTo>
                      <a:pt x="439" y="51"/>
                      <a:pt x="424" y="35"/>
                      <a:pt x="396" y="21"/>
                    </a:cubicBezTo>
                    <a:cubicBezTo>
                      <a:pt x="367" y="8"/>
                      <a:pt x="337" y="8"/>
                      <a:pt x="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53"/>
              <p:cNvSpPr/>
              <p:nvPr/>
            </p:nvSpPr>
            <p:spPr>
              <a:xfrm>
                <a:off x="1183496" y="9727516"/>
                <a:ext cx="31641" cy="25689"/>
              </a:xfrm>
              <a:custGeom>
                <a:rect b="b" l="l" r="r" t="t"/>
                <a:pathLst>
                  <a:path extrusionOk="0" h="246" w="303">
                    <a:moveTo>
                      <a:pt x="44" y="1"/>
                    </a:moveTo>
                    <a:lnTo>
                      <a:pt x="0" y="239"/>
                    </a:lnTo>
                    <a:lnTo>
                      <a:pt x="259" y="246"/>
                    </a:lnTo>
                    <a:lnTo>
                      <a:pt x="302" y="10"/>
                    </a:lnTo>
                    <a:lnTo>
                      <a:pt x="4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53"/>
              <p:cNvSpPr/>
              <p:nvPr/>
            </p:nvSpPr>
            <p:spPr>
              <a:xfrm>
                <a:off x="1141517" y="9753100"/>
                <a:ext cx="86359" cy="358282"/>
              </a:xfrm>
              <a:custGeom>
                <a:rect b="b" l="l" r="r" t="t"/>
                <a:pathLst>
                  <a:path extrusionOk="0" h="3431" w="827">
                    <a:moveTo>
                      <a:pt x="661" y="1"/>
                    </a:moveTo>
                    <a:lnTo>
                      <a:pt x="634" y="160"/>
                    </a:lnTo>
                    <a:lnTo>
                      <a:pt x="309" y="1848"/>
                    </a:lnTo>
                    <a:lnTo>
                      <a:pt x="282" y="1999"/>
                    </a:lnTo>
                    <a:lnTo>
                      <a:pt x="1" y="3430"/>
                    </a:lnTo>
                    <a:lnTo>
                      <a:pt x="57" y="3430"/>
                    </a:lnTo>
                    <a:cubicBezTo>
                      <a:pt x="73" y="3430"/>
                      <a:pt x="94" y="3422"/>
                      <a:pt x="109" y="3422"/>
                    </a:cubicBezTo>
                    <a:cubicBezTo>
                      <a:pt x="137" y="3422"/>
                      <a:pt x="166" y="3415"/>
                      <a:pt x="195" y="3408"/>
                    </a:cubicBezTo>
                    <a:lnTo>
                      <a:pt x="461" y="2042"/>
                    </a:lnTo>
                    <a:lnTo>
                      <a:pt x="489" y="1885"/>
                    </a:lnTo>
                    <a:lnTo>
                      <a:pt x="827" y="137"/>
                    </a:lnTo>
                    <a:lnTo>
                      <a:pt x="799" y="116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53"/>
              <p:cNvSpPr/>
              <p:nvPr/>
            </p:nvSpPr>
            <p:spPr>
              <a:xfrm>
                <a:off x="1210542" y="9728455"/>
                <a:ext cx="21825" cy="39055"/>
              </a:xfrm>
              <a:custGeom>
                <a:rect b="b" l="l" r="r" t="t"/>
                <a:pathLst>
                  <a:path extrusionOk="0" h="374" w="209">
                    <a:moveTo>
                      <a:pt x="43" y="1"/>
                    </a:moveTo>
                    <a:lnTo>
                      <a:pt x="0" y="237"/>
                    </a:lnTo>
                    <a:lnTo>
                      <a:pt x="138" y="352"/>
                    </a:lnTo>
                    <a:lnTo>
                      <a:pt x="166" y="373"/>
                    </a:lnTo>
                    <a:lnTo>
                      <a:pt x="209" y="144"/>
                    </a:lnTo>
                    <a:lnTo>
                      <a:pt x="202" y="137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53"/>
              <p:cNvSpPr/>
              <p:nvPr/>
            </p:nvSpPr>
            <p:spPr>
              <a:xfrm>
                <a:off x="969633" y="10048206"/>
                <a:ext cx="316094" cy="293225"/>
              </a:xfrm>
              <a:custGeom>
                <a:rect b="b" l="l" r="r" t="t"/>
                <a:pathLst>
                  <a:path extrusionOk="0" h="2808" w="3027">
                    <a:moveTo>
                      <a:pt x="3027" y="1"/>
                    </a:moveTo>
                    <a:lnTo>
                      <a:pt x="3027" y="1"/>
                    </a:lnTo>
                    <a:cubicBezTo>
                      <a:pt x="2977" y="187"/>
                      <a:pt x="2825" y="366"/>
                      <a:pt x="2575" y="510"/>
                    </a:cubicBezTo>
                    <a:cubicBezTo>
                      <a:pt x="2359" y="632"/>
                      <a:pt x="2092" y="704"/>
                      <a:pt x="1812" y="741"/>
                    </a:cubicBezTo>
                    <a:cubicBezTo>
                      <a:pt x="1762" y="748"/>
                      <a:pt x="1712" y="748"/>
                      <a:pt x="1660" y="755"/>
                    </a:cubicBezTo>
                    <a:lnTo>
                      <a:pt x="1358" y="755"/>
                    </a:lnTo>
                    <a:cubicBezTo>
                      <a:pt x="1338" y="755"/>
                      <a:pt x="1315" y="748"/>
                      <a:pt x="1295" y="748"/>
                    </a:cubicBezTo>
                    <a:cubicBezTo>
                      <a:pt x="1265" y="748"/>
                      <a:pt x="1245" y="741"/>
                      <a:pt x="1215" y="741"/>
                    </a:cubicBezTo>
                    <a:cubicBezTo>
                      <a:pt x="1195" y="741"/>
                      <a:pt x="1165" y="734"/>
                      <a:pt x="1143" y="734"/>
                    </a:cubicBezTo>
                    <a:cubicBezTo>
                      <a:pt x="877" y="698"/>
                      <a:pt x="618" y="611"/>
                      <a:pt x="410" y="489"/>
                    </a:cubicBezTo>
                    <a:cubicBezTo>
                      <a:pt x="180" y="346"/>
                      <a:pt x="44" y="180"/>
                      <a:pt x="1" y="1"/>
                    </a:cubicBezTo>
                    <a:lnTo>
                      <a:pt x="1" y="1"/>
                    </a:lnTo>
                    <a:cubicBezTo>
                      <a:pt x="180" y="768"/>
                      <a:pt x="360" y="1538"/>
                      <a:pt x="539" y="2314"/>
                    </a:cubicBezTo>
                    <a:cubicBezTo>
                      <a:pt x="561" y="2430"/>
                      <a:pt x="655" y="2545"/>
                      <a:pt x="806" y="2631"/>
                    </a:cubicBezTo>
                    <a:cubicBezTo>
                      <a:pt x="1000" y="2749"/>
                      <a:pt x="1259" y="2808"/>
                      <a:pt x="1518" y="2808"/>
                    </a:cubicBezTo>
                    <a:cubicBezTo>
                      <a:pt x="1766" y="2808"/>
                      <a:pt x="2014" y="2754"/>
                      <a:pt x="2207" y="2645"/>
                    </a:cubicBezTo>
                    <a:cubicBezTo>
                      <a:pt x="2380" y="2552"/>
                      <a:pt x="2480" y="2430"/>
                      <a:pt x="2509" y="2307"/>
                    </a:cubicBezTo>
                    <a:cubicBezTo>
                      <a:pt x="2682" y="1538"/>
                      <a:pt x="2854" y="768"/>
                      <a:pt x="30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53"/>
              <p:cNvSpPr/>
              <p:nvPr/>
            </p:nvSpPr>
            <p:spPr>
              <a:xfrm>
                <a:off x="1107788" y="9752473"/>
                <a:ext cx="75813" cy="358909"/>
              </a:xfrm>
              <a:custGeom>
                <a:rect b="b" l="l" r="r" t="t"/>
                <a:pathLst>
                  <a:path extrusionOk="0" h="3437" w="726">
                    <a:moveTo>
                      <a:pt x="725" y="0"/>
                    </a:moveTo>
                    <a:lnTo>
                      <a:pt x="691" y="50"/>
                    </a:lnTo>
                    <a:lnTo>
                      <a:pt x="632" y="129"/>
                    </a:lnTo>
                    <a:lnTo>
                      <a:pt x="310" y="1818"/>
                    </a:lnTo>
                    <a:lnTo>
                      <a:pt x="280" y="1970"/>
                    </a:lnTo>
                    <a:lnTo>
                      <a:pt x="187" y="2465"/>
                    </a:lnTo>
                    <a:lnTo>
                      <a:pt x="72" y="3040"/>
                    </a:lnTo>
                    <a:lnTo>
                      <a:pt x="1" y="3436"/>
                    </a:lnTo>
                    <a:lnTo>
                      <a:pt x="65" y="3436"/>
                    </a:lnTo>
                    <a:lnTo>
                      <a:pt x="101" y="3248"/>
                    </a:lnTo>
                    <a:lnTo>
                      <a:pt x="217" y="2674"/>
                    </a:lnTo>
                    <a:lnTo>
                      <a:pt x="346" y="1970"/>
                    </a:lnTo>
                    <a:lnTo>
                      <a:pt x="374" y="1825"/>
                    </a:lnTo>
                    <a:lnTo>
                      <a:pt x="712" y="79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53"/>
              <p:cNvSpPr/>
              <p:nvPr/>
            </p:nvSpPr>
            <p:spPr>
              <a:xfrm>
                <a:off x="1114471" y="9752473"/>
                <a:ext cx="96175" cy="359640"/>
              </a:xfrm>
              <a:custGeom>
                <a:rect b="b" l="l" r="r" t="t"/>
                <a:pathLst>
                  <a:path extrusionOk="0" h="3444" w="921">
                    <a:moveTo>
                      <a:pt x="661" y="0"/>
                    </a:moveTo>
                    <a:lnTo>
                      <a:pt x="648" y="79"/>
                    </a:lnTo>
                    <a:lnTo>
                      <a:pt x="310" y="1825"/>
                    </a:lnTo>
                    <a:lnTo>
                      <a:pt x="282" y="1970"/>
                    </a:lnTo>
                    <a:lnTo>
                      <a:pt x="153" y="2674"/>
                    </a:lnTo>
                    <a:lnTo>
                      <a:pt x="37" y="3248"/>
                    </a:lnTo>
                    <a:lnTo>
                      <a:pt x="1" y="3436"/>
                    </a:lnTo>
                    <a:lnTo>
                      <a:pt x="15" y="3436"/>
                    </a:lnTo>
                    <a:cubicBezTo>
                      <a:pt x="30" y="3436"/>
                      <a:pt x="44" y="3443"/>
                      <a:pt x="58" y="3443"/>
                    </a:cubicBezTo>
                    <a:lnTo>
                      <a:pt x="66" y="3443"/>
                    </a:lnTo>
                    <a:cubicBezTo>
                      <a:pt x="123" y="3443"/>
                      <a:pt x="187" y="3443"/>
                      <a:pt x="246" y="3436"/>
                    </a:cubicBezTo>
                    <a:lnTo>
                      <a:pt x="260" y="3436"/>
                    </a:lnTo>
                    <a:lnTo>
                      <a:pt x="541" y="2005"/>
                    </a:lnTo>
                    <a:lnTo>
                      <a:pt x="568" y="1854"/>
                    </a:lnTo>
                    <a:lnTo>
                      <a:pt x="893" y="166"/>
                    </a:lnTo>
                    <a:lnTo>
                      <a:pt x="920" y="7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56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vencedor: XGBoost</a:t>
            </a:r>
            <a:endParaRPr/>
          </a:p>
        </p:txBody>
      </p:sp>
      <p:sp>
        <p:nvSpPr>
          <p:cNvPr id="2665" name="Google Shape;2665;p56"/>
          <p:cNvSpPr txBox="1"/>
          <p:nvPr>
            <p:ph idx="1" type="subTitle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de decisão: F1 (deixar um golpe passar custa mais que revisar um site à toa). No teste (2.286 URLs), o XGBoost erra pouco e equilibrado: 29 falsos positivos e 35 falsos negativos — acerto ≈ 97%.</a:t>
            </a:r>
            <a:endParaRPr/>
          </a:p>
        </p:txBody>
      </p:sp>
      <p:grpSp>
        <p:nvGrpSpPr>
          <p:cNvPr id="2666" name="Google Shape;2666;p56"/>
          <p:cNvGrpSpPr/>
          <p:nvPr/>
        </p:nvGrpSpPr>
        <p:grpSpPr>
          <a:xfrm>
            <a:off x="3670550" y="4019420"/>
            <a:ext cx="1919066" cy="900368"/>
            <a:chOff x="3249799" y="9881440"/>
            <a:chExt cx="1099247" cy="515734"/>
          </a:xfrm>
        </p:grpSpPr>
        <p:sp>
          <p:nvSpPr>
            <p:cNvPr id="2667" name="Google Shape;2667;p56"/>
            <p:cNvSpPr/>
            <p:nvPr/>
          </p:nvSpPr>
          <p:spPr>
            <a:xfrm>
              <a:off x="3704992" y="9999016"/>
              <a:ext cx="23834" cy="19259"/>
            </a:xfrm>
            <a:custGeom>
              <a:rect b="b" l="l" r="r" t="t"/>
              <a:pathLst>
                <a:path extrusionOk="0" h="181" w="224">
                  <a:moveTo>
                    <a:pt x="144" y="1"/>
                  </a:moveTo>
                  <a:lnTo>
                    <a:pt x="1" y="80"/>
                  </a:lnTo>
                  <a:cubicBezTo>
                    <a:pt x="28" y="116"/>
                    <a:pt x="28" y="152"/>
                    <a:pt x="1" y="180"/>
                  </a:cubicBezTo>
                  <a:lnTo>
                    <a:pt x="223" y="5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6"/>
            <p:cNvSpPr/>
            <p:nvPr/>
          </p:nvSpPr>
          <p:spPr>
            <a:xfrm>
              <a:off x="3266717" y="9901444"/>
              <a:ext cx="619582" cy="288244"/>
            </a:xfrm>
            <a:custGeom>
              <a:rect b="b" l="l" r="r" t="t"/>
              <a:pathLst>
                <a:path extrusionOk="0" h="2709" w="5823">
                  <a:moveTo>
                    <a:pt x="2612" y="0"/>
                  </a:moveTo>
                  <a:cubicBezTo>
                    <a:pt x="2570" y="0"/>
                    <a:pt x="2526" y="9"/>
                    <a:pt x="2495" y="27"/>
                  </a:cubicBezTo>
                  <a:lnTo>
                    <a:pt x="66" y="1428"/>
                  </a:lnTo>
                  <a:cubicBezTo>
                    <a:pt x="0" y="1471"/>
                    <a:pt x="0" y="1528"/>
                    <a:pt x="66" y="1565"/>
                  </a:cubicBezTo>
                  <a:lnTo>
                    <a:pt x="719" y="1946"/>
                  </a:lnTo>
                  <a:lnTo>
                    <a:pt x="2315" y="1019"/>
                  </a:lnTo>
                  <a:cubicBezTo>
                    <a:pt x="2347" y="1001"/>
                    <a:pt x="2390" y="992"/>
                    <a:pt x="2433" y="992"/>
                  </a:cubicBezTo>
                  <a:cubicBezTo>
                    <a:pt x="2476" y="992"/>
                    <a:pt x="2520" y="1001"/>
                    <a:pt x="2551" y="1019"/>
                  </a:cubicBezTo>
                  <a:lnTo>
                    <a:pt x="2610" y="1054"/>
                  </a:lnTo>
                  <a:lnTo>
                    <a:pt x="2883" y="1213"/>
                  </a:lnTo>
                  <a:lnTo>
                    <a:pt x="3162" y="1371"/>
                  </a:lnTo>
                  <a:lnTo>
                    <a:pt x="3436" y="1528"/>
                  </a:lnTo>
                  <a:lnTo>
                    <a:pt x="3709" y="1687"/>
                  </a:lnTo>
                  <a:lnTo>
                    <a:pt x="3982" y="1846"/>
                  </a:lnTo>
                  <a:lnTo>
                    <a:pt x="4256" y="2003"/>
                  </a:lnTo>
                  <a:lnTo>
                    <a:pt x="4528" y="2161"/>
                  </a:lnTo>
                  <a:lnTo>
                    <a:pt x="4801" y="2320"/>
                  </a:lnTo>
                  <a:lnTo>
                    <a:pt x="5075" y="2477"/>
                  </a:lnTo>
                  <a:lnTo>
                    <a:pt x="5477" y="2708"/>
                  </a:lnTo>
                  <a:lnTo>
                    <a:pt x="5822" y="2506"/>
                  </a:lnTo>
                  <a:lnTo>
                    <a:pt x="5427" y="2277"/>
                  </a:lnTo>
                  <a:lnTo>
                    <a:pt x="5413" y="2270"/>
                  </a:lnTo>
                  <a:lnTo>
                    <a:pt x="5550" y="2191"/>
                  </a:lnTo>
                  <a:cubicBezTo>
                    <a:pt x="5575" y="2198"/>
                    <a:pt x="5601" y="2201"/>
                    <a:pt x="5629" y="2201"/>
                  </a:cubicBezTo>
                  <a:cubicBezTo>
                    <a:pt x="5657" y="2201"/>
                    <a:pt x="5686" y="2198"/>
                    <a:pt x="5715" y="2191"/>
                  </a:cubicBezTo>
                  <a:cubicBezTo>
                    <a:pt x="5664" y="2191"/>
                    <a:pt x="5620" y="2175"/>
                    <a:pt x="5586" y="2155"/>
                  </a:cubicBezTo>
                  <a:cubicBezTo>
                    <a:pt x="5514" y="2111"/>
                    <a:pt x="5514" y="2039"/>
                    <a:pt x="5593" y="2003"/>
                  </a:cubicBezTo>
                  <a:cubicBezTo>
                    <a:pt x="5607" y="1989"/>
                    <a:pt x="5620" y="1982"/>
                    <a:pt x="5643" y="1975"/>
                  </a:cubicBezTo>
                  <a:cubicBezTo>
                    <a:pt x="5593" y="1975"/>
                    <a:pt x="5534" y="1989"/>
                    <a:pt x="5500" y="2011"/>
                  </a:cubicBezTo>
                  <a:cubicBezTo>
                    <a:pt x="5434" y="2046"/>
                    <a:pt x="5427" y="2098"/>
                    <a:pt x="5463" y="2132"/>
                  </a:cubicBezTo>
                  <a:lnTo>
                    <a:pt x="5319" y="2218"/>
                  </a:lnTo>
                  <a:lnTo>
                    <a:pt x="5155" y="2118"/>
                  </a:lnTo>
                  <a:lnTo>
                    <a:pt x="4880" y="1960"/>
                  </a:lnTo>
                  <a:lnTo>
                    <a:pt x="4817" y="1925"/>
                  </a:lnTo>
                  <a:lnTo>
                    <a:pt x="4953" y="1846"/>
                  </a:lnTo>
                  <a:cubicBezTo>
                    <a:pt x="4978" y="1853"/>
                    <a:pt x="5007" y="1856"/>
                    <a:pt x="5036" y="1856"/>
                  </a:cubicBezTo>
                  <a:cubicBezTo>
                    <a:pt x="5065" y="1856"/>
                    <a:pt x="5093" y="1853"/>
                    <a:pt x="5118" y="1846"/>
                  </a:cubicBezTo>
                  <a:cubicBezTo>
                    <a:pt x="5075" y="1846"/>
                    <a:pt x="5032" y="1830"/>
                    <a:pt x="4996" y="1816"/>
                  </a:cubicBezTo>
                  <a:cubicBezTo>
                    <a:pt x="4924" y="1766"/>
                    <a:pt x="4924" y="1701"/>
                    <a:pt x="4996" y="1658"/>
                  </a:cubicBezTo>
                  <a:cubicBezTo>
                    <a:pt x="5010" y="1644"/>
                    <a:pt x="5032" y="1637"/>
                    <a:pt x="5053" y="1637"/>
                  </a:cubicBezTo>
                  <a:cubicBezTo>
                    <a:pt x="5043" y="1636"/>
                    <a:pt x="5033" y="1635"/>
                    <a:pt x="5023" y="1635"/>
                  </a:cubicBezTo>
                  <a:cubicBezTo>
                    <a:pt x="4977" y="1635"/>
                    <a:pt x="4933" y="1648"/>
                    <a:pt x="4903" y="1666"/>
                  </a:cubicBezTo>
                  <a:cubicBezTo>
                    <a:pt x="4844" y="1701"/>
                    <a:pt x="4830" y="1753"/>
                    <a:pt x="4867" y="1796"/>
                  </a:cubicBezTo>
                  <a:lnTo>
                    <a:pt x="4730" y="1873"/>
                  </a:lnTo>
                  <a:lnTo>
                    <a:pt x="4608" y="1803"/>
                  </a:lnTo>
                  <a:lnTo>
                    <a:pt x="4327" y="1644"/>
                  </a:lnTo>
                  <a:lnTo>
                    <a:pt x="4220" y="1580"/>
                  </a:lnTo>
                  <a:lnTo>
                    <a:pt x="4356" y="1501"/>
                  </a:lnTo>
                  <a:cubicBezTo>
                    <a:pt x="4384" y="1508"/>
                    <a:pt x="4413" y="1511"/>
                    <a:pt x="4441" y="1511"/>
                  </a:cubicBezTo>
                  <a:cubicBezTo>
                    <a:pt x="4469" y="1511"/>
                    <a:pt x="4497" y="1508"/>
                    <a:pt x="4522" y="1501"/>
                  </a:cubicBezTo>
                  <a:cubicBezTo>
                    <a:pt x="4478" y="1501"/>
                    <a:pt x="4435" y="1485"/>
                    <a:pt x="4406" y="1471"/>
                  </a:cubicBezTo>
                  <a:cubicBezTo>
                    <a:pt x="4327" y="1428"/>
                    <a:pt x="4335" y="1356"/>
                    <a:pt x="4406" y="1313"/>
                  </a:cubicBezTo>
                  <a:cubicBezTo>
                    <a:pt x="4422" y="1306"/>
                    <a:pt x="4442" y="1299"/>
                    <a:pt x="4456" y="1292"/>
                  </a:cubicBezTo>
                  <a:cubicBezTo>
                    <a:pt x="4447" y="1291"/>
                    <a:pt x="4438" y="1290"/>
                    <a:pt x="4429" y="1290"/>
                  </a:cubicBezTo>
                  <a:cubicBezTo>
                    <a:pt x="4386" y="1290"/>
                    <a:pt x="4341" y="1303"/>
                    <a:pt x="4306" y="1321"/>
                  </a:cubicBezTo>
                  <a:cubicBezTo>
                    <a:pt x="4249" y="1356"/>
                    <a:pt x="4233" y="1408"/>
                    <a:pt x="4270" y="1451"/>
                  </a:cubicBezTo>
                  <a:lnTo>
                    <a:pt x="4133" y="1528"/>
                  </a:lnTo>
                  <a:lnTo>
                    <a:pt x="4054" y="1485"/>
                  </a:lnTo>
                  <a:lnTo>
                    <a:pt x="3868" y="1378"/>
                  </a:lnTo>
                  <a:cubicBezTo>
                    <a:pt x="3802" y="1342"/>
                    <a:pt x="3802" y="1278"/>
                    <a:pt x="3868" y="1242"/>
                  </a:cubicBezTo>
                  <a:lnTo>
                    <a:pt x="4040" y="1140"/>
                  </a:lnTo>
                  <a:lnTo>
                    <a:pt x="4040" y="1140"/>
                  </a:lnTo>
                  <a:cubicBezTo>
                    <a:pt x="4010" y="1153"/>
                    <a:pt x="3975" y="1158"/>
                    <a:pt x="3941" y="1158"/>
                  </a:cubicBezTo>
                  <a:cubicBezTo>
                    <a:pt x="3894" y="1158"/>
                    <a:pt x="3847" y="1147"/>
                    <a:pt x="3809" y="1126"/>
                  </a:cubicBezTo>
                  <a:cubicBezTo>
                    <a:pt x="3738" y="1083"/>
                    <a:pt x="3738" y="1011"/>
                    <a:pt x="3818" y="968"/>
                  </a:cubicBezTo>
                  <a:cubicBezTo>
                    <a:pt x="3853" y="946"/>
                    <a:pt x="3901" y="935"/>
                    <a:pt x="3949" y="935"/>
                  </a:cubicBezTo>
                  <a:cubicBezTo>
                    <a:pt x="3977" y="935"/>
                    <a:pt x="4006" y="939"/>
                    <a:pt x="4033" y="947"/>
                  </a:cubicBezTo>
                  <a:lnTo>
                    <a:pt x="4170" y="868"/>
                  </a:lnTo>
                  <a:lnTo>
                    <a:pt x="3666" y="573"/>
                  </a:lnTo>
                  <a:lnTo>
                    <a:pt x="3530" y="652"/>
                  </a:lnTo>
                  <a:cubicBezTo>
                    <a:pt x="3566" y="695"/>
                    <a:pt x="3550" y="745"/>
                    <a:pt x="3493" y="781"/>
                  </a:cubicBezTo>
                  <a:cubicBezTo>
                    <a:pt x="3454" y="803"/>
                    <a:pt x="3405" y="814"/>
                    <a:pt x="3357" y="814"/>
                  </a:cubicBezTo>
                  <a:cubicBezTo>
                    <a:pt x="3309" y="814"/>
                    <a:pt x="3261" y="803"/>
                    <a:pt x="3221" y="781"/>
                  </a:cubicBezTo>
                  <a:cubicBezTo>
                    <a:pt x="3148" y="738"/>
                    <a:pt x="3148" y="666"/>
                    <a:pt x="3221" y="623"/>
                  </a:cubicBezTo>
                  <a:cubicBezTo>
                    <a:pt x="3260" y="601"/>
                    <a:pt x="3307" y="593"/>
                    <a:pt x="3355" y="593"/>
                  </a:cubicBezTo>
                  <a:cubicBezTo>
                    <a:pt x="3385" y="593"/>
                    <a:pt x="3415" y="597"/>
                    <a:pt x="3443" y="602"/>
                  </a:cubicBezTo>
                  <a:lnTo>
                    <a:pt x="3580" y="523"/>
                  </a:lnTo>
                  <a:lnTo>
                    <a:pt x="3076" y="228"/>
                  </a:lnTo>
                  <a:lnTo>
                    <a:pt x="2940" y="314"/>
                  </a:lnTo>
                  <a:cubicBezTo>
                    <a:pt x="2969" y="350"/>
                    <a:pt x="2962" y="400"/>
                    <a:pt x="2903" y="436"/>
                  </a:cubicBezTo>
                  <a:cubicBezTo>
                    <a:pt x="2865" y="458"/>
                    <a:pt x="2815" y="469"/>
                    <a:pt x="2765" y="469"/>
                  </a:cubicBezTo>
                  <a:cubicBezTo>
                    <a:pt x="2716" y="469"/>
                    <a:pt x="2667" y="458"/>
                    <a:pt x="2631" y="436"/>
                  </a:cubicBezTo>
                  <a:cubicBezTo>
                    <a:pt x="2558" y="393"/>
                    <a:pt x="2558" y="321"/>
                    <a:pt x="2631" y="278"/>
                  </a:cubicBezTo>
                  <a:cubicBezTo>
                    <a:pt x="2669" y="259"/>
                    <a:pt x="2724" y="250"/>
                    <a:pt x="2775" y="250"/>
                  </a:cubicBezTo>
                  <a:cubicBezTo>
                    <a:pt x="2800" y="250"/>
                    <a:pt x="2825" y="252"/>
                    <a:pt x="2846" y="257"/>
                  </a:cubicBezTo>
                  <a:lnTo>
                    <a:pt x="2990" y="178"/>
                  </a:lnTo>
                  <a:lnTo>
                    <a:pt x="2724" y="27"/>
                  </a:lnTo>
                  <a:cubicBezTo>
                    <a:pt x="2696" y="9"/>
                    <a:pt x="2654" y="0"/>
                    <a:pt x="2612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6"/>
            <p:cNvSpPr/>
            <p:nvPr/>
          </p:nvSpPr>
          <p:spPr>
            <a:xfrm>
              <a:off x="3339391" y="9956242"/>
              <a:ext cx="188971" cy="108743"/>
            </a:xfrm>
            <a:custGeom>
              <a:rect b="b" l="l" r="r" t="t"/>
              <a:pathLst>
                <a:path extrusionOk="0" h="1022" w="1776">
                  <a:moveTo>
                    <a:pt x="0" y="1022"/>
                  </a:moveTo>
                  <a:lnTo>
                    <a:pt x="177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6"/>
            <p:cNvSpPr/>
            <p:nvPr/>
          </p:nvSpPr>
          <p:spPr>
            <a:xfrm>
              <a:off x="3339391" y="9956242"/>
              <a:ext cx="188971" cy="108743"/>
            </a:xfrm>
            <a:custGeom>
              <a:rect b="b" l="l" r="r" t="t"/>
              <a:pathLst>
                <a:path extrusionOk="0" fill="none" h="1022" w="1776">
                  <a:moveTo>
                    <a:pt x="0" y="1022"/>
                  </a:moveTo>
                  <a:lnTo>
                    <a:pt x="1775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6"/>
            <p:cNvSpPr/>
            <p:nvPr/>
          </p:nvSpPr>
          <p:spPr>
            <a:xfrm>
              <a:off x="3368332" y="9973160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6"/>
            <p:cNvSpPr/>
            <p:nvPr/>
          </p:nvSpPr>
          <p:spPr>
            <a:xfrm>
              <a:off x="3368332" y="9973160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6"/>
            <p:cNvSpPr/>
            <p:nvPr/>
          </p:nvSpPr>
          <p:spPr>
            <a:xfrm>
              <a:off x="3397593" y="9989865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6"/>
            <p:cNvSpPr/>
            <p:nvPr/>
          </p:nvSpPr>
          <p:spPr>
            <a:xfrm>
              <a:off x="3397593" y="9989865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56"/>
            <p:cNvSpPr/>
            <p:nvPr/>
          </p:nvSpPr>
          <p:spPr>
            <a:xfrm>
              <a:off x="3426535" y="1000678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56"/>
            <p:cNvSpPr/>
            <p:nvPr/>
          </p:nvSpPr>
          <p:spPr>
            <a:xfrm>
              <a:off x="3426535" y="1000678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6"/>
            <p:cNvSpPr/>
            <p:nvPr/>
          </p:nvSpPr>
          <p:spPr>
            <a:xfrm>
              <a:off x="3455583" y="10023595"/>
              <a:ext cx="188226" cy="108637"/>
            </a:xfrm>
            <a:custGeom>
              <a:rect b="b" l="l" r="r" t="t"/>
              <a:pathLst>
                <a:path extrusionOk="0" h="1021" w="1769">
                  <a:moveTo>
                    <a:pt x="0" y="1020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56"/>
            <p:cNvSpPr/>
            <p:nvPr/>
          </p:nvSpPr>
          <p:spPr>
            <a:xfrm>
              <a:off x="3455583" y="10023595"/>
              <a:ext cx="188226" cy="108637"/>
            </a:xfrm>
            <a:custGeom>
              <a:rect b="b" l="l" r="r" t="t"/>
              <a:pathLst>
                <a:path extrusionOk="0" fill="none" h="1021" w="1769">
                  <a:moveTo>
                    <a:pt x="0" y="1020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56"/>
            <p:cNvSpPr/>
            <p:nvPr/>
          </p:nvSpPr>
          <p:spPr>
            <a:xfrm>
              <a:off x="3484738" y="10040300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56"/>
            <p:cNvSpPr/>
            <p:nvPr/>
          </p:nvSpPr>
          <p:spPr>
            <a:xfrm>
              <a:off x="3484738" y="10040300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6"/>
            <p:cNvSpPr/>
            <p:nvPr/>
          </p:nvSpPr>
          <p:spPr>
            <a:xfrm>
              <a:off x="3513786" y="10057218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6"/>
            <p:cNvSpPr/>
            <p:nvPr/>
          </p:nvSpPr>
          <p:spPr>
            <a:xfrm>
              <a:off x="3513786" y="10057218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6"/>
            <p:cNvSpPr/>
            <p:nvPr/>
          </p:nvSpPr>
          <p:spPr>
            <a:xfrm>
              <a:off x="3542727" y="10074136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56"/>
            <p:cNvSpPr/>
            <p:nvPr/>
          </p:nvSpPr>
          <p:spPr>
            <a:xfrm>
              <a:off x="3542727" y="10074136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56"/>
            <p:cNvSpPr/>
            <p:nvPr/>
          </p:nvSpPr>
          <p:spPr>
            <a:xfrm>
              <a:off x="3571882" y="10090842"/>
              <a:ext cx="188332" cy="108743"/>
            </a:xfrm>
            <a:custGeom>
              <a:rect b="b" l="l" r="r" t="t"/>
              <a:pathLst>
                <a:path extrusionOk="0" h="1022" w="1770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56"/>
            <p:cNvSpPr/>
            <p:nvPr/>
          </p:nvSpPr>
          <p:spPr>
            <a:xfrm>
              <a:off x="3571882" y="10090842"/>
              <a:ext cx="188332" cy="108743"/>
            </a:xfrm>
            <a:custGeom>
              <a:rect b="b" l="l" r="r" t="t"/>
              <a:pathLst>
                <a:path extrusionOk="0" fill="none" h="1022" w="1770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3600930" y="1010765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600930" y="1010765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3629978" y="10124572"/>
              <a:ext cx="188226" cy="109382"/>
            </a:xfrm>
            <a:custGeom>
              <a:rect b="b" l="l" r="r" t="t"/>
              <a:pathLst>
                <a:path extrusionOk="0" h="1028" w="1769">
                  <a:moveTo>
                    <a:pt x="0" y="1027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629978" y="10124572"/>
              <a:ext cx="188226" cy="109382"/>
            </a:xfrm>
            <a:custGeom>
              <a:rect b="b" l="l" r="r" t="t"/>
              <a:pathLst>
                <a:path extrusionOk="0" fill="none" h="1028" w="1769">
                  <a:moveTo>
                    <a:pt x="0" y="1027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3659133" y="10141277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9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659133" y="10141277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9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3249799" y="10006996"/>
              <a:ext cx="677039" cy="390178"/>
            </a:xfrm>
            <a:custGeom>
              <a:rect b="b" l="l" r="r" t="t"/>
              <a:pathLst>
                <a:path extrusionOk="0" h="3667" w="6363">
                  <a:moveTo>
                    <a:pt x="2592" y="0"/>
                  </a:moveTo>
                  <a:cubicBezTo>
                    <a:pt x="2549" y="0"/>
                    <a:pt x="2506" y="9"/>
                    <a:pt x="2474" y="27"/>
                  </a:cubicBezTo>
                  <a:lnTo>
                    <a:pt x="878" y="954"/>
                  </a:lnTo>
                  <a:lnTo>
                    <a:pt x="66" y="1428"/>
                  </a:lnTo>
                  <a:cubicBezTo>
                    <a:pt x="0" y="1464"/>
                    <a:pt x="0" y="1528"/>
                    <a:pt x="66" y="1564"/>
                  </a:cubicBezTo>
                  <a:lnTo>
                    <a:pt x="325" y="1716"/>
                  </a:lnTo>
                  <a:lnTo>
                    <a:pt x="461" y="1637"/>
                  </a:lnTo>
                  <a:cubicBezTo>
                    <a:pt x="432" y="1594"/>
                    <a:pt x="440" y="1544"/>
                    <a:pt x="497" y="1508"/>
                  </a:cubicBezTo>
                  <a:cubicBezTo>
                    <a:pt x="537" y="1486"/>
                    <a:pt x="585" y="1475"/>
                    <a:pt x="633" y="1475"/>
                  </a:cubicBezTo>
                  <a:cubicBezTo>
                    <a:pt x="682" y="1475"/>
                    <a:pt x="730" y="1486"/>
                    <a:pt x="770" y="1508"/>
                  </a:cubicBezTo>
                  <a:cubicBezTo>
                    <a:pt x="842" y="1551"/>
                    <a:pt x="842" y="1623"/>
                    <a:pt x="770" y="1666"/>
                  </a:cubicBezTo>
                  <a:cubicBezTo>
                    <a:pt x="734" y="1688"/>
                    <a:pt x="687" y="1699"/>
                    <a:pt x="639" y="1699"/>
                  </a:cubicBezTo>
                  <a:cubicBezTo>
                    <a:pt x="610" y="1699"/>
                    <a:pt x="581" y="1695"/>
                    <a:pt x="554" y="1687"/>
                  </a:cubicBezTo>
                  <a:lnTo>
                    <a:pt x="411" y="1766"/>
                  </a:lnTo>
                  <a:lnTo>
                    <a:pt x="922" y="2061"/>
                  </a:lnTo>
                  <a:lnTo>
                    <a:pt x="1058" y="1982"/>
                  </a:lnTo>
                  <a:cubicBezTo>
                    <a:pt x="1022" y="1939"/>
                    <a:pt x="1035" y="1889"/>
                    <a:pt x="1094" y="1853"/>
                  </a:cubicBezTo>
                  <a:cubicBezTo>
                    <a:pt x="1129" y="1831"/>
                    <a:pt x="1178" y="1820"/>
                    <a:pt x="1227" y="1820"/>
                  </a:cubicBezTo>
                  <a:cubicBezTo>
                    <a:pt x="1276" y="1820"/>
                    <a:pt x="1327" y="1831"/>
                    <a:pt x="1367" y="1853"/>
                  </a:cubicBezTo>
                  <a:cubicBezTo>
                    <a:pt x="1439" y="1896"/>
                    <a:pt x="1439" y="1968"/>
                    <a:pt x="1367" y="2011"/>
                  </a:cubicBezTo>
                  <a:cubicBezTo>
                    <a:pt x="1331" y="2033"/>
                    <a:pt x="1281" y="2044"/>
                    <a:pt x="1231" y="2044"/>
                  </a:cubicBezTo>
                  <a:cubicBezTo>
                    <a:pt x="1201" y="2044"/>
                    <a:pt x="1171" y="2040"/>
                    <a:pt x="1144" y="2032"/>
                  </a:cubicBezTo>
                  <a:lnTo>
                    <a:pt x="1008" y="2111"/>
                  </a:lnTo>
                  <a:lnTo>
                    <a:pt x="1518" y="2406"/>
                  </a:lnTo>
                  <a:lnTo>
                    <a:pt x="1655" y="2327"/>
                  </a:lnTo>
                  <a:cubicBezTo>
                    <a:pt x="1618" y="2284"/>
                    <a:pt x="1632" y="2234"/>
                    <a:pt x="1691" y="2198"/>
                  </a:cubicBezTo>
                  <a:cubicBezTo>
                    <a:pt x="1726" y="2176"/>
                    <a:pt x="1775" y="2165"/>
                    <a:pt x="1823" y="2165"/>
                  </a:cubicBezTo>
                  <a:cubicBezTo>
                    <a:pt x="1872" y="2165"/>
                    <a:pt x="1920" y="2176"/>
                    <a:pt x="1957" y="2198"/>
                  </a:cubicBezTo>
                  <a:cubicBezTo>
                    <a:pt x="2036" y="2241"/>
                    <a:pt x="2036" y="2313"/>
                    <a:pt x="1964" y="2356"/>
                  </a:cubicBezTo>
                  <a:cubicBezTo>
                    <a:pt x="1923" y="2377"/>
                    <a:pt x="1875" y="2386"/>
                    <a:pt x="1828" y="2386"/>
                  </a:cubicBezTo>
                  <a:cubicBezTo>
                    <a:pt x="1798" y="2386"/>
                    <a:pt x="1768" y="2382"/>
                    <a:pt x="1741" y="2377"/>
                  </a:cubicBezTo>
                  <a:lnTo>
                    <a:pt x="1605" y="2456"/>
                  </a:lnTo>
                  <a:lnTo>
                    <a:pt x="2114" y="2751"/>
                  </a:lnTo>
                  <a:lnTo>
                    <a:pt x="2252" y="2665"/>
                  </a:lnTo>
                  <a:cubicBezTo>
                    <a:pt x="2215" y="2629"/>
                    <a:pt x="2229" y="2579"/>
                    <a:pt x="2286" y="2543"/>
                  </a:cubicBezTo>
                  <a:cubicBezTo>
                    <a:pt x="2322" y="2521"/>
                    <a:pt x="2371" y="2510"/>
                    <a:pt x="2420" y="2510"/>
                  </a:cubicBezTo>
                  <a:cubicBezTo>
                    <a:pt x="2469" y="2510"/>
                    <a:pt x="2517" y="2521"/>
                    <a:pt x="2554" y="2543"/>
                  </a:cubicBezTo>
                  <a:cubicBezTo>
                    <a:pt x="2631" y="2586"/>
                    <a:pt x="2631" y="2658"/>
                    <a:pt x="2554" y="2701"/>
                  </a:cubicBezTo>
                  <a:cubicBezTo>
                    <a:pt x="2518" y="2718"/>
                    <a:pt x="2472" y="2727"/>
                    <a:pt x="2426" y="2727"/>
                  </a:cubicBezTo>
                  <a:cubicBezTo>
                    <a:pt x="2396" y="2727"/>
                    <a:pt x="2366" y="2723"/>
                    <a:pt x="2338" y="2715"/>
                  </a:cubicBezTo>
                  <a:lnTo>
                    <a:pt x="2200" y="2801"/>
                  </a:lnTo>
                  <a:lnTo>
                    <a:pt x="2704" y="3089"/>
                  </a:lnTo>
                  <a:lnTo>
                    <a:pt x="2847" y="3010"/>
                  </a:lnTo>
                  <a:cubicBezTo>
                    <a:pt x="2812" y="2967"/>
                    <a:pt x="2819" y="2917"/>
                    <a:pt x="2883" y="2888"/>
                  </a:cubicBezTo>
                  <a:cubicBezTo>
                    <a:pt x="2919" y="2866"/>
                    <a:pt x="2968" y="2855"/>
                    <a:pt x="3016" y="2855"/>
                  </a:cubicBezTo>
                  <a:cubicBezTo>
                    <a:pt x="3065" y="2855"/>
                    <a:pt x="3113" y="2866"/>
                    <a:pt x="3149" y="2888"/>
                  </a:cubicBezTo>
                  <a:cubicBezTo>
                    <a:pt x="3228" y="2931"/>
                    <a:pt x="3228" y="2995"/>
                    <a:pt x="3149" y="3038"/>
                  </a:cubicBezTo>
                  <a:cubicBezTo>
                    <a:pt x="3113" y="3060"/>
                    <a:pt x="3065" y="3072"/>
                    <a:pt x="3017" y="3072"/>
                  </a:cubicBezTo>
                  <a:cubicBezTo>
                    <a:pt x="2989" y="3072"/>
                    <a:pt x="2960" y="3068"/>
                    <a:pt x="2933" y="3060"/>
                  </a:cubicBezTo>
                  <a:lnTo>
                    <a:pt x="2797" y="3139"/>
                  </a:lnTo>
                  <a:lnTo>
                    <a:pt x="3300" y="3434"/>
                  </a:lnTo>
                  <a:lnTo>
                    <a:pt x="3437" y="3355"/>
                  </a:lnTo>
                  <a:cubicBezTo>
                    <a:pt x="3407" y="3312"/>
                    <a:pt x="3416" y="3262"/>
                    <a:pt x="3473" y="3226"/>
                  </a:cubicBezTo>
                  <a:cubicBezTo>
                    <a:pt x="3513" y="3204"/>
                    <a:pt x="3563" y="3193"/>
                    <a:pt x="3613" y="3193"/>
                  </a:cubicBezTo>
                  <a:cubicBezTo>
                    <a:pt x="3662" y="3193"/>
                    <a:pt x="3710" y="3204"/>
                    <a:pt x="3746" y="3226"/>
                  </a:cubicBezTo>
                  <a:cubicBezTo>
                    <a:pt x="3818" y="3269"/>
                    <a:pt x="3818" y="3340"/>
                    <a:pt x="3746" y="3383"/>
                  </a:cubicBezTo>
                  <a:cubicBezTo>
                    <a:pt x="3710" y="3406"/>
                    <a:pt x="3662" y="3417"/>
                    <a:pt x="3614" y="3417"/>
                  </a:cubicBezTo>
                  <a:cubicBezTo>
                    <a:pt x="3586" y="3417"/>
                    <a:pt x="3557" y="3413"/>
                    <a:pt x="3530" y="3405"/>
                  </a:cubicBezTo>
                  <a:lnTo>
                    <a:pt x="3394" y="3484"/>
                  </a:lnTo>
                  <a:lnTo>
                    <a:pt x="3652" y="3635"/>
                  </a:lnTo>
                  <a:cubicBezTo>
                    <a:pt x="3685" y="3656"/>
                    <a:pt x="3727" y="3667"/>
                    <a:pt x="3768" y="3667"/>
                  </a:cubicBezTo>
                  <a:cubicBezTo>
                    <a:pt x="3809" y="3667"/>
                    <a:pt x="3850" y="3656"/>
                    <a:pt x="3882" y="3635"/>
                  </a:cubicBezTo>
                  <a:lnTo>
                    <a:pt x="6297" y="2234"/>
                  </a:lnTo>
                  <a:cubicBezTo>
                    <a:pt x="6363" y="2198"/>
                    <a:pt x="6363" y="2141"/>
                    <a:pt x="6297" y="2098"/>
                  </a:cubicBezTo>
                  <a:lnTo>
                    <a:pt x="5636" y="1716"/>
                  </a:lnTo>
                  <a:lnTo>
                    <a:pt x="5234" y="1485"/>
                  </a:lnTo>
                  <a:lnTo>
                    <a:pt x="4960" y="1328"/>
                  </a:lnTo>
                  <a:lnTo>
                    <a:pt x="4687" y="1169"/>
                  </a:lnTo>
                  <a:lnTo>
                    <a:pt x="4415" y="1011"/>
                  </a:lnTo>
                  <a:lnTo>
                    <a:pt x="4141" y="854"/>
                  </a:lnTo>
                  <a:lnTo>
                    <a:pt x="3868" y="695"/>
                  </a:lnTo>
                  <a:lnTo>
                    <a:pt x="3595" y="536"/>
                  </a:lnTo>
                  <a:lnTo>
                    <a:pt x="3321" y="379"/>
                  </a:lnTo>
                  <a:lnTo>
                    <a:pt x="3042" y="221"/>
                  </a:lnTo>
                  <a:lnTo>
                    <a:pt x="2769" y="62"/>
                  </a:lnTo>
                  <a:lnTo>
                    <a:pt x="2710" y="27"/>
                  </a:lnTo>
                  <a:cubicBezTo>
                    <a:pt x="2679" y="9"/>
                    <a:pt x="2635" y="0"/>
                    <a:pt x="259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3355351" y="10042747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0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3355351" y="10042747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0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56"/>
            <p:cNvSpPr/>
            <p:nvPr/>
          </p:nvSpPr>
          <p:spPr>
            <a:xfrm>
              <a:off x="3384506" y="1005945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56"/>
            <p:cNvSpPr/>
            <p:nvPr/>
          </p:nvSpPr>
          <p:spPr>
            <a:xfrm>
              <a:off x="3384506" y="1005945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3413554" y="10076264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3413554" y="10076264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3442496" y="10093183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9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3442496" y="10093183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9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3503039" y="10109888"/>
              <a:ext cx="156944" cy="91187"/>
            </a:xfrm>
            <a:custGeom>
              <a:rect b="b" l="l" r="r" t="t"/>
              <a:pathLst>
                <a:path extrusionOk="0" h="857" w="1475">
                  <a:moveTo>
                    <a:pt x="1474" y="1"/>
                  </a:moveTo>
                  <a:lnTo>
                    <a:pt x="1" y="85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3503039" y="10109888"/>
              <a:ext cx="156944" cy="91187"/>
            </a:xfrm>
            <a:custGeom>
              <a:rect b="b" l="l" r="r" t="t"/>
              <a:pathLst>
                <a:path extrusionOk="0" fill="none" h="857" w="1475">
                  <a:moveTo>
                    <a:pt x="1474" y="1"/>
                  </a:moveTo>
                  <a:lnTo>
                    <a:pt x="1" y="856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3471650" y="10200969"/>
              <a:ext cx="31495" cy="18408"/>
            </a:xfrm>
            <a:custGeom>
              <a:rect b="b" l="l" r="r" t="t"/>
              <a:pathLst>
                <a:path extrusionOk="0" h="173" w="296">
                  <a:moveTo>
                    <a:pt x="296" y="0"/>
                  </a:moveTo>
                  <a:lnTo>
                    <a:pt x="1" y="173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3471650" y="10200969"/>
              <a:ext cx="31495" cy="18408"/>
            </a:xfrm>
            <a:custGeom>
              <a:rect b="b" l="l" r="r" t="t"/>
              <a:pathLst>
                <a:path extrusionOk="0" fill="none" h="173" w="296">
                  <a:moveTo>
                    <a:pt x="296" y="0"/>
                  </a:moveTo>
                  <a:lnTo>
                    <a:pt x="1" y="173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3500698" y="10126806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3500698" y="10126806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3529746" y="1014436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3529746" y="1014436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6"/>
            <p:cNvSpPr/>
            <p:nvPr/>
          </p:nvSpPr>
          <p:spPr>
            <a:xfrm>
              <a:off x="3558901" y="10161281"/>
              <a:ext cx="188226" cy="108637"/>
            </a:xfrm>
            <a:custGeom>
              <a:rect b="b" l="l" r="r" t="t"/>
              <a:pathLst>
                <a:path extrusionOk="0" h="1021" w="1769">
                  <a:moveTo>
                    <a:pt x="0" y="1020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56"/>
            <p:cNvSpPr/>
            <p:nvPr/>
          </p:nvSpPr>
          <p:spPr>
            <a:xfrm>
              <a:off x="3558901" y="10161281"/>
              <a:ext cx="188226" cy="108637"/>
            </a:xfrm>
            <a:custGeom>
              <a:rect b="b" l="l" r="r" t="t"/>
              <a:pathLst>
                <a:path extrusionOk="0" fill="none" h="1021" w="1769">
                  <a:moveTo>
                    <a:pt x="0" y="1020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6"/>
            <p:cNvSpPr/>
            <p:nvPr/>
          </p:nvSpPr>
          <p:spPr>
            <a:xfrm>
              <a:off x="3587842" y="10177986"/>
              <a:ext cx="188332" cy="108743"/>
            </a:xfrm>
            <a:custGeom>
              <a:rect b="b" l="l" r="r" t="t"/>
              <a:pathLst>
                <a:path extrusionOk="0" h="1022" w="1770">
                  <a:moveTo>
                    <a:pt x="1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56"/>
            <p:cNvSpPr/>
            <p:nvPr/>
          </p:nvSpPr>
          <p:spPr>
            <a:xfrm>
              <a:off x="3587842" y="10177986"/>
              <a:ext cx="188332" cy="108743"/>
            </a:xfrm>
            <a:custGeom>
              <a:rect b="b" l="l" r="r" t="t"/>
              <a:pathLst>
                <a:path extrusionOk="0" fill="none" h="1022" w="1770">
                  <a:moveTo>
                    <a:pt x="1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3616891" y="10194904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2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3616891" y="10194904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2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3646045" y="10211822"/>
              <a:ext cx="188332" cy="108531"/>
            </a:xfrm>
            <a:custGeom>
              <a:rect b="b" l="l" r="r" t="t"/>
              <a:pathLst>
                <a:path extrusionOk="0" h="1020" w="1770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56"/>
            <p:cNvSpPr/>
            <p:nvPr/>
          </p:nvSpPr>
          <p:spPr>
            <a:xfrm>
              <a:off x="3646045" y="10211822"/>
              <a:ext cx="188332" cy="108531"/>
            </a:xfrm>
            <a:custGeom>
              <a:rect b="b" l="l" r="r" t="t"/>
              <a:pathLst>
                <a:path extrusionOk="0" fill="none" h="1020" w="1770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56"/>
            <p:cNvSpPr/>
            <p:nvPr/>
          </p:nvSpPr>
          <p:spPr>
            <a:xfrm>
              <a:off x="3675093" y="10228421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56"/>
            <p:cNvSpPr/>
            <p:nvPr/>
          </p:nvSpPr>
          <p:spPr>
            <a:xfrm>
              <a:off x="3675093" y="10228421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6"/>
            <p:cNvSpPr/>
            <p:nvPr/>
          </p:nvSpPr>
          <p:spPr>
            <a:xfrm>
              <a:off x="3671263" y="9881440"/>
              <a:ext cx="677784" cy="389859"/>
            </a:xfrm>
            <a:custGeom>
              <a:rect b="b" l="l" r="r" t="t"/>
              <a:pathLst>
                <a:path extrusionOk="0" h="3664" w="6370">
                  <a:moveTo>
                    <a:pt x="2596" y="0"/>
                  </a:moveTo>
                  <a:cubicBezTo>
                    <a:pt x="2554" y="0"/>
                    <a:pt x="2513" y="9"/>
                    <a:pt x="2481" y="27"/>
                  </a:cubicBezTo>
                  <a:lnTo>
                    <a:pt x="540" y="1156"/>
                  </a:lnTo>
                  <a:lnTo>
                    <a:pt x="318" y="1285"/>
                  </a:lnTo>
                  <a:cubicBezTo>
                    <a:pt x="302" y="1301"/>
                    <a:pt x="295" y="1307"/>
                    <a:pt x="281" y="1314"/>
                  </a:cubicBezTo>
                  <a:cubicBezTo>
                    <a:pt x="266" y="1321"/>
                    <a:pt x="259" y="1328"/>
                    <a:pt x="238" y="1328"/>
                  </a:cubicBezTo>
                  <a:lnTo>
                    <a:pt x="66" y="1430"/>
                  </a:lnTo>
                  <a:cubicBezTo>
                    <a:pt x="0" y="1466"/>
                    <a:pt x="0" y="1530"/>
                    <a:pt x="66" y="1566"/>
                  </a:cubicBezTo>
                  <a:lnTo>
                    <a:pt x="252" y="1673"/>
                  </a:lnTo>
                  <a:lnTo>
                    <a:pt x="331" y="1716"/>
                  </a:lnTo>
                  <a:lnTo>
                    <a:pt x="468" y="1639"/>
                  </a:lnTo>
                  <a:cubicBezTo>
                    <a:pt x="431" y="1596"/>
                    <a:pt x="447" y="1544"/>
                    <a:pt x="504" y="1509"/>
                  </a:cubicBezTo>
                  <a:cubicBezTo>
                    <a:pt x="539" y="1491"/>
                    <a:pt x="584" y="1478"/>
                    <a:pt x="627" y="1478"/>
                  </a:cubicBezTo>
                  <a:cubicBezTo>
                    <a:pt x="636" y="1478"/>
                    <a:pt x="645" y="1479"/>
                    <a:pt x="654" y="1480"/>
                  </a:cubicBezTo>
                  <a:cubicBezTo>
                    <a:pt x="697" y="1480"/>
                    <a:pt x="740" y="1494"/>
                    <a:pt x="770" y="1509"/>
                  </a:cubicBezTo>
                  <a:cubicBezTo>
                    <a:pt x="849" y="1552"/>
                    <a:pt x="849" y="1623"/>
                    <a:pt x="777" y="1666"/>
                  </a:cubicBezTo>
                  <a:cubicBezTo>
                    <a:pt x="756" y="1673"/>
                    <a:pt x="740" y="1682"/>
                    <a:pt x="720" y="1689"/>
                  </a:cubicBezTo>
                  <a:cubicBezTo>
                    <a:pt x="695" y="1696"/>
                    <a:pt x="667" y="1699"/>
                    <a:pt x="639" y="1699"/>
                  </a:cubicBezTo>
                  <a:cubicBezTo>
                    <a:pt x="611" y="1699"/>
                    <a:pt x="582" y="1696"/>
                    <a:pt x="554" y="1689"/>
                  </a:cubicBezTo>
                  <a:lnTo>
                    <a:pt x="418" y="1768"/>
                  </a:lnTo>
                  <a:lnTo>
                    <a:pt x="525" y="1832"/>
                  </a:lnTo>
                  <a:lnTo>
                    <a:pt x="806" y="1991"/>
                  </a:lnTo>
                  <a:lnTo>
                    <a:pt x="928" y="2061"/>
                  </a:lnTo>
                  <a:lnTo>
                    <a:pt x="1065" y="1984"/>
                  </a:lnTo>
                  <a:cubicBezTo>
                    <a:pt x="1028" y="1941"/>
                    <a:pt x="1042" y="1889"/>
                    <a:pt x="1101" y="1854"/>
                  </a:cubicBezTo>
                  <a:cubicBezTo>
                    <a:pt x="1131" y="1836"/>
                    <a:pt x="1175" y="1823"/>
                    <a:pt x="1221" y="1823"/>
                  </a:cubicBezTo>
                  <a:cubicBezTo>
                    <a:pt x="1231" y="1823"/>
                    <a:pt x="1241" y="1824"/>
                    <a:pt x="1251" y="1825"/>
                  </a:cubicBezTo>
                  <a:cubicBezTo>
                    <a:pt x="1294" y="1825"/>
                    <a:pt x="1337" y="1832"/>
                    <a:pt x="1366" y="1854"/>
                  </a:cubicBezTo>
                  <a:cubicBezTo>
                    <a:pt x="1446" y="1897"/>
                    <a:pt x="1446" y="1968"/>
                    <a:pt x="1366" y="2011"/>
                  </a:cubicBezTo>
                  <a:cubicBezTo>
                    <a:pt x="1353" y="2018"/>
                    <a:pt x="1337" y="2027"/>
                    <a:pt x="1316" y="2034"/>
                  </a:cubicBezTo>
                  <a:cubicBezTo>
                    <a:pt x="1291" y="2041"/>
                    <a:pt x="1263" y="2044"/>
                    <a:pt x="1234" y="2044"/>
                  </a:cubicBezTo>
                  <a:cubicBezTo>
                    <a:pt x="1205" y="2044"/>
                    <a:pt x="1176" y="2041"/>
                    <a:pt x="1151" y="2034"/>
                  </a:cubicBezTo>
                  <a:lnTo>
                    <a:pt x="1015" y="2113"/>
                  </a:lnTo>
                  <a:lnTo>
                    <a:pt x="1078" y="2148"/>
                  </a:lnTo>
                  <a:lnTo>
                    <a:pt x="1353" y="2306"/>
                  </a:lnTo>
                  <a:lnTo>
                    <a:pt x="1517" y="2406"/>
                  </a:lnTo>
                  <a:lnTo>
                    <a:pt x="1661" y="2320"/>
                  </a:lnTo>
                  <a:cubicBezTo>
                    <a:pt x="1625" y="2286"/>
                    <a:pt x="1632" y="2234"/>
                    <a:pt x="1698" y="2199"/>
                  </a:cubicBezTo>
                  <a:cubicBezTo>
                    <a:pt x="1732" y="2177"/>
                    <a:pt x="1791" y="2163"/>
                    <a:pt x="1841" y="2163"/>
                  </a:cubicBezTo>
                  <a:cubicBezTo>
                    <a:pt x="1884" y="2170"/>
                    <a:pt x="1927" y="2177"/>
                    <a:pt x="1963" y="2199"/>
                  </a:cubicBezTo>
                  <a:cubicBezTo>
                    <a:pt x="2043" y="2242"/>
                    <a:pt x="2043" y="2313"/>
                    <a:pt x="1963" y="2356"/>
                  </a:cubicBezTo>
                  <a:cubicBezTo>
                    <a:pt x="1948" y="2363"/>
                    <a:pt x="1927" y="2372"/>
                    <a:pt x="1913" y="2379"/>
                  </a:cubicBezTo>
                  <a:cubicBezTo>
                    <a:pt x="1884" y="2386"/>
                    <a:pt x="1855" y="2389"/>
                    <a:pt x="1827" y="2389"/>
                  </a:cubicBezTo>
                  <a:cubicBezTo>
                    <a:pt x="1799" y="2389"/>
                    <a:pt x="1773" y="2386"/>
                    <a:pt x="1748" y="2379"/>
                  </a:cubicBezTo>
                  <a:lnTo>
                    <a:pt x="1611" y="2458"/>
                  </a:lnTo>
                  <a:lnTo>
                    <a:pt x="1625" y="2465"/>
                  </a:lnTo>
                  <a:lnTo>
                    <a:pt x="2020" y="2694"/>
                  </a:lnTo>
                  <a:lnTo>
                    <a:pt x="2113" y="2744"/>
                  </a:lnTo>
                  <a:lnTo>
                    <a:pt x="2250" y="2665"/>
                  </a:lnTo>
                  <a:cubicBezTo>
                    <a:pt x="2222" y="2631"/>
                    <a:pt x="2229" y="2579"/>
                    <a:pt x="2286" y="2544"/>
                  </a:cubicBezTo>
                  <a:cubicBezTo>
                    <a:pt x="2326" y="2523"/>
                    <a:pt x="2376" y="2512"/>
                    <a:pt x="2426" y="2512"/>
                  </a:cubicBezTo>
                  <a:cubicBezTo>
                    <a:pt x="2475" y="2512"/>
                    <a:pt x="2524" y="2523"/>
                    <a:pt x="2560" y="2544"/>
                  </a:cubicBezTo>
                  <a:cubicBezTo>
                    <a:pt x="2631" y="2587"/>
                    <a:pt x="2631" y="2651"/>
                    <a:pt x="2560" y="2701"/>
                  </a:cubicBezTo>
                  <a:cubicBezTo>
                    <a:pt x="2524" y="2719"/>
                    <a:pt x="2478" y="2729"/>
                    <a:pt x="2432" y="2729"/>
                  </a:cubicBezTo>
                  <a:cubicBezTo>
                    <a:pt x="2402" y="2729"/>
                    <a:pt x="2372" y="2725"/>
                    <a:pt x="2345" y="2717"/>
                  </a:cubicBezTo>
                  <a:lnTo>
                    <a:pt x="2207" y="2803"/>
                  </a:lnTo>
                  <a:lnTo>
                    <a:pt x="2710" y="3089"/>
                  </a:lnTo>
                  <a:lnTo>
                    <a:pt x="2847" y="3010"/>
                  </a:lnTo>
                  <a:cubicBezTo>
                    <a:pt x="2810" y="2967"/>
                    <a:pt x="2826" y="2917"/>
                    <a:pt x="2883" y="2889"/>
                  </a:cubicBezTo>
                  <a:cubicBezTo>
                    <a:pt x="2923" y="2868"/>
                    <a:pt x="2971" y="2857"/>
                    <a:pt x="3020" y="2857"/>
                  </a:cubicBezTo>
                  <a:cubicBezTo>
                    <a:pt x="3068" y="2857"/>
                    <a:pt x="3117" y="2868"/>
                    <a:pt x="3155" y="2889"/>
                  </a:cubicBezTo>
                  <a:cubicBezTo>
                    <a:pt x="3228" y="2932"/>
                    <a:pt x="3228" y="2996"/>
                    <a:pt x="3155" y="3039"/>
                  </a:cubicBezTo>
                  <a:cubicBezTo>
                    <a:pt x="3120" y="3062"/>
                    <a:pt x="3072" y="3073"/>
                    <a:pt x="3024" y="3073"/>
                  </a:cubicBezTo>
                  <a:cubicBezTo>
                    <a:pt x="2995" y="3073"/>
                    <a:pt x="2967" y="3070"/>
                    <a:pt x="2940" y="3062"/>
                  </a:cubicBezTo>
                  <a:lnTo>
                    <a:pt x="2797" y="3140"/>
                  </a:lnTo>
                  <a:lnTo>
                    <a:pt x="3307" y="3434"/>
                  </a:lnTo>
                  <a:lnTo>
                    <a:pt x="3444" y="3355"/>
                  </a:lnTo>
                  <a:cubicBezTo>
                    <a:pt x="3407" y="3312"/>
                    <a:pt x="3423" y="3262"/>
                    <a:pt x="3480" y="3226"/>
                  </a:cubicBezTo>
                  <a:cubicBezTo>
                    <a:pt x="3516" y="3204"/>
                    <a:pt x="3564" y="3193"/>
                    <a:pt x="3613" y="3193"/>
                  </a:cubicBezTo>
                  <a:cubicBezTo>
                    <a:pt x="3663" y="3193"/>
                    <a:pt x="3713" y="3204"/>
                    <a:pt x="3752" y="3226"/>
                  </a:cubicBezTo>
                  <a:cubicBezTo>
                    <a:pt x="3825" y="3269"/>
                    <a:pt x="3825" y="3341"/>
                    <a:pt x="3752" y="3384"/>
                  </a:cubicBezTo>
                  <a:cubicBezTo>
                    <a:pt x="3717" y="3407"/>
                    <a:pt x="3666" y="3418"/>
                    <a:pt x="3616" y="3418"/>
                  </a:cubicBezTo>
                  <a:cubicBezTo>
                    <a:pt x="3586" y="3418"/>
                    <a:pt x="3557" y="3415"/>
                    <a:pt x="3530" y="3407"/>
                  </a:cubicBezTo>
                  <a:lnTo>
                    <a:pt x="3394" y="3485"/>
                  </a:lnTo>
                  <a:lnTo>
                    <a:pt x="3659" y="3636"/>
                  </a:lnTo>
                  <a:cubicBezTo>
                    <a:pt x="3692" y="3654"/>
                    <a:pt x="3733" y="3664"/>
                    <a:pt x="3775" y="3664"/>
                  </a:cubicBezTo>
                  <a:cubicBezTo>
                    <a:pt x="3816" y="3664"/>
                    <a:pt x="3857" y="3654"/>
                    <a:pt x="3889" y="3636"/>
                  </a:cubicBezTo>
                  <a:lnTo>
                    <a:pt x="6304" y="2234"/>
                  </a:lnTo>
                  <a:cubicBezTo>
                    <a:pt x="6369" y="2199"/>
                    <a:pt x="6369" y="2141"/>
                    <a:pt x="6304" y="2098"/>
                  </a:cubicBezTo>
                  <a:lnTo>
                    <a:pt x="2710" y="27"/>
                  </a:lnTo>
                  <a:cubicBezTo>
                    <a:pt x="2678" y="9"/>
                    <a:pt x="2637" y="0"/>
                    <a:pt x="259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3696587" y="10018168"/>
              <a:ext cx="8512" cy="4682"/>
            </a:xfrm>
            <a:custGeom>
              <a:rect b="b" l="l" r="r" t="t"/>
              <a:pathLst>
                <a:path extrusionOk="0" h="44" w="80">
                  <a:moveTo>
                    <a:pt x="80" y="0"/>
                  </a:moveTo>
                  <a:lnTo>
                    <a:pt x="0" y="43"/>
                  </a:lnTo>
                  <a:cubicBezTo>
                    <a:pt x="21" y="43"/>
                    <a:pt x="28" y="36"/>
                    <a:pt x="43" y="29"/>
                  </a:cubicBezTo>
                  <a:cubicBezTo>
                    <a:pt x="57" y="22"/>
                    <a:pt x="64" y="16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777560" y="9917192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1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3777560" y="9917192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1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806714" y="993400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3806714" y="993400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835656" y="9950921"/>
              <a:ext cx="188332" cy="108637"/>
            </a:xfrm>
            <a:custGeom>
              <a:rect b="b" l="l" r="r" t="t"/>
              <a:pathLst>
                <a:path extrusionOk="0" h="1021" w="1770">
                  <a:moveTo>
                    <a:pt x="1" y="1020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3835656" y="9950921"/>
              <a:ext cx="188332" cy="108637"/>
            </a:xfrm>
            <a:custGeom>
              <a:rect b="b" l="l" r="r" t="t"/>
              <a:pathLst>
                <a:path extrusionOk="0" fill="none" h="1021" w="1770">
                  <a:moveTo>
                    <a:pt x="1" y="1020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3864704" y="9967627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3864704" y="9967627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56"/>
            <p:cNvSpPr/>
            <p:nvPr/>
          </p:nvSpPr>
          <p:spPr>
            <a:xfrm>
              <a:off x="3893858" y="9984545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56"/>
            <p:cNvSpPr/>
            <p:nvPr/>
          </p:nvSpPr>
          <p:spPr>
            <a:xfrm>
              <a:off x="3893858" y="9984545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56"/>
            <p:cNvSpPr/>
            <p:nvPr/>
          </p:nvSpPr>
          <p:spPr>
            <a:xfrm>
              <a:off x="3922906" y="10001463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56"/>
            <p:cNvSpPr/>
            <p:nvPr/>
          </p:nvSpPr>
          <p:spPr>
            <a:xfrm>
              <a:off x="3922906" y="10001463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56"/>
            <p:cNvSpPr/>
            <p:nvPr/>
          </p:nvSpPr>
          <p:spPr>
            <a:xfrm>
              <a:off x="3951848" y="10018168"/>
              <a:ext cx="188332" cy="109488"/>
            </a:xfrm>
            <a:custGeom>
              <a:rect b="b" l="l" r="r" t="t"/>
              <a:pathLst>
                <a:path extrusionOk="0" h="1029" w="1770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56"/>
            <p:cNvSpPr/>
            <p:nvPr/>
          </p:nvSpPr>
          <p:spPr>
            <a:xfrm>
              <a:off x="3951848" y="10018168"/>
              <a:ext cx="188332" cy="109488"/>
            </a:xfrm>
            <a:custGeom>
              <a:rect b="b" l="l" r="r" t="t"/>
              <a:pathLst>
                <a:path extrusionOk="0" fill="none" h="1029" w="1770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56"/>
            <p:cNvSpPr/>
            <p:nvPr/>
          </p:nvSpPr>
          <p:spPr>
            <a:xfrm>
              <a:off x="3981109" y="10034980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9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56"/>
            <p:cNvSpPr/>
            <p:nvPr/>
          </p:nvSpPr>
          <p:spPr>
            <a:xfrm>
              <a:off x="3981109" y="10034980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9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56"/>
            <p:cNvSpPr/>
            <p:nvPr/>
          </p:nvSpPr>
          <p:spPr>
            <a:xfrm>
              <a:off x="4010051" y="1005264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2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56"/>
            <p:cNvSpPr/>
            <p:nvPr/>
          </p:nvSpPr>
          <p:spPr>
            <a:xfrm>
              <a:off x="4010051" y="1005264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2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56"/>
            <p:cNvSpPr/>
            <p:nvPr/>
          </p:nvSpPr>
          <p:spPr>
            <a:xfrm>
              <a:off x="4039099" y="10069561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0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56"/>
            <p:cNvSpPr/>
            <p:nvPr/>
          </p:nvSpPr>
          <p:spPr>
            <a:xfrm>
              <a:off x="4039099" y="10069561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0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56"/>
            <p:cNvSpPr/>
            <p:nvPr/>
          </p:nvSpPr>
          <p:spPr>
            <a:xfrm>
              <a:off x="4068253" y="10086266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56"/>
            <p:cNvSpPr/>
            <p:nvPr/>
          </p:nvSpPr>
          <p:spPr>
            <a:xfrm>
              <a:off x="4068253" y="10086266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56"/>
            <p:cNvSpPr/>
            <p:nvPr/>
          </p:nvSpPr>
          <p:spPr>
            <a:xfrm>
              <a:off x="4096557" y="10103078"/>
              <a:ext cx="188971" cy="108743"/>
            </a:xfrm>
            <a:custGeom>
              <a:rect b="b" l="l" r="r" t="t"/>
              <a:pathLst>
                <a:path extrusionOk="0" h="1022" w="1776">
                  <a:moveTo>
                    <a:pt x="0" y="1022"/>
                  </a:moveTo>
                  <a:lnTo>
                    <a:pt x="177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56"/>
            <p:cNvSpPr/>
            <p:nvPr/>
          </p:nvSpPr>
          <p:spPr>
            <a:xfrm>
              <a:off x="4096557" y="10103078"/>
              <a:ext cx="188971" cy="108743"/>
            </a:xfrm>
            <a:custGeom>
              <a:rect b="b" l="l" r="r" t="t"/>
              <a:pathLst>
                <a:path extrusionOk="0" fill="none" h="1022" w="1776">
                  <a:moveTo>
                    <a:pt x="0" y="1022"/>
                  </a:moveTo>
                  <a:lnTo>
                    <a:pt x="1775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46" name="Picture 2745" descr="c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848" y="914400"/>
            <a:ext cx="387998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56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o modelo decide</a:t>
            </a:r>
            <a:endParaRPr/>
          </a:p>
        </p:txBody>
      </p:sp>
      <p:sp>
        <p:nvSpPr>
          <p:cNvPr id="2665" name="Google Shape;2665;p56"/>
          <p:cNvSpPr txBox="1"/>
          <p:nvPr>
            <p:ph idx="1" type="subTitle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 (permutação) + SHAP no XGBoost. Reputação da página (rank_da_pagina) e indexação no Google dominam — o modelo é explicável, não uma caixa-preta.</a:t>
            </a:r>
            <a:endParaRPr/>
          </a:p>
        </p:txBody>
      </p:sp>
      <p:grpSp>
        <p:nvGrpSpPr>
          <p:cNvPr id="2666" name="Google Shape;2666;p56"/>
          <p:cNvGrpSpPr/>
          <p:nvPr/>
        </p:nvGrpSpPr>
        <p:grpSpPr>
          <a:xfrm>
            <a:off x="3670550" y="4019420"/>
            <a:ext cx="1919066" cy="900368"/>
            <a:chOff x="3249799" y="9881440"/>
            <a:chExt cx="1099247" cy="515734"/>
          </a:xfrm>
        </p:grpSpPr>
        <p:sp>
          <p:nvSpPr>
            <p:cNvPr id="2667" name="Google Shape;2667;p56"/>
            <p:cNvSpPr/>
            <p:nvPr/>
          </p:nvSpPr>
          <p:spPr>
            <a:xfrm>
              <a:off x="3704992" y="9999016"/>
              <a:ext cx="23834" cy="19259"/>
            </a:xfrm>
            <a:custGeom>
              <a:rect b="b" l="l" r="r" t="t"/>
              <a:pathLst>
                <a:path extrusionOk="0" h="181" w="224">
                  <a:moveTo>
                    <a:pt x="144" y="1"/>
                  </a:moveTo>
                  <a:lnTo>
                    <a:pt x="1" y="80"/>
                  </a:lnTo>
                  <a:cubicBezTo>
                    <a:pt x="28" y="116"/>
                    <a:pt x="28" y="152"/>
                    <a:pt x="1" y="180"/>
                  </a:cubicBezTo>
                  <a:lnTo>
                    <a:pt x="223" y="5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6"/>
            <p:cNvSpPr/>
            <p:nvPr/>
          </p:nvSpPr>
          <p:spPr>
            <a:xfrm>
              <a:off x="3266717" y="9901444"/>
              <a:ext cx="619582" cy="288244"/>
            </a:xfrm>
            <a:custGeom>
              <a:rect b="b" l="l" r="r" t="t"/>
              <a:pathLst>
                <a:path extrusionOk="0" h="2709" w="5823">
                  <a:moveTo>
                    <a:pt x="2612" y="0"/>
                  </a:moveTo>
                  <a:cubicBezTo>
                    <a:pt x="2570" y="0"/>
                    <a:pt x="2526" y="9"/>
                    <a:pt x="2495" y="27"/>
                  </a:cubicBezTo>
                  <a:lnTo>
                    <a:pt x="66" y="1428"/>
                  </a:lnTo>
                  <a:cubicBezTo>
                    <a:pt x="0" y="1471"/>
                    <a:pt x="0" y="1528"/>
                    <a:pt x="66" y="1565"/>
                  </a:cubicBezTo>
                  <a:lnTo>
                    <a:pt x="719" y="1946"/>
                  </a:lnTo>
                  <a:lnTo>
                    <a:pt x="2315" y="1019"/>
                  </a:lnTo>
                  <a:cubicBezTo>
                    <a:pt x="2347" y="1001"/>
                    <a:pt x="2390" y="992"/>
                    <a:pt x="2433" y="992"/>
                  </a:cubicBezTo>
                  <a:cubicBezTo>
                    <a:pt x="2476" y="992"/>
                    <a:pt x="2520" y="1001"/>
                    <a:pt x="2551" y="1019"/>
                  </a:cubicBezTo>
                  <a:lnTo>
                    <a:pt x="2610" y="1054"/>
                  </a:lnTo>
                  <a:lnTo>
                    <a:pt x="2883" y="1213"/>
                  </a:lnTo>
                  <a:lnTo>
                    <a:pt x="3162" y="1371"/>
                  </a:lnTo>
                  <a:lnTo>
                    <a:pt x="3436" y="1528"/>
                  </a:lnTo>
                  <a:lnTo>
                    <a:pt x="3709" y="1687"/>
                  </a:lnTo>
                  <a:lnTo>
                    <a:pt x="3982" y="1846"/>
                  </a:lnTo>
                  <a:lnTo>
                    <a:pt x="4256" y="2003"/>
                  </a:lnTo>
                  <a:lnTo>
                    <a:pt x="4528" y="2161"/>
                  </a:lnTo>
                  <a:lnTo>
                    <a:pt x="4801" y="2320"/>
                  </a:lnTo>
                  <a:lnTo>
                    <a:pt x="5075" y="2477"/>
                  </a:lnTo>
                  <a:lnTo>
                    <a:pt x="5477" y="2708"/>
                  </a:lnTo>
                  <a:lnTo>
                    <a:pt x="5822" y="2506"/>
                  </a:lnTo>
                  <a:lnTo>
                    <a:pt x="5427" y="2277"/>
                  </a:lnTo>
                  <a:lnTo>
                    <a:pt x="5413" y="2270"/>
                  </a:lnTo>
                  <a:lnTo>
                    <a:pt x="5550" y="2191"/>
                  </a:lnTo>
                  <a:cubicBezTo>
                    <a:pt x="5575" y="2198"/>
                    <a:pt x="5601" y="2201"/>
                    <a:pt x="5629" y="2201"/>
                  </a:cubicBezTo>
                  <a:cubicBezTo>
                    <a:pt x="5657" y="2201"/>
                    <a:pt x="5686" y="2198"/>
                    <a:pt x="5715" y="2191"/>
                  </a:cubicBezTo>
                  <a:cubicBezTo>
                    <a:pt x="5664" y="2191"/>
                    <a:pt x="5620" y="2175"/>
                    <a:pt x="5586" y="2155"/>
                  </a:cubicBezTo>
                  <a:cubicBezTo>
                    <a:pt x="5514" y="2111"/>
                    <a:pt x="5514" y="2039"/>
                    <a:pt x="5593" y="2003"/>
                  </a:cubicBezTo>
                  <a:cubicBezTo>
                    <a:pt x="5607" y="1989"/>
                    <a:pt x="5620" y="1982"/>
                    <a:pt x="5643" y="1975"/>
                  </a:cubicBezTo>
                  <a:cubicBezTo>
                    <a:pt x="5593" y="1975"/>
                    <a:pt x="5534" y="1989"/>
                    <a:pt x="5500" y="2011"/>
                  </a:cubicBezTo>
                  <a:cubicBezTo>
                    <a:pt x="5434" y="2046"/>
                    <a:pt x="5427" y="2098"/>
                    <a:pt x="5463" y="2132"/>
                  </a:cubicBezTo>
                  <a:lnTo>
                    <a:pt x="5319" y="2218"/>
                  </a:lnTo>
                  <a:lnTo>
                    <a:pt x="5155" y="2118"/>
                  </a:lnTo>
                  <a:lnTo>
                    <a:pt x="4880" y="1960"/>
                  </a:lnTo>
                  <a:lnTo>
                    <a:pt x="4817" y="1925"/>
                  </a:lnTo>
                  <a:lnTo>
                    <a:pt x="4953" y="1846"/>
                  </a:lnTo>
                  <a:cubicBezTo>
                    <a:pt x="4978" y="1853"/>
                    <a:pt x="5007" y="1856"/>
                    <a:pt x="5036" y="1856"/>
                  </a:cubicBezTo>
                  <a:cubicBezTo>
                    <a:pt x="5065" y="1856"/>
                    <a:pt x="5093" y="1853"/>
                    <a:pt x="5118" y="1846"/>
                  </a:cubicBezTo>
                  <a:cubicBezTo>
                    <a:pt x="5075" y="1846"/>
                    <a:pt x="5032" y="1830"/>
                    <a:pt x="4996" y="1816"/>
                  </a:cubicBezTo>
                  <a:cubicBezTo>
                    <a:pt x="4924" y="1766"/>
                    <a:pt x="4924" y="1701"/>
                    <a:pt x="4996" y="1658"/>
                  </a:cubicBezTo>
                  <a:cubicBezTo>
                    <a:pt x="5010" y="1644"/>
                    <a:pt x="5032" y="1637"/>
                    <a:pt x="5053" y="1637"/>
                  </a:cubicBezTo>
                  <a:cubicBezTo>
                    <a:pt x="5043" y="1636"/>
                    <a:pt x="5033" y="1635"/>
                    <a:pt x="5023" y="1635"/>
                  </a:cubicBezTo>
                  <a:cubicBezTo>
                    <a:pt x="4977" y="1635"/>
                    <a:pt x="4933" y="1648"/>
                    <a:pt x="4903" y="1666"/>
                  </a:cubicBezTo>
                  <a:cubicBezTo>
                    <a:pt x="4844" y="1701"/>
                    <a:pt x="4830" y="1753"/>
                    <a:pt x="4867" y="1796"/>
                  </a:cubicBezTo>
                  <a:lnTo>
                    <a:pt x="4730" y="1873"/>
                  </a:lnTo>
                  <a:lnTo>
                    <a:pt x="4608" y="1803"/>
                  </a:lnTo>
                  <a:lnTo>
                    <a:pt x="4327" y="1644"/>
                  </a:lnTo>
                  <a:lnTo>
                    <a:pt x="4220" y="1580"/>
                  </a:lnTo>
                  <a:lnTo>
                    <a:pt x="4356" y="1501"/>
                  </a:lnTo>
                  <a:cubicBezTo>
                    <a:pt x="4384" y="1508"/>
                    <a:pt x="4413" y="1511"/>
                    <a:pt x="4441" y="1511"/>
                  </a:cubicBezTo>
                  <a:cubicBezTo>
                    <a:pt x="4469" y="1511"/>
                    <a:pt x="4497" y="1508"/>
                    <a:pt x="4522" y="1501"/>
                  </a:cubicBezTo>
                  <a:cubicBezTo>
                    <a:pt x="4478" y="1501"/>
                    <a:pt x="4435" y="1485"/>
                    <a:pt x="4406" y="1471"/>
                  </a:cubicBezTo>
                  <a:cubicBezTo>
                    <a:pt x="4327" y="1428"/>
                    <a:pt x="4335" y="1356"/>
                    <a:pt x="4406" y="1313"/>
                  </a:cubicBezTo>
                  <a:cubicBezTo>
                    <a:pt x="4422" y="1306"/>
                    <a:pt x="4442" y="1299"/>
                    <a:pt x="4456" y="1292"/>
                  </a:cubicBezTo>
                  <a:cubicBezTo>
                    <a:pt x="4447" y="1291"/>
                    <a:pt x="4438" y="1290"/>
                    <a:pt x="4429" y="1290"/>
                  </a:cubicBezTo>
                  <a:cubicBezTo>
                    <a:pt x="4386" y="1290"/>
                    <a:pt x="4341" y="1303"/>
                    <a:pt x="4306" y="1321"/>
                  </a:cubicBezTo>
                  <a:cubicBezTo>
                    <a:pt x="4249" y="1356"/>
                    <a:pt x="4233" y="1408"/>
                    <a:pt x="4270" y="1451"/>
                  </a:cubicBezTo>
                  <a:lnTo>
                    <a:pt x="4133" y="1528"/>
                  </a:lnTo>
                  <a:lnTo>
                    <a:pt x="4054" y="1485"/>
                  </a:lnTo>
                  <a:lnTo>
                    <a:pt x="3868" y="1378"/>
                  </a:lnTo>
                  <a:cubicBezTo>
                    <a:pt x="3802" y="1342"/>
                    <a:pt x="3802" y="1278"/>
                    <a:pt x="3868" y="1242"/>
                  </a:cubicBezTo>
                  <a:lnTo>
                    <a:pt x="4040" y="1140"/>
                  </a:lnTo>
                  <a:lnTo>
                    <a:pt x="4040" y="1140"/>
                  </a:lnTo>
                  <a:cubicBezTo>
                    <a:pt x="4010" y="1153"/>
                    <a:pt x="3975" y="1158"/>
                    <a:pt x="3941" y="1158"/>
                  </a:cubicBezTo>
                  <a:cubicBezTo>
                    <a:pt x="3894" y="1158"/>
                    <a:pt x="3847" y="1147"/>
                    <a:pt x="3809" y="1126"/>
                  </a:cubicBezTo>
                  <a:cubicBezTo>
                    <a:pt x="3738" y="1083"/>
                    <a:pt x="3738" y="1011"/>
                    <a:pt x="3818" y="968"/>
                  </a:cubicBezTo>
                  <a:cubicBezTo>
                    <a:pt x="3853" y="946"/>
                    <a:pt x="3901" y="935"/>
                    <a:pt x="3949" y="935"/>
                  </a:cubicBezTo>
                  <a:cubicBezTo>
                    <a:pt x="3977" y="935"/>
                    <a:pt x="4006" y="939"/>
                    <a:pt x="4033" y="947"/>
                  </a:cubicBezTo>
                  <a:lnTo>
                    <a:pt x="4170" y="868"/>
                  </a:lnTo>
                  <a:lnTo>
                    <a:pt x="3666" y="573"/>
                  </a:lnTo>
                  <a:lnTo>
                    <a:pt x="3530" y="652"/>
                  </a:lnTo>
                  <a:cubicBezTo>
                    <a:pt x="3566" y="695"/>
                    <a:pt x="3550" y="745"/>
                    <a:pt x="3493" y="781"/>
                  </a:cubicBezTo>
                  <a:cubicBezTo>
                    <a:pt x="3454" y="803"/>
                    <a:pt x="3405" y="814"/>
                    <a:pt x="3357" y="814"/>
                  </a:cubicBezTo>
                  <a:cubicBezTo>
                    <a:pt x="3309" y="814"/>
                    <a:pt x="3261" y="803"/>
                    <a:pt x="3221" y="781"/>
                  </a:cubicBezTo>
                  <a:cubicBezTo>
                    <a:pt x="3148" y="738"/>
                    <a:pt x="3148" y="666"/>
                    <a:pt x="3221" y="623"/>
                  </a:cubicBezTo>
                  <a:cubicBezTo>
                    <a:pt x="3260" y="601"/>
                    <a:pt x="3307" y="593"/>
                    <a:pt x="3355" y="593"/>
                  </a:cubicBezTo>
                  <a:cubicBezTo>
                    <a:pt x="3385" y="593"/>
                    <a:pt x="3415" y="597"/>
                    <a:pt x="3443" y="602"/>
                  </a:cubicBezTo>
                  <a:lnTo>
                    <a:pt x="3580" y="523"/>
                  </a:lnTo>
                  <a:lnTo>
                    <a:pt x="3076" y="228"/>
                  </a:lnTo>
                  <a:lnTo>
                    <a:pt x="2940" y="314"/>
                  </a:lnTo>
                  <a:cubicBezTo>
                    <a:pt x="2969" y="350"/>
                    <a:pt x="2962" y="400"/>
                    <a:pt x="2903" y="436"/>
                  </a:cubicBezTo>
                  <a:cubicBezTo>
                    <a:pt x="2865" y="458"/>
                    <a:pt x="2815" y="469"/>
                    <a:pt x="2765" y="469"/>
                  </a:cubicBezTo>
                  <a:cubicBezTo>
                    <a:pt x="2716" y="469"/>
                    <a:pt x="2667" y="458"/>
                    <a:pt x="2631" y="436"/>
                  </a:cubicBezTo>
                  <a:cubicBezTo>
                    <a:pt x="2558" y="393"/>
                    <a:pt x="2558" y="321"/>
                    <a:pt x="2631" y="278"/>
                  </a:cubicBezTo>
                  <a:cubicBezTo>
                    <a:pt x="2669" y="259"/>
                    <a:pt x="2724" y="250"/>
                    <a:pt x="2775" y="250"/>
                  </a:cubicBezTo>
                  <a:cubicBezTo>
                    <a:pt x="2800" y="250"/>
                    <a:pt x="2825" y="252"/>
                    <a:pt x="2846" y="257"/>
                  </a:cubicBezTo>
                  <a:lnTo>
                    <a:pt x="2990" y="178"/>
                  </a:lnTo>
                  <a:lnTo>
                    <a:pt x="2724" y="27"/>
                  </a:lnTo>
                  <a:cubicBezTo>
                    <a:pt x="2696" y="9"/>
                    <a:pt x="2654" y="0"/>
                    <a:pt x="2612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6"/>
            <p:cNvSpPr/>
            <p:nvPr/>
          </p:nvSpPr>
          <p:spPr>
            <a:xfrm>
              <a:off x="3339391" y="9956242"/>
              <a:ext cx="188971" cy="108743"/>
            </a:xfrm>
            <a:custGeom>
              <a:rect b="b" l="l" r="r" t="t"/>
              <a:pathLst>
                <a:path extrusionOk="0" h="1022" w="1776">
                  <a:moveTo>
                    <a:pt x="0" y="1022"/>
                  </a:moveTo>
                  <a:lnTo>
                    <a:pt x="177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6"/>
            <p:cNvSpPr/>
            <p:nvPr/>
          </p:nvSpPr>
          <p:spPr>
            <a:xfrm>
              <a:off x="3339391" y="9956242"/>
              <a:ext cx="188971" cy="108743"/>
            </a:xfrm>
            <a:custGeom>
              <a:rect b="b" l="l" r="r" t="t"/>
              <a:pathLst>
                <a:path extrusionOk="0" fill="none" h="1022" w="1776">
                  <a:moveTo>
                    <a:pt x="0" y="1022"/>
                  </a:moveTo>
                  <a:lnTo>
                    <a:pt x="1775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6"/>
            <p:cNvSpPr/>
            <p:nvPr/>
          </p:nvSpPr>
          <p:spPr>
            <a:xfrm>
              <a:off x="3368332" y="9973160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6"/>
            <p:cNvSpPr/>
            <p:nvPr/>
          </p:nvSpPr>
          <p:spPr>
            <a:xfrm>
              <a:off x="3368332" y="9973160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6"/>
            <p:cNvSpPr/>
            <p:nvPr/>
          </p:nvSpPr>
          <p:spPr>
            <a:xfrm>
              <a:off x="3397593" y="9989865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6"/>
            <p:cNvSpPr/>
            <p:nvPr/>
          </p:nvSpPr>
          <p:spPr>
            <a:xfrm>
              <a:off x="3397593" y="9989865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56"/>
            <p:cNvSpPr/>
            <p:nvPr/>
          </p:nvSpPr>
          <p:spPr>
            <a:xfrm>
              <a:off x="3426535" y="1000678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56"/>
            <p:cNvSpPr/>
            <p:nvPr/>
          </p:nvSpPr>
          <p:spPr>
            <a:xfrm>
              <a:off x="3426535" y="1000678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6"/>
            <p:cNvSpPr/>
            <p:nvPr/>
          </p:nvSpPr>
          <p:spPr>
            <a:xfrm>
              <a:off x="3455583" y="10023595"/>
              <a:ext cx="188226" cy="108637"/>
            </a:xfrm>
            <a:custGeom>
              <a:rect b="b" l="l" r="r" t="t"/>
              <a:pathLst>
                <a:path extrusionOk="0" h="1021" w="1769">
                  <a:moveTo>
                    <a:pt x="0" y="1020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56"/>
            <p:cNvSpPr/>
            <p:nvPr/>
          </p:nvSpPr>
          <p:spPr>
            <a:xfrm>
              <a:off x="3455583" y="10023595"/>
              <a:ext cx="188226" cy="108637"/>
            </a:xfrm>
            <a:custGeom>
              <a:rect b="b" l="l" r="r" t="t"/>
              <a:pathLst>
                <a:path extrusionOk="0" fill="none" h="1021" w="1769">
                  <a:moveTo>
                    <a:pt x="0" y="1020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56"/>
            <p:cNvSpPr/>
            <p:nvPr/>
          </p:nvSpPr>
          <p:spPr>
            <a:xfrm>
              <a:off x="3484738" y="10040300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56"/>
            <p:cNvSpPr/>
            <p:nvPr/>
          </p:nvSpPr>
          <p:spPr>
            <a:xfrm>
              <a:off x="3484738" y="10040300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6"/>
            <p:cNvSpPr/>
            <p:nvPr/>
          </p:nvSpPr>
          <p:spPr>
            <a:xfrm>
              <a:off x="3513786" y="10057218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6"/>
            <p:cNvSpPr/>
            <p:nvPr/>
          </p:nvSpPr>
          <p:spPr>
            <a:xfrm>
              <a:off x="3513786" y="10057218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6"/>
            <p:cNvSpPr/>
            <p:nvPr/>
          </p:nvSpPr>
          <p:spPr>
            <a:xfrm>
              <a:off x="3542727" y="10074136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56"/>
            <p:cNvSpPr/>
            <p:nvPr/>
          </p:nvSpPr>
          <p:spPr>
            <a:xfrm>
              <a:off x="3542727" y="10074136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56"/>
            <p:cNvSpPr/>
            <p:nvPr/>
          </p:nvSpPr>
          <p:spPr>
            <a:xfrm>
              <a:off x="3571882" y="10090842"/>
              <a:ext cx="188332" cy="108743"/>
            </a:xfrm>
            <a:custGeom>
              <a:rect b="b" l="l" r="r" t="t"/>
              <a:pathLst>
                <a:path extrusionOk="0" h="1022" w="1770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56"/>
            <p:cNvSpPr/>
            <p:nvPr/>
          </p:nvSpPr>
          <p:spPr>
            <a:xfrm>
              <a:off x="3571882" y="10090842"/>
              <a:ext cx="188332" cy="108743"/>
            </a:xfrm>
            <a:custGeom>
              <a:rect b="b" l="l" r="r" t="t"/>
              <a:pathLst>
                <a:path extrusionOk="0" fill="none" h="1022" w="1770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3600930" y="1010765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600930" y="1010765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3629978" y="10124572"/>
              <a:ext cx="188226" cy="109382"/>
            </a:xfrm>
            <a:custGeom>
              <a:rect b="b" l="l" r="r" t="t"/>
              <a:pathLst>
                <a:path extrusionOk="0" h="1028" w="1769">
                  <a:moveTo>
                    <a:pt x="0" y="1027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629978" y="10124572"/>
              <a:ext cx="188226" cy="109382"/>
            </a:xfrm>
            <a:custGeom>
              <a:rect b="b" l="l" r="r" t="t"/>
              <a:pathLst>
                <a:path extrusionOk="0" fill="none" h="1028" w="1769">
                  <a:moveTo>
                    <a:pt x="0" y="1027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3659133" y="10141277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9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659133" y="10141277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9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3249799" y="10006996"/>
              <a:ext cx="677039" cy="390178"/>
            </a:xfrm>
            <a:custGeom>
              <a:rect b="b" l="l" r="r" t="t"/>
              <a:pathLst>
                <a:path extrusionOk="0" h="3667" w="6363">
                  <a:moveTo>
                    <a:pt x="2592" y="0"/>
                  </a:moveTo>
                  <a:cubicBezTo>
                    <a:pt x="2549" y="0"/>
                    <a:pt x="2506" y="9"/>
                    <a:pt x="2474" y="27"/>
                  </a:cubicBezTo>
                  <a:lnTo>
                    <a:pt x="878" y="954"/>
                  </a:lnTo>
                  <a:lnTo>
                    <a:pt x="66" y="1428"/>
                  </a:lnTo>
                  <a:cubicBezTo>
                    <a:pt x="0" y="1464"/>
                    <a:pt x="0" y="1528"/>
                    <a:pt x="66" y="1564"/>
                  </a:cubicBezTo>
                  <a:lnTo>
                    <a:pt x="325" y="1716"/>
                  </a:lnTo>
                  <a:lnTo>
                    <a:pt x="461" y="1637"/>
                  </a:lnTo>
                  <a:cubicBezTo>
                    <a:pt x="432" y="1594"/>
                    <a:pt x="440" y="1544"/>
                    <a:pt x="497" y="1508"/>
                  </a:cubicBezTo>
                  <a:cubicBezTo>
                    <a:pt x="537" y="1486"/>
                    <a:pt x="585" y="1475"/>
                    <a:pt x="633" y="1475"/>
                  </a:cubicBezTo>
                  <a:cubicBezTo>
                    <a:pt x="682" y="1475"/>
                    <a:pt x="730" y="1486"/>
                    <a:pt x="770" y="1508"/>
                  </a:cubicBezTo>
                  <a:cubicBezTo>
                    <a:pt x="842" y="1551"/>
                    <a:pt x="842" y="1623"/>
                    <a:pt x="770" y="1666"/>
                  </a:cubicBezTo>
                  <a:cubicBezTo>
                    <a:pt x="734" y="1688"/>
                    <a:pt x="687" y="1699"/>
                    <a:pt x="639" y="1699"/>
                  </a:cubicBezTo>
                  <a:cubicBezTo>
                    <a:pt x="610" y="1699"/>
                    <a:pt x="581" y="1695"/>
                    <a:pt x="554" y="1687"/>
                  </a:cubicBezTo>
                  <a:lnTo>
                    <a:pt x="411" y="1766"/>
                  </a:lnTo>
                  <a:lnTo>
                    <a:pt x="922" y="2061"/>
                  </a:lnTo>
                  <a:lnTo>
                    <a:pt x="1058" y="1982"/>
                  </a:lnTo>
                  <a:cubicBezTo>
                    <a:pt x="1022" y="1939"/>
                    <a:pt x="1035" y="1889"/>
                    <a:pt x="1094" y="1853"/>
                  </a:cubicBezTo>
                  <a:cubicBezTo>
                    <a:pt x="1129" y="1831"/>
                    <a:pt x="1178" y="1820"/>
                    <a:pt x="1227" y="1820"/>
                  </a:cubicBezTo>
                  <a:cubicBezTo>
                    <a:pt x="1276" y="1820"/>
                    <a:pt x="1327" y="1831"/>
                    <a:pt x="1367" y="1853"/>
                  </a:cubicBezTo>
                  <a:cubicBezTo>
                    <a:pt x="1439" y="1896"/>
                    <a:pt x="1439" y="1968"/>
                    <a:pt x="1367" y="2011"/>
                  </a:cubicBezTo>
                  <a:cubicBezTo>
                    <a:pt x="1331" y="2033"/>
                    <a:pt x="1281" y="2044"/>
                    <a:pt x="1231" y="2044"/>
                  </a:cubicBezTo>
                  <a:cubicBezTo>
                    <a:pt x="1201" y="2044"/>
                    <a:pt x="1171" y="2040"/>
                    <a:pt x="1144" y="2032"/>
                  </a:cubicBezTo>
                  <a:lnTo>
                    <a:pt x="1008" y="2111"/>
                  </a:lnTo>
                  <a:lnTo>
                    <a:pt x="1518" y="2406"/>
                  </a:lnTo>
                  <a:lnTo>
                    <a:pt x="1655" y="2327"/>
                  </a:lnTo>
                  <a:cubicBezTo>
                    <a:pt x="1618" y="2284"/>
                    <a:pt x="1632" y="2234"/>
                    <a:pt x="1691" y="2198"/>
                  </a:cubicBezTo>
                  <a:cubicBezTo>
                    <a:pt x="1726" y="2176"/>
                    <a:pt x="1775" y="2165"/>
                    <a:pt x="1823" y="2165"/>
                  </a:cubicBezTo>
                  <a:cubicBezTo>
                    <a:pt x="1872" y="2165"/>
                    <a:pt x="1920" y="2176"/>
                    <a:pt x="1957" y="2198"/>
                  </a:cubicBezTo>
                  <a:cubicBezTo>
                    <a:pt x="2036" y="2241"/>
                    <a:pt x="2036" y="2313"/>
                    <a:pt x="1964" y="2356"/>
                  </a:cubicBezTo>
                  <a:cubicBezTo>
                    <a:pt x="1923" y="2377"/>
                    <a:pt x="1875" y="2386"/>
                    <a:pt x="1828" y="2386"/>
                  </a:cubicBezTo>
                  <a:cubicBezTo>
                    <a:pt x="1798" y="2386"/>
                    <a:pt x="1768" y="2382"/>
                    <a:pt x="1741" y="2377"/>
                  </a:cubicBezTo>
                  <a:lnTo>
                    <a:pt x="1605" y="2456"/>
                  </a:lnTo>
                  <a:lnTo>
                    <a:pt x="2114" y="2751"/>
                  </a:lnTo>
                  <a:lnTo>
                    <a:pt x="2252" y="2665"/>
                  </a:lnTo>
                  <a:cubicBezTo>
                    <a:pt x="2215" y="2629"/>
                    <a:pt x="2229" y="2579"/>
                    <a:pt x="2286" y="2543"/>
                  </a:cubicBezTo>
                  <a:cubicBezTo>
                    <a:pt x="2322" y="2521"/>
                    <a:pt x="2371" y="2510"/>
                    <a:pt x="2420" y="2510"/>
                  </a:cubicBezTo>
                  <a:cubicBezTo>
                    <a:pt x="2469" y="2510"/>
                    <a:pt x="2517" y="2521"/>
                    <a:pt x="2554" y="2543"/>
                  </a:cubicBezTo>
                  <a:cubicBezTo>
                    <a:pt x="2631" y="2586"/>
                    <a:pt x="2631" y="2658"/>
                    <a:pt x="2554" y="2701"/>
                  </a:cubicBezTo>
                  <a:cubicBezTo>
                    <a:pt x="2518" y="2718"/>
                    <a:pt x="2472" y="2727"/>
                    <a:pt x="2426" y="2727"/>
                  </a:cubicBezTo>
                  <a:cubicBezTo>
                    <a:pt x="2396" y="2727"/>
                    <a:pt x="2366" y="2723"/>
                    <a:pt x="2338" y="2715"/>
                  </a:cubicBezTo>
                  <a:lnTo>
                    <a:pt x="2200" y="2801"/>
                  </a:lnTo>
                  <a:lnTo>
                    <a:pt x="2704" y="3089"/>
                  </a:lnTo>
                  <a:lnTo>
                    <a:pt x="2847" y="3010"/>
                  </a:lnTo>
                  <a:cubicBezTo>
                    <a:pt x="2812" y="2967"/>
                    <a:pt x="2819" y="2917"/>
                    <a:pt x="2883" y="2888"/>
                  </a:cubicBezTo>
                  <a:cubicBezTo>
                    <a:pt x="2919" y="2866"/>
                    <a:pt x="2968" y="2855"/>
                    <a:pt x="3016" y="2855"/>
                  </a:cubicBezTo>
                  <a:cubicBezTo>
                    <a:pt x="3065" y="2855"/>
                    <a:pt x="3113" y="2866"/>
                    <a:pt x="3149" y="2888"/>
                  </a:cubicBezTo>
                  <a:cubicBezTo>
                    <a:pt x="3228" y="2931"/>
                    <a:pt x="3228" y="2995"/>
                    <a:pt x="3149" y="3038"/>
                  </a:cubicBezTo>
                  <a:cubicBezTo>
                    <a:pt x="3113" y="3060"/>
                    <a:pt x="3065" y="3072"/>
                    <a:pt x="3017" y="3072"/>
                  </a:cubicBezTo>
                  <a:cubicBezTo>
                    <a:pt x="2989" y="3072"/>
                    <a:pt x="2960" y="3068"/>
                    <a:pt x="2933" y="3060"/>
                  </a:cubicBezTo>
                  <a:lnTo>
                    <a:pt x="2797" y="3139"/>
                  </a:lnTo>
                  <a:lnTo>
                    <a:pt x="3300" y="3434"/>
                  </a:lnTo>
                  <a:lnTo>
                    <a:pt x="3437" y="3355"/>
                  </a:lnTo>
                  <a:cubicBezTo>
                    <a:pt x="3407" y="3312"/>
                    <a:pt x="3416" y="3262"/>
                    <a:pt x="3473" y="3226"/>
                  </a:cubicBezTo>
                  <a:cubicBezTo>
                    <a:pt x="3513" y="3204"/>
                    <a:pt x="3563" y="3193"/>
                    <a:pt x="3613" y="3193"/>
                  </a:cubicBezTo>
                  <a:cubicBezTo>
                    <a:pt x="3662" y="3193"/>
                    <a:pt x="3710" y="3204"/>
                    <a:pt x="3746" y="3226"/>
                  </a:cubicBezTo>
                  <a:cubicBezTo>
                    <a:pt x="3818" y="3269"/>
                    <a:pt x="3818" y="3340"/>
                    <a:pt x="3746" y="3383"/>
                  </a:cubicBezTo>
                  <a:cubicBezTo>
                    <a:pt x="3710" y="3406"/>
                    <a:pt x="3662" y="3417"/>
                    <a:pt x="3614" y="3417"/>
                  </a:cubicBezTo>
                  <a:cubicBezTo>
                    <a:pt x="3586" y="3417"/>
                    <a:pt x="3557" y="3413"/>
                    <a:pt x="3530" y="3405"/>
                  </a:cubicBezTo>
                  <a:lnTo>
                    <a:pt x="3394" y="3484"/>
                  </a:lnTo>
                  <a:lnTo>
                    <a:pt x="3652" y="3635"/>
                  </a:lnTo>
                  <a:cubicBezTo>
                    <a:pt x="3685" y="3656"/>
                    <a:pt x="3727" y="3667"/>
                    <a:pt x="3768" y="3667"/>
                  </a:cubicBezTo>
                  <a:cubicBezTo>
                    <a:pt x="3809" y="3667"/>
                    <a:pt x="3850" y="3656"/>
                    <a:pt x="3882" y="3635"/>
                  </a:cubicBezTo>
                  <a:lnTo>
                    <a:pt x="6297" y="2234"/>
                  </a:lnTo>
                  <a:cubicBezTo>
                    <a:pt x="6363" y="2198"/>
                    <a:pt x="6363" y="2141"/>
                    <a:pt x="6297" y="2098"/>
                  </a:cubicBezTo>
                  <a:lnTo>
                    <a:pt x="5636" y="1716"/>
                  </a:lnTo>
                  <a:lnTo>
                    <a:pt x="5234" y="1485"/>
                  </a:lnTo>
                  <a:lnTo>
                    <a:pt x="4960" y="1328"/>
                  </a:lnTo>
                  <a:lnTo>
                    <a:pt x="4687" y="1169"/>
                  </a:lnTo>
                  <a:lnTo>
                    <a:pt x="4415" y="1011"/>
                  </a:lnTo>
                  <a:lnTo>
                    <a:pt x="4141" y="854"/>
                  </a:lnTo>
                  <a:lnTo>
                    <a:pt x="3868" y="695"/>
                  </a:lnTo>
                  <a:lnTo>
                    <a:pt x="3595" y="536"/>
                  </a:lnTo>
                  <a:lnTo>
                    <a:pt x="3321" y="379"/>
                  </a:lnTo>
                  <a:lnTo>
                    <a:pt x="3042" y="221"/>
                  </a:lnTo>
                  <a:lnTo>
                    <a:pt x="2769" y="62"/>
                  </a:lnTo>
                  <a:lnTo>
                    <a:pt x="2710" y="27"/>
                  </a:lnTo>
                  <a:cubicBezTo>
                    <a:pt x="2679" y="9"/>
                    <a:pt x="2635" y="0"/>
                    <a:pt x="259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3355351" y="10042747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0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3355351" y="10042747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0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56"/>
            <p:cNvSpPr/>
            <p:nvPr/>
          </p:nvSpPr>
          <p:spPr>
            <a:xfrm>
              <a:off x="3384506" y="1005945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56"/>
            <p:cNvSpPr/>
            <p:nvPr/>
          </p:nvSpPr>
          <p:spPr>
            <a:xfrm>
              <a:off x="3384506" y="1005945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3413554" y="10076264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3413554" y="10076264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3442496" y="10093183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9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3442496" y="10093183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9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3503039" y="10109888"/>
              <a:ext cx="156944" cy="91187"/>
            </a:xfrm>
            <a:custGeom>
              <a:rect b="b" l="l" r="r" t="t"/>
              <a:pathLst>
                <a:path extrusionOk="0" h="857" w="1475">
                  <a:moveTo>
                    <a:pt x="1474" y="1"/>
                  </a:moveTo>
                  <a:lnTo>
                    <a:pt x="1" y="85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3503039" y="10109888"/>
              <a:ext cx="156944" cy="91187"/>
            </a:xfrm>
            <a:custGeom>
              <a:rect b="b" l="l" r="r" t="t"/>
              <a:pathLst>
                <a:path extrusionOk="0" fill="none" h="857" w="1475">
                  <a:moveTo>
                    <a:pt x="1474" y="1"/>
                  </a:moveTo>
                  <a:lnTo>
                    <a:pt x="1" y="856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3471650" y="10200969"/>
              <a:ext cx="31495" cy="18408"/>
            </a:xfrm>
            <a:custGeom>
              <a:rect b="b" l="l" r="r" t="t"/>
              <a:pathLst>
                <a:path extrusionOk="0" h="173" w="296">
                  <a:moveTo>
                    <a:pt x="296" y="0"/>
                  </a:moveTo>
                  <a:lnTo>
                    <a:pt x="1" y="173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3471650" y="10200969"/>
              <a:ext cx="31495" cy="18408"/>
            </a:xfrm>
            <a:custGeom>
              <a:rect b="b" l="l" r="r" t="t"/>
              <a:pathLst>
                <a:path extrusionOk="0" fill="none" h="173" w="296">
                  <a:moveTo>
                    <a:pt x="296" y="0"/>
                  </a:moveTo>
                  <a:lnTo>
                    <a:pt x="1" y="173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3500698" y="10126806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3500698" y="10126806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3529746" y="1014436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3529746" y="1014436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6"/>
            <p:cNvSpPr/>
            <p:nvPr/>
          </p:nvSpPr>
          <p:spPr>
            <a:xfrm>
              <a:off x="3558901" y="10161281"/>
              <a:ext cx="188226" cy="108637"/>
            </a:xfrm>
            <a:custGeom>
              <a:rect b="b" l="l" r="r" t="t"/>
              <a:pathLst>
                <a:path extrusionOk="0" h="1021" w="1769">
                  <a:moveTo>
                    <a:pt x="0" y="1020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56"/>
            <p:cNvSpPr/>
            <p:nvPr/>
          </p:nvSpPr>
          <p:spPr>
            <a:xfrm>
              <a:off x="3558901" y="10161281"/>
              <a:ext cx="188226" cy="108637"/>
            </a:xfrm>
            <a:custGeom>
              <a:rect b="b" l="l" r="r" t="t"/>
              <a:pathLst>
                <a:path extrusionOk="0" fill="none" h="1021" w="1769">
                  <a:moveTo>
                    <a:pt x="0" y="1020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6"/>
            <p:cNvSpPr/>
            <p:nvPr/>
          </p:nvSpPr>
          <p:spPr>
            <a:xfrm>
              <a:off x="3587842" y="10177986"/>
              <a:ext cx="188332" cy="108743"/>
            </a:xfrm>
            <a:custGeom>
              <a:rect b="b" l="l" r="r" t="t"/>
              <a:pathLst>
                <a:path extrusionOk="0" h="1022" w="1770">
                  <a:moveTo>
                    <a:pt x="1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56"/>
            <p:cNvSpPr/>
            <p:nvPr/>
          </p:nvSpPr>
          <p:spPr>
            <a:xfrm>
              <a:off x="3587842" y="10177986"/>
              <a:ext cx="188332" cy="108743"/>
            </a:xfrm>
            <a:custGeom>
              <a:rect b="b" l="l" r="r" t="t"/>
              <a:pathLst>
                <a:path extrusionOk="0" fill="none" h="1022" w="1770">
                  <a:moveTo>
                    <a:pt x="1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3616891" y="10194904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2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3616891" y="10194904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2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3646045" y="10211822"/>
              <a:ext cx="188332" cy="108531"/>
            </a:xfrm>
            <a:custGeom>
              <a:rect b="b" l="l" r="r" t="t"/>
              <a:pathLst>
                <a:path extrusionOk="0" h="1020" w="1770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56"/>
            <p:cNvSpPr/>
            <p:nvPr/>
          </p:nvSpPr>
          <p:spPr>
            <a:xfrm>
              <a:off x="3646045" y="10211822"/>
              <a:ext cx="188332" cy="108531"/>
            </a:xfrm>
            <a:custGeom>
              <a:rect b="b" l="l" r="r" t="t"/>
              <a:pathLst>
                <a:path extrusionOk="0" fill="none" h="1020" w="1770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56"/>
            <p:cNvSpPr/>
            <p:nvPr/>
          </p:nvSpPr>
          <p:spPr>
            <a:xfrm>
              <a:off x="3675093" y="10228421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56"/>
            <p:cNvSpPr/>
            <p:nvPr/>
          </p:nvSpPr>
          <p:spPr>
            <a:xfrm>
              <a:off x="3675093" y="10228421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6"/>
            <p:cNvSpPr/>
            <p:nvPr/>
          </p:nvSpPr>
          <p:spPr>
            <a:xfrm>
              <a:off x="3671263" y="9881440"/>
              <a:ext cx="677784" cy="389859"/>
            </a:xfrm>
            <a:custGeom>
              <a:rect b="b" l="l" r="r" t="t"/>
              <a:pathLst>
                <a:path extrusionOk="0" h="3664" w="6370">
                  <a:moveTo>
                    <a:pt x="2596" y="0"/>
                  </a:moveTo>
                  <a:cubicBezTo>
                    <a:pt x="2554" y="0"/>
                    <a:pt x="2513" y="9"/>
                    <a:pt x="2481" y="27"/>
                  </a:cubicBezTo>
                  <a:lnTo>
                    <a:pt x="540" y="1156"/>
                  </a:lnTo>
                  <a:lnTo>
                    <a:pt x="318" y="1285"/>
                  </a:lnTo>
                  <a:cubicBezTo>
                    <a:pt x="302" y="1301"/>
                    <a:pt x="295" y="1307"/>
                    <a:pt x="281" y="1314"/>
                  </a:cubicBezTo>
                  <a:cubicBezTo>
                    <a:pt x="266" y="1321"/>
                    <a:pt x="259" y="1328"/>
                    <a:pt x="238" y="1328"/>
                  </a:cubicBezTo>
                  <a:lnTo>
                    <a:pt x="66" y="1430"/>
                  </a:lnTo>
                  <a:cubicBezTo>
                    <a:pt x="0" y="1466"/>
                    <a:pt x="0" y="1530"/>
                    <a:pt x="66" y="1566"/>
                  </a:cubicBezTo>
                  <a:lnTo>
                    <a:pt x="252" y="1673"/>
                  </a:lnTo>
                  <a:lnTo>
                    <a:pt x="331" y="1716"/>
                  </a:lnTo>
                  <a:lnTo>
                    <a:pt x="468" y="1639"/>
                  </a:lnTo>
                  <a:cubicBezTo>
                    <a:pt x="431" y="1596"/>
                    <a:pt x="447" y="1544"/>
                    <a:pt x="504" y="1509"/>
                  </a:cubicBezTo>
                  <a:cubicBezTo>
                    <a:pt x="539" y="1491"/>
                    <a:pt x="584" y="1478"/>
                    <a:pt x="627" y="1478"/>
                  </a:cubicBezTo>
                  <a:cubicBezTo>
                    <a:pt x="636" y="1478"/>
                    <a:pt x="645" y="1479"/>
                    <a:pt x="654" y="1480"/>
                  </a:cubicBezTo>
                  <a:cubicBezTo>
                    <a:pt x="697" y="1480"/>
                    <a:pt x="740" y="1494"/>
                    <a:pt x="770" y="1509"/>
                  </a:cubicBezTo>
                  <a:cubicBezTo>
                    <a:pt x="849" y="1552"/>
                    <a:pt x="849" y="1623"/>
                    <a:pt x="777" y="1666"/>
                  </a:cubicBezTo>
                  <a:cubicBezTo>
                    <a:pt x="756" y="1673"/>
                    <a:pt x="740" y="1682"/>
                    <a:pt x="720" y="1689"/>
                  </a:cubicBezTo>
                  <a:cubicBezTo>
                    <a:pt x="695" y="1696"/>
                    <a:pt x="667" y="1699"/>
                    <a:pt x="639" y="1699"/>
                  </a:cubicBezTo>
                  <a:cubicBezTo>
                    <a:pt x="611" y="1699"/>
                    <a:pt x="582" y="1696"/>
                    <a:pt x="554" y="1689"/>
                  </a:cubicBezTo>
                  <a:lnTo>
                    <a:pt x="418" y="1768"/>
                  </a:lnTo>
                  <a:lnTo>
                    <a:pt x="525" y="1832"/>
                  </a:lnTo>
                  <a:lnTo>
                    <a:pt x="806" y="1991"/>
                  </a:lnTo>
                  <a:lnTo>
                    <a:pt x="928" y="2061"/>
                  </a:lnTo>
                  <a:lnTo>
                    <a:pt x="1065" y="1984"/>
                  </a:lnTo>
                  <a:cubicBezTo>
                    <a:pt x="1028" y="1941"/>
                    <a:pt x="1042" y="1889"/>
                    <a:pt x="1101" y="1854"/>
                  </a:cubicBezTo>
                  <a:cubicBezTo>
                    <a:pt x="1131" y="1836"/>
                    <a:pt x="1175" y="1823"/>
                    <a:pt x="1221" y="1823"/>
                  </a:cubicBezTo>
                  <a:cubicBezTo>
                    <a:pt x="1231" y="1823"/>
                    <a:pt x="1241" y="1824"/>
                    <a:pt x="1251" y="1825"/>
                  </a:cubicBezTo>
                  <a:cubicBezTo>
                    <a:pt x="1294" y="1825"/>
                    <a:pt x="1337" y="1832"/>
                    <a:pt x="1366" y="1854"/>
                  </a:cubicBezTo>
                  <a:cubicBezTo>
                    <a:pt x="1446" y="1897"/>
                    <a:pt x="1446" y="1968"/>
                    <a:pt x="1366" y="2011"/>
                  </a:cubicBezTo>
                  <a:cubicBezTo>
                    <a:pt x="1353" y="2018"/>
                    <a:pt x="1337" y="2027"/>
                    <a:pt x="1316" y="2034"/>
                  </a:cubicBezTo>
                  <a:cubicBezTo>
                    <a:pt x="1291" y="2041"/>
                    <a:pt x="1263" y="2044"/>
                    <a:pt x="1234" y="2044"/>
                  </a:cubicBezTo>
                  <a:cubicBezTo>
                    <a:pt x="1205" y="2044"/>
                    <a:pt x="1176" y="2041"/>
                    <a:pt x="1151" y="2034"/>
                  </a:cubicBezTo>
                  <a:lnTo>
                    <a:pt x="1015" y="2113"/>
                  </a:lnTo>
                  <a:lnTo>
                    <a:pt x="1078" y="2148"/>
                  </a:lnTo>
                  <a:lnTo>
                    <a:pt x="1353" y="2306"/>
                  </a:lnTo>
                  <a:lnTo>
                    <a:pt x="1517" y="2406"/>
                  </a:lnTo>
                  <a:lnTo>
                    <a:pt x="1661" y="2320"/>
                  </a:lnTo>
                  <a:cubicBezTo>
                    <a:pt x="1625" y="2286"/>
                    <a:pt x="1632" y="2234"/>
                    <a:pt x="1698" y="2199"/>
                  </a:cubicBezTo>
                  <a:cubicBezTo>
                    <a:pt x="1732" y="2177"/>
                    <a:pt x="1791" y="2163"/>
                    <a:pt x="1841" y="2163"/>
                  </a:cubicBezTo>
                  <a:cubicBezTo>
                    <a:pt x="1884" y="2170"/>
                    <a:pt x="1927" y="2177"/>
                    <a:pt x="1963" y="2199"/>
                  </a:cubicBezTo>
                  <a:cubicBezTo>
                    <a:pt x="2043" y="2242"/>
                    <a:pt x="2043" y="2313"/>
                    <a:pt x="1963" y="2356"/>
                  </a:cubicBezTo>
                  <a:cubicBezTo>
                    <a:pt x="1948" y="2363"/>
                    <a:pt x="1927" y="2372"/>
                    <a:pt x="1913" y="2379"/>
                  </a:cubicBezTo>
                  <a:cubicBezTo>
                    <a:pt x="1884" y="2386"/>
                    <a:pt x="1855" y="2389"/>
                    <a:pt x="1827" y="2389"/>
                  </a:cubicBezTo>
                  <a:cubicBezTo>
                    <a:pt x="1799" y="2389"/>
                    <a:pt x="1773" y="2386"/>
                    <a:pt x="1748" y="2379"/>
                  </a:cubicBezTo>
                  <a:lnTo>
                    <a:pt x="1611" y="2458"/>
                  </a:lnTo>
                  <a:lnTo>
                    <a:pt x="1625" y="2465"/>
                  </a:lnTo>
                  <a:lnTo>
                    <a:pt x="2020" y="2694"/>
                  </a:lnTo>
                  <a:lnTo>
                    <a:pt x="2113" y="2744"/>
                  </a:lnTo>
                  <a:lnTo>
                    <a:pt x="2250" y="2665"/>
                  </a:lnTo>
                  <a:cubicBezTo>
                    <a:pt x="2222" y="2631"/>
                    <a:pt x="2229" y="2579"/>
                    <a:pt x="2286" y="2544"/>
                  </a:cubicBezTo>
                  <a:cubicBezTo>
                    <a:pt x="2326" y="2523"/>
                    <a:pt x="2376" y="2512"/>
                    <a:pt x="2426" y="2512"/>
                  </a:cubicBezTo>
                  <a:cubicBezTo>
                    <a:pt x="2475" y="2512"/>
                    <a:pt x="2524" y="2523"/>
                    <a:pt x="2560" y="2544"/>
                  </a:cubicBezTo>
                  <a:cubicBezTo>
                    <a:pt x="2631" y="2587"/>
                    <a:pt x="2631" y="2651"/>
                    <a:pt x="2560" y="2701"/>
                  </a:cubicBezTo>
                  <a:cubicBezTo>
                    <a:pt x="2524" y="2719"/>
                    <a:pt x="2478" y="2729"/>
                    <a:pt x="2432" y="2729"/>
                  </a:cubicBezTo>
                  <a:cubicBezTo>
                    <a:pt x="2402" y="2729"/>
                    <a:pt x="2372" y="2725"/>
                    <a:pt x="2345" y="2717"/>
                  </a:cubicBezTo>
                  <a:lnTo>
                    <a:pt x="2207" y="2803"/>
                  </a:lnTo>
                  <a:lnTo>
                    <a:pt x="2710" y="3089"/>
                  </a:lnTo>
                  <a:lnTo>
                    <a:pt x="2847" y="3010"/>
                  </a:lnTo>
                  <a:cubicBezTo>
                    <a:pt x="2810" y="2967"/>
                    <a:pt x="2826" y="2917"/>
                    <a:pt x="2883" y="2889"/>
                  </a:cubicBezTo>
                  <a:cubicBezTo>
                    <a:pt x="2923" y="2868"/>
                    <a:pt x="2971" y="2857"/>
                    <a:pt x="3020" y="2857"/>
                  </a:cubicBezTo>
                  <a:cubicBezTo>
                    <a:pt x="3068" y="2857"/>
                    <a:pt x="3117" y="2868"/>
                    <a:pt x="3155" y="2889"/>
                  </a:cubicBezTo>
                  <a:cubicBezTo>
                    <a:pt x="3228" y="2932"/>
                    <a:pt x="3228" y="2996"/>
                    <a:pt x="3155" y="3039"/>
                  </a:cubicBezTo>
                  <a:cubicBezTo>
                    <a:pt x="3120" y="3062"/>
                    <a:pt x="3072" y="3073"/>
                    <a:pt x="3024" y="3073"/>
                  </a:cubicBezTo>
                  <a:cubicBezTo>
                    <a:pt x="2995" y="3073"/>
                    <a:pt x="2967" y="3070"/>
                    <a:pt x="2940" y="3062"/>
                  </a:cubicBezTo>
                  <a:lnTo>
                    <a:pt x="2797" y="3140"/>
                  </a:lnTo>
                  <a:lnTo>
                    <a:pt x="3307" y="3434"/>
                  </a:lnTo>
                  <a:lnTo>
                    <a:pt x="3444" y="3355"/>
                  </a:lnTo>
                  <a:cubicBezTo>
                    <a:pt x="3407" y="3312"/>
                    <a:pt x="3423" y="3262"/>
                    <a:pt x="3480" y="3226"/>
                  </a:cubicBezTo>
                  <a:cubicBezTo>
                    <a:pt x="3516" y="3204"/>
                    <a:pt x="3564" y="3193"/>
                    <a:pt x="3613" y="3193"/>
                  </a:cubicBezTo>
                  <a:cubicBezTo>
                    <a:pt x="3663" y="3193"/>
                    <a:pt x="3713" y="3204"/>
                    <a:pt x="3752" y="3226"/>
                  </a:cubicBezTo>
                  <a:cubicBezTo>
                    <a:pt x="3825" y="3269"/>
                    <a:pt x="3825" y="3341"/>
                    <a:pt x="3752" y="3384"/>
                  </a:cubicBezTo>
                  <a:cubicBezTo>
                    <a:pt x="3717" y="3407"/>
                    <a:pt x="3666" y="3418"/>
                    <a:pt x="3616" y="3418"/>
                  </a:cubicBezTo>
                  <a:cubicBezTo>
                    <a:pt x="3586" y="3418"/>
                    <a:pt x="3557" y="3415"/>
                    <a:pt x="3530" y="3407"/>
                  </a:cubicBezTo>
                  <a:lnTo>
                    <a:pt x="3394" y="3485"/>
                  </a:lnTo>
                  <a:lnTo>
                    <a:pt x="3659" y="3636"/>
                  </a:lnTo>
                  <a:cubicBezTo>
                    <a:pt x="3692" y="3654"/>
                    <a:pt x="3733" y="3664"/>
                    <a:pt x="3775" y="3664"/>
                  </a:cubicBezTo>
                  <a:cubicBezTo>
                    <a:pt x="3816" y="3664"/>
                    <a:pt x="3857" y="3654"/>
                    <a:pt x="3889" y="3636"/>
                  </a:cubicBezTo>
                  <a:lnTo>
                    <a:pt x="6304" y="2234"/>
                  </a:lnTo>
                  <a:cubicBezTo>
                    <a:pt x="6369" y="2199"/>
                    <a:pt x="6369" y="2141"/>
                    <a:pt x="6304" y="2098"/>
                  </a:cubicBezTo>
                  <a:lnTo>
                    <a:pt x="2710" y="27"/>
                  </a:lnTo>
                  <a:cubicBezTo>
                    <a:pt x="2678" y="9"/>
                    <a:pt x="2637" y="0"/>
                    <a:pt x="259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3696587" y="10018168"/>
              <a:ext cx="8512" cy="4682"/>
            </a:xfrm>
            <a:custGeom>
              <a:rect b="b" l="l" r="r" t="t"/>
              <a:pathLst>
                <a:path extrusionOk="0" h="44" w="80">
                  <a:moveTo>
                    <a:pt x="80" y="0"/>
                  </a:moveTo>
                  <a:lnTo>
                    <a:pt x="0" y="43"/>
                  </a:lnTo>
                  <a:cubicBezTo>
                    <a:pt x="21" y="43"/>
                    <a:pt x="28" y="36"/>
                    <a:pt x="43" y="29"/>
                  </a:cubicBezTo>
                  <a:cubicBezTo>
                    <a:pt x="57" y="22"/>
                    <a:pt x="64" y="16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777560" y="9917192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1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3777560" y="9917192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1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806714" y="993400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3806714" y="993400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835656" y="9950921"/>
              <a:ext cx="188332" cy="108637"/>
            </a:xfrm>
            <a:custGeom>
              <a:rect b="b" l="l" r="r" t="t"/>
              <a:pathLst>
                <a:path extrusionOk="0" h="1021" w="1770">
                  <a:moveTo>
                    <a:pt x="1" y="1020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3835656" y="9950921"/>
              <a:ext cx="188332" cy="108637"/>
            </a:xfrm>
            <a:custGeom>
              <a:rect b="b" l="l" r="r" t="t"/>
              <a:pathLst>
                <a:path extrusionOk="0" fill="none" h="1021" w="1770">
                  <a:moveTo>
                    <a:pt x="1" y="1020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3864704" y="9967627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3864704" y="9967627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56"/>
            <p:cNvSpPr/>
            <p:nvPr/>
          </p:nvSpPr>
          <p:spPr>
            <a:xfrm>
              <a:off x="3893858" y="9984545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56"/>
            <p:cNvSpPr/>
            <p:nvPr/>
          </p:nvSpPr>
          <p:spPr>
            <a:xfrm>
              <a:off x="3893858" y="9984545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56"/>
            <p:cNvSpPr/>
            <p:nvPr/>
          </p:nvSpPr>
          <p:spPr>
            <a:xfrm>
              <a:off x="3922906" y="10001463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56"/>
            <p:cNvSpPr/>
            <p:nvPr/>
          </p:nvSpPr>
          <p:spPr>
            <a:xfrm>
              <a:off x="3922906" y="10001463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56"/>
            <p:cNvSpPr/>
            <p:nvPr/>
          </p:nvSpPr>
          <p:spPr>
            <a:xfrm>
              <a:off x="3951848" y="10018168"/>
              <a:ext cx="188332" cy="109488"/>
            </a:xfrm>
            <a:custGeom>
              <a:rect b="b" l="l" r="r" t="t"/>
              <a:pathLst>
                <a:path extrusionOk="0" h="1029" w="1770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56"/>
            <p:cNvSpPr/>
            <p:nvPr/>
          </p:nvSpPr>
          <p:spPr>
            <a:xfrm>
              <a:off x="3951848" y="10018168"/>
              <a:ext cx="188332" cy="109488"/>
            </a:xfrm>
            <a:custGeom>
              <a:rect b="b" l="l" r="r" t="t"/>
              <a:pathLst>
                <a:path extrusionOk="0" fill="none" h="1029" w="1770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56"/>
            <p:cNvSpPr/>
            <p:nvPr/>
          </p:nvSpPr>
          <p:spPr>
            <a:xfrm>
              <a:off x="3981109" y="10034980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9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56"/>
            <p:cNvSpPr/>
            <p:nvPr/>
          </p:nvSpPr>
          <p:spPr>
            <a:xfrm>
              <a:off x="3981109" y="10034980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9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56"/>
            <p:cNvSpPr/>
            <p:nvPr/>
          </p:nvSpPr>
          <p:spPr>
            <a:xfrm>
              <a:off x="4010051" y="1005264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2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56"/>
            <p:cNvSpPr/>
            <p:nvPr/>
          </p:nvSpPr>
          <p:spPr>
            <a:xfrm>
              <a:off x="4010051" y="1005264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2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56"/>
            <p:cNvSpPr/>
            <p:nvPr/>
          </p:nvSpPr>
          <p:spPr>
            <a:xfrm>
              <a:off x="4039099" y="10069561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0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56"/>
            <p:cNvSpPr/>
            <p:nvPr/>
          </p:nvSpPr>
          <p:spPr>
            <a:xfrm>
              <a:off x="4039099" y="10069561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0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56"/>
            <p:cNvSpPr/>
            <p:nvPr/>
          </p:nvSpPr>
          <p:spPr>
            <a:xfrm>
              <a:off x="4068253" y="10086266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56"/>
            <p:cNvSpPr/>
            <p:nvPr/>
          </p:nvSpPr>
          <p:spPr>
            <a:xfrm>
              <a:off x="4068253" y="10086266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56"/>
            <p:cNvSpPr/>
            <p:nvPr/>
          </p:nvSpPr>
          <p:spPr>
            <a:xfrm>
              <a:off x="4096557" y="10103078"/>
              <a:ext cx="188971" cy="108743"/>
            </a:xfrm>
            <a:custGeom>
              <a:rect b="b" l="l" r="r" t="t"/>
              <a:pathLst>
                <a:path extrusionOk="0" h="1022" w="1776">
                  <a:moveTo>
                    <a:pt x="0" y="1022"/>
                  </a:moveTo>
                  <a:lnTo>
                    <a:pt x="177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56"/>
            <p:cNvSpPr/>
            <p:nvPr/>
          </p:nvSpPr>
          <p:spPr>
            <a:xfrm>
              <a:off x="4096557" y="10103078"/>
              <a:ext cx="188971" cy="108743"/>
            </a:xfrm>
            <a:custGeom>
              <a:rect b="b" l="l" r="r" t="t"/>
              <a:pathLst>
                <a:path extrusionOk="0" fill="none" h="1022" w="1776">
                  <a:moveTo>
                    <a:pt x="0" y="1022"/>
                  </a:moveTo>
                  <a:lnTo>
                    <a:pt x="1775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46" name="Picture 2745" descr="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38868"/>
            <a:ext cx="4206240" cy="3317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58"/>
          <p:cNvSpPr txBox="1"/>
          <p:nvPr>
            <p:ph idx="1" type="subTitle"/>
          </p:nvPr>
        </p:nvSpPr>
        <p:spPr>
          <a:xfrm>
            <a:off x="713225" y="1572768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 do XGBoost padrão (baseline)</a:t>
            </a:r>
            <a:endParaRPr/>
          </a:p>
        </p:txBody>
      </p:sp>
      <p:sp>
        <p:nvSpPr>
          <p:cNvPr id="3195" name="Google Shape;3195;p58"/>
          <p:cNvSpPr txBox="1"/>
          <p:nvPr>
            <p:ph type="title"/>
          </p:nvPr>
        </p:nvSpPr>
        <p:spPr>
          <a:xfrm>
            <a:off x="713225" y="896112"/>
            <a:ext cx="40947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0,9707</a:t>
            </a:r>
            <a:endParaRPr/>
          </a:p>
        </p:txBody>
      </p:sp>
      <p:sp>
        <p:nvSpPr>
          <p:cNvPr id="3196" name="Google Shape;3196;p58"/>
          <p:cNvSpPr txBox="1"/>
          <p:nvPr>
            <p:ph idx="2" type="title"/>
          </p:nvPr>
        </p:nvSpPr>
        <p:spPr>
          <a:xfrm>
            <a:off x="2524650" y="2004988"/>
            <a:ext cx="40947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0,9707</a:t>
            </a:r>
            <a:endParaRPr/>
          </a:p>
        </p:txBody>
      </p:sp>
      <p:sp>
        <p:nvSpPr>
          <p:cNvPr id="3197" name="Google Shape;3197;p58"/>
          <p:cNvSpPr txBox="1"/>
          <p:nvPr>
            <p:ph idx="3" type="subTitle"/>
          </p:nvPr>
        </p:nvSpPr>
        <p:spPr>
          <a:xfrm>
            <a:off x="2524650" y="2693912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Optuna (busca bayesiana) — sem ganho: já no teto</a:t>
            </a:r>
            <a:endParaRPr/>
          </a:p>
        </p:txBody>
      </p:sp>
      <p:sp>
        <p:nvSpPr>
          <p:cNvPr id="3198" name="Google Shape;3198;p58"/>
          <p:cNvSpPr txBox="1"/>
          <p:nvPr>
            <p:ph idx="4" type="title"/>
          </p:nvPr>
        </p:nvSpPr>
        <p:spPr>
          <a:xfrm>
            <a:off x="4336075" y="3357251"/>
            <a:ext cx="40947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0,9720</a:t>
            </a:r>
            <a:endParaRPr/>
          </a:p>
        </p:txBody>
      </p:sp>
      <p:sp>
        <p:nvSpPr>
          <p:cNvPr id="3199" name="Google Shape;3199;p58"/>
          <p:cNvSpPr txBox="1"/>
          <p:nvPr>
            <p:ph idx="5" type="subTitle"/>
          </p:nvPr>
        </p:nvSpPr>
        <p:spPr>
          <a:xfrm>
            <a:off x="4336075" y="4046175"/>
            <a:ext cx="4094700" cy="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RandomizedSearchCV — melhor: +0,0013 em F1</a:t>
            </a:r>
            <a:endParaRPr/>
          </a:p>
        </p:txBody>
      </p:sp>
      <p:grpSp>
        <p:nvGrpSpPr>
          <p:cNvPr id="3200" name="Google Shape;3200;p58"/>
          <p:cNvGrpSpPr/>
          <p:nvPr/>
        </p:nvGrpSpPr>
        <p:grpSpPr>
          <a:xfrm>
            <a:off x="940565" y="3138498"/>
            <a:ext cx="1584034" cy="1270517"/>
            <a:chOff x="940565" y="3138498"/>
            <a:chExt cx="1584034" cy="1270517"/>
          </a:xfrm>
        </p:grpSpPr>
        <p:grpSp>
          <p:nvGrpSpPr>
            <p:cNvPr id="3201" name="Google Shape;3201;p58"/>
            <p:cNvGrpSpPr/>
            <p:nvPr/>
          </p:nvGrpSpPr>
          <p:grpSpPr>
            <a:xfrm>
              <a:off x="940578" y="3359633"/>
              <a:ext cx="1584022" cy="1049382"/>
              <a:chOff x="940595" y="3687042"/>
              <a:chExt cx="1089723" cy="721920"/>
            </a:xfrm>
          </p:grpSpPr>
          <p:sp>
            <p:nvSpPr>
              <p:cNvPr id="3202" name="Google Shape;3202;p58"/>
              <p:cNvSpPr/>
              <p:nvPr/>
            </p:nvSpPr>
            <p:spPr>
              <a:xfrm flipH="1">
                <a:off x="1526538" y="4374085"/>
                <a:ext cx="45575" cy="34876"/>
              </a:xfrm>
              <a:custGeom>
                <a:rect b="b" l="l" r="r" t="t"/>
                <a:pathLst>
                  <a:path extrusionOk="0" h="326" w="426">
                    <a:moveTo>
                      <a:pt x="253" y="0"/>
                    </a:moveTo>
                    <a:cubicBezTo>
                      <a:pt x="160" y="93"/>
                      <a:pt x="81" y="180"/>
                      <a:pt x="53" y="216"/>
                    </a:cubicBezTo>
                    <a:cubicBezTo>
                      <a:pt x="0" y="267"/>
                      <a:pt x="19" y="325"/>
                      <a:pt x="86" y="325"/>
                    </a:cubicBezTo>
                    <a:cubicBezTo>
                      <a:pt x="93" y="325"/>
                      <a:pt x="101" y="324"/>
                      <a:pt x="110" y="323"/>
                    </a:cubicBezTo>
                    <a:cubicBezTo>
                      <a:pt x="146" y="323"/>
                      <a:pt x="269" y="295"/>
                      <a:pt x="405" y="266"/>
                    </a:cubicBezTo>
                    <a:cubicBezTo>
                      <a:pt x="426" y="80"/>
                      <a:pt x="260" y="0"/>
                      <a:pt x="2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3" name="Google Shape;3203;p58"/>
              <p:cNvSpPr/>
              <p:nvPr/>
            </p:nvSpPr>
            <p:spPr>
              <a:xfrm flipH="1">
                <a:off x="1528785" y="4402436"/>
                <a:ext cx="107" cy="856"/>
              </a:xfrm>
              <a:custGeom>
                <a:rect b="b" l="l" r="r" t="t"/>
                <a:pathLst>
                  <a:path extrusionOk="0" h="8" w="1">
                    <a:moveTo>
                      <a:pt x="1" y="8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4" name="Google Shape;3204;p58"/>
              <p:cNvSpPr/>
              <p:nvPr/>
            </p:nvSpPr>
            <p:spPr>
              <a:xfrm flipH="1">
                <a:off x="1528785" y="4402436"/>
                <a:ext cx="107" cy="856"/>
              </a:xfrm>
              <a:custGeom>
                <a:rect b="b" l="l" r="r" t="t"/>
                <a:pathLst>
                  <a:path extrusionOk="0" fill="none" h="8" w="1">
                    <a:moveTo>
                      <a:pt x="1" y="8"/>
                    </a:moveTo>
                    <a:lnTo>
                      <a:pt x="1" y="1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205" name="Google Shape;3205;p58"/>
              <p:cNvGrpSpPr/>
              <p:nvPr/>
            </p:nvGrpSpPr>
            <p:grpSpPr>
              <a:xfrm flipH="1">
                <a:off x="940595" y="3687042"/>
                <a:ext cx="1089723" cy="715501"/>
                <a:chOff x="5207795" y="6201642"/>
                <a:chExt cx="1089723" cy="715501"/>
              </a:xfrm>
            </p:grpSpPr>
            <p:sp>
              <p:nvSpPr>
                <p:cNvPr id="3206" name="Google Shape;3206;p58"/>
                <p:cNvSpPr/>
                <p:nvPr/>
              </p:nvSpPr>
              <p:spPr>
                <a:xfrm>
                  <a:off x="6232901" y="6543345"/>
                  <a:ext cx="64617" cy="73925"/>
                </a:xfrm>
                <a:custGeom>
                  <a:rect b="b" l="l" r="r" t="t"/>
                  <a:pathLst>
                    <a:path extrusionOk="0" h="691" w="604">
                      <a:moveTo>
                        <a:pt x="331" y="1"/>
                      </a:moveTo>
                      <a:cubicBezTo>
                        <a:pt x="318" y="1"/>
                        <a:pt x="288" y="1"/>
                        <a:pt x="259" y="7"/>
                      </a:cubicBezTo>
                      <a:cubicBezTo>
                        <a:pt x="238" y="14"/>
                        <a:pt x="216" y="14"/>
                        <a:pt x="195" y="37"/>
                      </a:cubicBezTo>
                      <a:lnTo>
                        <a:pt x="0" y="144"/>
                      </a:lnTo>
                      <a:lnTo>
                        <a:pt x="216" y="266"/>
                      </a:lnTo>
                      <a:lnTo>
                        <a:pt x="331" y="554"/>
                      </a:lnTo>
                      <a:lnTo>
                        <a:pt x="231" y="691"/>
                      </a:lnTo>
                      <a:cubicBezTo>
                        <a:pt x="318" y="641"/>
                        <a:pt x="411" y="591"/>
                        <a:pt x="490" y="541"/>
                      </a:cubicBezTo>
                      <a:cubicBezTo>
                        <a:pt x="497" y="532"/>
                        <a:pt x="504" y="532"/>
                        <a:pt x="511" y="525"/>
                      </a:cubicBezTo>
                      <a:cubicBezTo>
                        <a:pt x="525" y="518"/>
                        <a:pt x="533" y="511"/>
                        <a:pt x="540" y="504"/>
                      </a:cubicBezTo>
                      <a:cubicBezTo>
                        <a:pt x="554" y="489"/>
                        <a:pt x="568" y="468"/>
                        <a:pt x="576" y="454"/>
                      </a:cubicBezTo>
                      <a:lnTo>
                        <a:pt x="576" y="446"/>
                      </a:lnTo>
                      <a:lnTo>
                        <a:pt x="583" y="439"/>
                      </a:lnTo>
                      <a:lnTo>
                        <a:pt x="583" y="432"/>
                      </a:lnTo>
                      <a:lnTo>
                        <a:pt x="590" y="425"/>
                      </a:lnTo>
                      <a:lnTo>
                        <a:pt x="590" y="411"/>
                      </a:lnTo>
                      <a:lnTo>
                        <a:pt x="597" y="403"/>
                      </a:lnTo>
                      <a:lnTo>
                        <a:pt x="597" y="396"/>
                      </a:lnTo>
                      <a:lnTo>
                        <a:pt x="597" y="389"/>
                      </a:lnTo>
                      <a:cubicBezTo>
                        <a:pt x="597" y="382"/>
                        <a:pt x="604" y="375"/>
                        <a:pt x="604" y="368"/>
                      </a:cubicBezTo>
                      <a:lnTo>
                        <a:pt x="604" y="346"/>
                      </a:lnTo>
                      <a:lnTo>
                        <a:pt x="604" y="332"/>
                      </a:lnTo>
                      <a:lnTo>
                        <a:pt x="604" y="325"/>
                      </a:lnTo>
                      <a:cubicBezTo>
                        <a:pt x="604" y="296"/>
                        <a:pt x="604" y="273"/>
                        <a:pt x="590" y="230"/>
                      </a:cubicBezTo>
                      <a:cubicBezTo>
                        <a:pt x="590" y="223"/>
                        <a:pt x="583" y="209"/>
                        <a:pt x="583" y="202"/>
                      </a:cubicBezTo>
                      <a:cubicBezTo>
                        <a:pt x="568" y="180"/>
                        <a:pt x="568" y="180"/>
                        <a:pt x="561" y="159"/>
                      </a:cubicBezTo>
                      <a:cubicBezTo>
                        <a:pt x="554" y="152"/>
                        <a:pt x="540" y="123"/>
                        <a:pt x="511" y="94"/>
                      </a:cubicBezTo>
                      <a:cubicBezTo>
                        <a:pt x="490" y="73"/>
                        <a:pt x="468" y="58"/>
                        <a:pt x="454" y="44"/>
                      </a:cubicBezTo>
                      <a:cubicBezTo>
                        <a:pt x="418" y="23"/>
                        <a:pt x="368" y="7"/>
                        <a:pt x="33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7" name="Google Shape;3207;p58"/>
                <p:cNvSpPr/>
                <p:nvPr/>
              </p:nvSpPr>
              <p:spPr>
                <a:xfrm>
                  <a:off x="5758327" y="6587315"/>
                  <a:ext cx="483133" cy="303616"/>
                </a:xfrm>
                <a:custGeom>
                  <a:rect b="b" l="l" r="r" t="t"/>
                  <a:pathLst>
                    <a:path extrusionOk="0" h="2838" w="4516">
                      <a:moveTo>
                        <a:pt x="4409" y="0"/>
                      </a:moveTo>
                      <a:lnTo>
                        <a:pt x="4243" y="100"/>
                      </a:lnTo>
                      <a:lnTo>
                        <a:pt x="1" y="2552"/>
                      </a:lnTo>
                      <a:lnTo>
                        <a:pt x="110" y="2838"/>
                      </a:lnTo>
                      <a:lnTo>
                        <a:pt x="4436" y="330"/>
                      </a:lnTo>
                      <a:lnTo>
                        <a:pt x="4515" y="287"/>
                      </a:lnTo>
                      <a:lnTo>
                        <a:pt x="440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1725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8" name="Google Shape;3208;p58"/>
                <p:cNvSpPr/>
                <p:nvPr/>
              </p:nvSpPr>
              <p:spPr>
                <a:xfrm>
                  <a:off x="6229906" y="6602613"/>
                  <a:ext cx="38514" cy="31667"/>
                </a:xfrm>
                <a:custGeom>
                  <a:rect b="b" l="l" r="r" t="t"/>
                  <a:pathLst>
                    <a:path extrusionOk="0" h="296" w="360">
                      <a:moveTo>
                        <a:pt x="359" y="0"/>
                      </a:moveTo>
                      <a:lnTo>
                        <a:pt x="107" y="144"/>
                      </a:lnTo>
                      <a:lnTo>
                        <a:pt x="64" y="202"/>
                      </a:lnTo>
                      <a:lnTo>
                        <a:pt x="1" y="295"/>
                      </a:lnTo>
                      <a:lnTo>
                        <a:pt x="1" y="295"/>
                      </a:lnTo>
                      <a:lnTo>
                        <a:pt x="244" y="159"/>
                      </a:lnTo>
                      <a:lnTo>
                        <a:pt x="259" y="137"/>
                      </a:lnTo>
                      <a:lnTo>
                        <a:pt x="35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9" name="Google Shape;3209;p58"/>
                <p:cNvSpPr/>
                <p:nvPr/>
              </p:nvSpPr>
              <p:spPr>
                <a:xfrm>
                  <a:off x="6229906" y="6571802"/>
                  <a:ext cx="38514" cy="46216"/>
                </a:xfrm>
                <a:custGeom>
                  <a:rect b="b" l="l" r="r" t="t"/>
                  <a:pathLst>
                    <a:path extrusionOk="0" h="432" w="360">
                      <a:moveTo>
                        <a:pt x="244" y="0"/>
                      </a:moveTo>
                      <a:lnTo>
                        <a:pt x="1" y="145"/>
                      </a:lnTo>
                      <a:lnTo>
                        <a:pt x="107" y="432"/>
                      </a:lnTo>
                      <a:lnTo>
                        <a:pt x="359" y="288"/>
                      </a:lnTo>
                      <a:lnTo>
                        <a:pt x="24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0" name="Google Shape;3210;p58"/>
                <p:cNvSpPr/>
                <p:nvPr/>
              </p:nvSpPr>
              <p:spPr>
                <a:xfrm>
                  <a:off x="6206797" y="6557894"/>
                  <a:ext cx="49212" cy="29527"/>
                </a:xfrm>
                <a:custGeom>
                  <a:rect b="b" l="l" r="r" t="t"/>
                  <a:pathLst>
                    <a:path extrusionOk="0" h="276" w="460">
                      <a:moveTo>
                        <a:pt x="237" y="1"/>
                      </a:moveTo>
                      <a:lnTo>
                        <a:pt x="1" y="146"/>
                      </a:lnTo>
                      <a:lnTo>
                        <a:pt x="35" y="166"/>
                      </a:lnTo>
                      <a:lnTo>
                        <a:pt x="217" y="275"/>
                      </a:lnTo>
                      <a:lnTo>
                        <a:pt x="460" y="130"/>
                      </a:lnTo>
                      <a:lnTo>
                        <a:pt x="244" y="8"/>
                      </a:lnTo>
                      <a:lnTo>
                        <a:pt x="23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1" name="Google Shape;3211;p58"/>
                <p:cNvSpPr/>
                <p:nvPr/>
              </p:nvSpPr>
              <p:spPr>
                <a:xfrm>
                  <a:off x="5693068" y="6846427"/>
                  <a:ext cx="77027" cy="70715"/>
                </a:xfrm>
                <a:custGeom>
                  <a:rect b="b" l="l" r="r" t="t"/>
                  <a:pathLst>
                    <a:path extrusionOk="0" h="661" w="720">
                      <a:moveTo>
                        <a:pt x="388" y="0"/>
                      </a:moveTo>
                      <a:cubicBezTo>
                        <a:pt x="388" y="0"/>
                        <a:pt x="180" y="216"/>
                        <a:pt x="0" y="395"/>
                      </a:cubicBezTo>
                      <a:lnTo>
                        <a:pt x="7" y="395"/>
                      </a:lnTo>
                      <a:cubicBezTo>
                        <a:pt x="7" y="395"/>
                        <a:pt x="173" y="475"/>
                        <a:pt x="152" y="661"/>
                      </a:cubicBezTo>
                      <a:cubicBezTo>
                        <a:pt x="361" y="625"/>
                        <a:pt x="611" y="568"/>
                        <a:pt x="611" y="568"/>
                      </a:cubicBezTo>
                      <a:lnTo>
                        <a:pt x="720" y="416"/>
                      </a:lnTo>
                      <a:lnTo>
                        <a:pt x="611" y="130"/>
                      </a:lnTo>
                      <a:lnTo>
                        <a:pt x="3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2" name="Google Shape;3212;p58"/>
                <p:cNvSpPr/>
                <p:nvPr/>
              </p:nvSpPr>
              <p:spPr>
                <a:xfrm>
                  <a:off x="5734577" y="6573407"/>
                  <a:ext cx="495436" cy="286927"/>
                </a:xfrm>
                <a:custGeom>
                  <a:rect b="b" l="l" r="r" t="t"/>
                  <a:pathLst>
                    <a:path extrusionOk="0" h="2682" w="4631">
                      <a:moveTo>
                        <a:pt x="4415" y="1"/>
                      </a:moveTo>
                      <a:lnTo>
                        <a:pt x="0" y="2552"/>
                      </a:lnTo>
                      <a:lnTo>
                        <a:pt x="223" y="2682"/>
                      </a:lnTo>
                      <a:lnTo>
                        <a:pt x="4465" y="230"/>
                      </a:lnTo>
                      <a:lnTo>
                        <a:pt x="4631" y="130"/>
                      </a:lnTo>
                      <a:lnTo>
                        <a:pt x="4449" y="21"/>
                      </a:lnTo>
                      <a:lnTo>
                        <a:pt x="44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3" name="Google Shape;3213;p58"/>
                <p:cNvSpPr/>
                <p:nvPr/>
              </p:nvSpPr>
              <p:spPr>
                <a:xfrm>
                  <a:off x="5758327" y="6617912"/>
                  <a:ext cx="483133" cy="289281"/>
                </a:xfrm>
                <a:custGeom>
                  <a:rect b="b" l="l" r="r" t="t"/>
                  <a:pathLst>
                    <a:path extrusionOk="0" h="2704" w="4516">
                      <a:moveTo>
                        <a:pt x="4515" y="1"/>
                      </a:moveTo>
                      <a:lnTo>
                        <a:pt x="4436" y="44"/>
                      </a:lnTo>
                      <a:lnTo>
                        <a:pt x="110" y="2552"/>
                      </a:lnTo>
                      <a:lnTo>
                        <a:pt x="1" y="2704"/>
                      </a:lnTo>
                      <a:lnTo>
                        <a:pt x="1" y="2704"/>
                      </a:lnTo>
                      <a:lnTo>
                        <a:pt x="4409" y="152"/>
                      </a:lnTo>
                      <a:lnTo>
                        <a:pt x="4472" y="59"/>
                      </a:lnTo>
                      <a:lnTo>
                        <a:pt x="451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4" name="Google Shape;3214;p58"/>
                <p:cNvSpPr/>
                <p:nvPr/>
              </p:nvSpPr>
              <p:spPr>
                <a:xfrm>
                  <a:off x="5207795" y="6448879"/>
                  <a:ext cx="927538" cy="381286"/>
                </a:xfrm>
                <a:custGeom>
                  <a:rect b="b" l="l" r="r" t="t"/>
                  <a:pathLst>
                    <a:path extrusionOk="0" h="3564" w="8670">
                      <a:moveTo>
                        <a:pt x="8670" y="0"/>
                      </a:moveTo>
                      <a:lnTo>
                        <a:pt x="3732" y="2867"/>
                      </a:lnTo>
                      <a:cubicBezTo>
                        <a:pt x="3649" y="2918"/>
                        <a:pt x="3542" y="2943"/>
                        <a:pt x="3434" y="2943"/>
                      </a:cubicBezTo>
                      <a:cubicBezTo>
                        <a:pt x="3326" y="2943"/>
                        <a:pt x="3218" y="2918"/>
                        <a:pt x="3135" y="2867"/>
                      </a:cubicBezTo>
                      <a:lnTo>
                        <a:pt x="130" y="1135"/>
                      </a:lnTo>
                      <a:cubicBezTo>
                        <a:pt x="116" y="1129"/>
                        <a:pt x="110" y="1122"/>
                        <a:pt x="101" y="1113"/>
                      </a:cubicBezTo>
                      <a:cubicBezTo>
                        <a:pt x="80" y="1099"/>
                        <a:pt x="66" y="1092"/>
                        <a:pt x="51" y="1079"/>
                      </a:cubicBezTo>
                      <a:cubicBezTo>
                        <a:pt x="23" y="1042"/>
                        <a:pt x="1" y="999"/>
                        <a:pt x="1" y="963"/>
                      </a:cubicBezTo>
                      <a:lnTo>
                        <a:pt x="1" y="1581"/>
                      </a:lnTo>
                      <a:cubicBezTo>
                        <a:pt x="1" y="1646"/>
                        <a:pt x="44" y="1710"/>
                        <a:pt x="123" y="1760"/>
                      </a:cubicBezTo>
                      <a:lnTo>
                        <a:pt x="3135" y="3494"/>
                      </a:lnTo>
                      <a:cubicBezTo>
                        <a:pt x="3218" y="3540"/>
                        <a:pt x="3326" y="3564"/>
                        <a:pt x="3434" y="3564"/>
                      </a:cubicBezTo>
                      <a:cubicBezTo>
                        <a:pt x="3542" y="3564"/>
                        <a:pt x="3649" y="3540"/>
                        <a:pt x="3732" y="3494"/>
                      </a:cubicBezTo>
                      <a:lnTo>
                        <a:pt x="8670" y="625"/>
                      </a:lnTo>
                      <a:lnTo>
                        <a:pt x="867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5" name="Google Shape;3215;p58"/>
                <p:cNvSpPr/>
                <p:nvPr/>
              </p:nvSpPr>
              <p:spPr>
                <a:xfrm>
                  <a:off x="6135226" y="6441069"/>
                  <a:ext cx="13266" cy="74674"/>
                </a:xfrm>
                <a:custGeom>
                  <a:rect b="b" l="l" r="r" t="t"/>
                  <a:pathLst>
                    <a:path extrusionOk="0" h="698" w="124">
                      <a:moveTo>
                        <a:pt x="123" y="1"/>
                      </a:moveTo>
                      <a:lnTo>
                        <a:pt x="1" y="73"/>
                      </a:lnTo>
                      <a:lnTo>
                        <a:pt x="1" y="698"/>
                      </a:lnTo>
                      <a:lnTo>
                        <a:pt x="116" y="625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6" name="Google Shape;3216;p58"/>
                <p:cNvSpPr/>
                <p:nvPr/>
              </p:nvSpPr>
              <p:spPr>
                <a:xfrm>
                  <a:off x="5207795" y="6218866"/>
                  <a:ext cx="940697" cy="544862"/>
                </a:xfrm>
                <a:custGeom>
                  <a:rect b="b" l="l" r="r" t="t"/>
                  <a:pathLst>
                    <a:path extrusionOk="0" h="5093" w="8793">
                      <a:moveTo>
                        <a:pt x="4839" y="740"/>
                      </a:moveTo>
                      <a:cubicBezTo>
                        <a:pt x="4891" y="740"/>
                        <a:pt x="4943" y="752"/>
                        <a:pt x="4983" y="777"/>
                      </a:cubicBezTo>
                      <a:lnTo>
                        <a:pt x="7253" y="2085"/>
                      </a:lnTo>
                      <a:cubicBezTo>
                        <a:pt x="7333" y="2135"/>
                        <a:pt x="7333" y="2207"/>
                        <a:pt x="7253" y="2250"/>
                      </a:cubicBezTo>
                      <a:lnTo>
                        <a:pt x="6154" y="2890"/>
                      </a:lnTo>
                      <a:cubicBezTo>
                        <a:pt x="6115" y="2915"/>
                        <a:pt x="6062" y="2928"/>
                        <a:pt x="6010" y="2928"/>
                      </a:cubicBezTo>
                      <a:cubicBezTo>
                        <a:pt x="5958" y="2928"/>
                        <a:pt x="5906" y="2915"/>
                        <a:pt x="5866" y="2890"/>
                      </a:cubicBezTo>
                      <a:lnTo>
                        <a:pt x="3594" y="1581"/>
                      </a:lnTo>
                      <a:cubicBezTo>
                        <a:pt x="3517" y="1531"/>
                        <a:pt x="3517" y="1460"/>
                        <a:pt x="3594" y="1409"/>
                      </a:cubicBezTo>
                      <a:lnTo>
                        <a:pt x="4695" y="777"/>
                      </a:lnTo>
                      <a:cubicBezTo>
                        <a:pt x="4735" y="752"/>
                        <a:pt x="4787" y="740"/>
                        <a:pt x="4839" y="740"/>
                      </a:cubicBezTo>
                      <a:close/>
                      <a:moveTo>
                        <a:pt x="5183" y="1"/>
                      </a:moveTo>
                      <a:lnTo>
                        <a:pt x="123" y="2940"/>
                      </a:lnTo>
                      <a:cubicBezTo>
                        <a:pt x="44" y="2984"/>
                        <a:pt x="1" y="3047"/>
                        <a:pt x="1" y="3113"/>
                      </a:cubicBezTo>
                      <a:cubicBezTo>
                        <a:pt x="1" y="3149"/>
                        <a:pt x="23" y="3192"/>
                        <a:pt x="51" y="3229"/>
                      </a:cubicBezTo>
                      <a:cubicBezTo>
                        <a:pt x="66" y="3242"/>
                        <a:pt x="80" y="3249"/>
                        <a:pt x="101" y="3263"/>
                      </a:cubicBezTo>
                      <a:cubicBezTo>
                        <a:pt x="110" y="3272"/>
                        <a:pt x="116" y="3279"/>
                        <a:pt x="130" y="3285"/>
                      </a:cubicBezTo>
                      <a:lnTo>
                        <a:pt x="3135" y="5017"/>
                      </a:lnTo>
                      <a:cubicBezTo>
                        <a:pt x="3218" y="5068"/>
                        <a:pt x="3326" y="5093"/>
                        <a:pt x="3434" y="5093"/>
                      </a:cubicBezTo>
                      <a:cubicBezTo>
                        <a:pt x="3542" y="5093"/>
                        <a:pt x="3649" y="5068"/>
                        <a:pt x="3732" y="5017"/>
                      </a:cubicBezTo>
                      <a:lnTo>
                        <a:pt x="8670" y="2150"/>
                      </a:lnTo>
                      <a:lnTo>
                        <a:pt x="8792" y="2078"/>
                      </a:lnTo>
                      <a:lnTo>
                        <a:pt x="8749" y="2055"/>
                      </a:lnTo>
                      <a:lnTo>
                        <a:pt x="8613" y="1978"/>
                      </a:lnTo>
                      <a:lnTo>
                        <a:pt x="8295" y="1797"/>
                      </a:lnTo>
                      <a:lnTo>
                        <a:pt x="8238" y="1762"/>
                      </a:lnTo>
                      <a:cubicBezTo>
                        <a:pt x="8188" y="1797"/>
                        <a:pt x="8145" y="1848"/>
                        <a:pt x="8102" y="1898"/>
                      </a:cubicBezTo>
                      <a:lnTo>
                        <a:pt x="7873" y="2035"/>
                      </a:lnTo>
                      <a:lnTo>
                        <a:pt x="7555" y="1848"/>
                      </a:lnTo>
                      <a:cubicBezTo>
                        <a:pt x="7605" y="1719"/>
                        <a:pt x="7685" y="1597"/>
                        <a:pt x="7778" y="1495"/>
                      </a:cubicBezTo>
                      <a:lnTo>
                        <a:pt x="7671" y="1438"/>
                      </a:lnTo>
                      <a:lnTo>
                        <a:pt x="7614" y="1402"/>
                      </a:lnTo>
                      <a:cubicBezTo>
                        <a:pt x="7571" y="1438"/>
                        <a:pt x="7519" y="1488"/>
                        <a:pt x="7484" y="1538"/>
                      </a:cubicBezTo>
                      <a:lnTo>
                        <a:pt x="7246" y="1676"/>
                      </a:lnTo>
                      <a:lnTo>
                        <a:pt x="6931" y="1488"/>
                      </a:lnTo>
                      <a:cubicBezTo>
                        <a:pt x="6981" y="1359"/>
                        <a:pt x="7067" y="1236"/>
                        <a:pt x="7160" y="1136"/>
                      </a:cubicBezTo>
                      <a:lnTo>
                        <a:pt x="7053" y="1079"/>
                      </a:lnTo>
                      <a:lnTo>
                        <a:pt x="6994" y="1043"/>
                      </a:lnTo>
                      <a:cubicBezTo>
                        <a:pt x="6944" y="1079"/>
                        <a:pt x="6894" y="1129"/>
                        <a:pt x="6858" y="1179"/>
                      </a:cubicBezTo>
                      <a:lnTo>
                        <a:pt x="6622" y="1315"/>
                      </a:lnTo>
                      <a:lnTo>
                        <a:pt x="6304" y="1129"/>
                      </a:lnTo>
                      <a:cubicBezTo>
                        <a:pt x="6363" y="1000"/>
                        <a:pt x="6441" y="877"/>
                        <a:pt x="6536" y="777"/>
                      </a:cubicBezTo>
                      <a:lnTo>
                        <a:pt x="6427" y="719"/>
                      </a:lnTo>
                      <a:lnTo>
                        <a:pt x="6370" y="684"/>
                      </a:lnTo>
                      <a:cubicBezTo>
                        <a:pt x="6320" y="719"/>
                        <a:pt x="6277" y="770"/>
                        <a:pt x="6234" y="820"/>
                      </a:cubicBezTo>
                      <a:lnTo>
                        <a:pt x="6003" y="957"/>
                      </a:lnTo>
                      <a:lnTo>
                        <a:pt x="5680" y="770"/>
                      </a:lnTo>
                      <a:cubicBezTo>
                        <a:pt x="5737" y="641"/>
                        <a:pt x="5816" y="518"/>
                        <a:pt x="5909" y="417"/>
                      </a:cubicBezTo>
                      <a:lnTo>
                        <a:pt x="5802" y="360"/>
                      </a:lnTo>
                      <a:lnTo>
                        <a:pt x="5802" y="353"/>
                      </a:lnTo>
                      <a:lnTo>
                        <a:pt x="5744" y="323"/>
                      </a:lnTo>
                      <a:cubicBezTo>
                        <a:pt x="5694" y="360"/>
                        <a:pt x="5651" y="410"/>
                        <a:pt x="5614" y="460"/>
                      </a:cubicBezTo>
                      <a:lnTo>
                        <a:pt x="5378" y="598"/>
                      </a:lnTo>
                      <a:lnTo>
                        <a:pt x="5061" y="410"/>
                      </a:lnTo>
                      <a:cubicBezTo>
                        <a:pt x="5112" y="280"/>
                        <a:pt x="5199" y="158"/>
                        <a:pt x="5292" y="58"/>
                      </a:cubicBezTo>
                      <a:lnTo>
                        <a:pt x="518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7" name="Google Shape;3217;p58"/>
                <p:cNvSpPr/>
                <p:nvPr/>
              </p:nvSpPr>
              <p:spPr>
                <a:xfrm>
                  <a:off x="5828507" y="6256524"/>
                  <a:ext cx="12303" cy="6954"/>
                </a:xfrm>
                <a:custGeom>
                  <a:rect b="b" l="l" r="r" t="t"/>
                  <a:pathLst>
                    <a:path extrusionOk="0" h="65" w="115">
                      <a:moveTo>
                        <a:pt x="0" y="1"/>
                      </a:moveTo>
                      <a:lnTo>
                        <a:pt x="0" y="8"/>
                      </a:lnTo>
                      <a:lnTo>
                        <a:pt x="107" y="65"/>
                      </a:lnTo>
                      <a:lnTo>
                        <a:pt x="114" y="6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8" name="Google Shape;3218;p58"/>
                <p:cNvSpPr/>
                <p:nvPr/>
              </p:nvSpPr>
              <p:spPr>
                <a:xfrm>
                  <a:off x="5815349" y="6240049"/>
                  <a:ext cx="115541" cy="81200"/>
                </a:xfrm>
                <a:custGeom>
                  <a:rect b="b" l="l" r="r" t="t"/>
                  <a:pathLst>
                    <a:path extrusionOk="0" h="759" w="1080">
                      <a:moveTo>
                        <a:pt x="1068" y="205"/>
                      </a:moveTo>
                      <a:cubicBezTo>
                        <a:pt x="1072" y="207"/>
                        <a:pt x="1075" y="209"/>
                        <a:pt x="1079" y="212"/>
                      </a:cubicBezTo>
                      <a:cubicBezTo>
                        <a:pt x="1074" y="206"/>
                        <a:pt x="1073" y="205"/>
                        <a:pt x="1068" y="205"/>
                      </a:cubicBezTo>
                      <a:close/>
                      <a:moveTo>
                        <a:pt x="639" y="1"/>
                      </a:moveTo>
                      <a:cubicBezTo>
                        <a:pt x="623" y="1"/>
                        <a:pt x="606" y="1"/>
                        <a:pt x="589" y="3"/>
                      </a:cubicBezTo>
                      <a:cubicBezTo>
                        <a:pt x="539" y="18"/>
                        <a:pt x="482" y="32"/>
                        <a:pt x="425" y="69"/>
                      </a:cubicBezTo>
                      <a:cubicBezTo>
                        <a:pt x="410" y="75"/>
                        <a:pt x="396" y="82"/>
                        <a:pt x="382" y="98"/>
                      </a:cubicBezTo>
                      <a:cubicBezTo>
                        <a:pt x="330" y="132"/>
                        <a:pt x="280" y="169"/>
                        <a:pt x="237" y="219"/>
                      </a:cubicBezTo>
                      <a:lnTo>
                        <a:pt x="230" y="219"/>
                      </a:lnTo>
                      <a:cubicBezTo>
                        <a:pt x="137" y="320"/>
                        <a:pt x="58" y="443"/>
                        <a:pt x="1" y="572"/>
                      </a:cubicBezTo>
                      <a:lnTo>
                        <a:pt x="324" y="759"/>
                      </a:lnTo>
                      <a:cubicBezTo>
                        <a:pt x="374" y="629"/>
                        <a:pt x="453" y="507"/>
                        <a:pt x="555" y="407"/>
                      </a:cubicBezTo>
                      <a:cubicBezTo>
                        <a:pt x="568" y="391"/>
                        <a:pt x="582" y="377"/>
                        <a:pt x="598" y="364"/>
                      </a:cubicBezTo>
                      <a:cubicBezTo>
                        <a:pt x="632" y="327"/>
                        <a:pt x="662" y="305"/>
                        <a:pt x="698" y="277"/>
                      </a:cubicBezTo>
                      <a:lnTo>
                        <a:pt x="705" y="277"/>
                      </a:lnTo>
                      <a:cubicBezTo>
                        <a:pt x="719" y="270"/>
                        <a:pt x="727" y="262"/>
                        <a:pt x="741" y="255"/>
                      </a:cubicBezTo>
                      <a:cubicBezTo>
                        <a:pt x="748" y="248"/>
                        <a:pt x="762" y="241"/>
                        <a:pt x="770" y="241"/>
                      </a:cubicBezTo>
                      <a:cubicBezTo>
                        <a:pt x="791" y="227"/>
                        <a:pt x="813" y="219"/>
                        <a:pt x="827" y="212"/>
                      </a:cubicBezTo>
                      <a:cubicBezTo>
                        <a:pt x="841" y="205"/>
                        <a:pt x="848" y="205"/>
                        <a:pt x="857" y="205"/>
                      </a:cubicBezTo>
                      <a:cubicBezTo>
                        <a:pt x="888" y="192"/>
                        <a:pt x="920" y="187"/>
                        <a:pt x="950" y="187"/>
                      </a:cubicBezTo>
                      <a:cubicBezTo>
                        <a:pt x="967" y="187"/>
                        <a:pt x="984" y="188"/>
                        <a:pt x="1000" y="191"/>
                      </a:cubicBezTo>
                      <a:lnTo>
                        <a:pt x="1036" y="191"/>
                      </a:lnTo>
                      <a:cubicBezTo>
                        <a:pt x="1043" y="198"/>
                        <a:pt x="1057" y="198"/>
                        <a:pt x="1064" y="205"/>
                      </a:cubicBezTo>
                      <a:cubicBezTo>
                        <a:pt x="1065" y="205"/>
                        <a:pt x="1067" y="205"/>
                        <a:pt x="1068" y="205"/>
                      </a:cubicBezTo>
                      <a:lnTo>
                        <a:pt x="1068" y="205"/>
                      </a:lnTo>
                      <a:cubicBezTo>
                        <a:pt x="970" y="144"/>
                        <a:pt x="874" y="87"/>
                        <a:pt x="777" y="32"/>
                      </a:cubicBezTo>
                      <a:cubicBezTo>
                        <a:pt x="739" y="10"/>
                        <a:pt x="691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9" name="Google Shape;3219;p58"/>
                <p:cNvSpPr/>
                <p:nvPr/>
              </p:nvSpPr>
              <p:spPr>
                <a:xfrm>
                  <a:off x="5895265" y="6295680"/>
                  <a:ext cx="11768" cy="6419"/>
                </a:xfrm>
                <a:custGeom>
                  <a:rect b="b" l="l" r="r" t="t"/>
                  <a:pathLst>
                    <a:path extrusionOk="0" h="60" w="110">
                      <a:moveTo>
                        <a:pt x="110" y="59"/>
                      </a:moveTo>
                      <a:lnTo>
                        <a:pt x="110" y="59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0" name="Google Shape;3220;p58"/>
                <p:cNvSpPr/>
                <p:nvPr/>
              </p:nvSpPr>
              <p:spPr>
                <a:xfrm>
                  <a:off x="5962343" y="6334300"/>
                  <a:ext cx="11554" cy="6098"/>
                </a:xfrm>
                <a:custGeom>
                  <a:rect b="b" l="l" r="r" t="t"/>
                  <a:pathLst>
                    <a:path extrusionOk="0" h="57" w="108">
                      <a:moveTo>
                        <a:pt x="107" y="57"/>
                      </a:moveTo>
                      <a:lnTo>
                        <a:pt x="107" y="5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1" name="Google Shape;3221;p58"/>
                <p:cNvSpPr/>
                <p:nvPr/>
              </p:nvSpPr>
              <p:spPr>
                <a:xfrm>
                  <a:off x="6028351" y="6372600"/>
                  <a:ext cx="11554" cy="6205"/>
                </a:xfrm>
                <a:custGeom>
                  <a:rect b="b" l="l" r="r" t="t"/>
                  <a:pathLst>
                    <a:path extrusionOk="0" h="58" w="108">
                      <a:moveTo>
                        <a:pt x="108" y="58"/>
                      </a:move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2" name="Google Shape;3222;p58"/>
                <p:cNvSpPr/>
                <p:nvPr/>
              </p:nvSpPr>
              <p:spPr>
                <a:xfrm>
                  <a:off x="5828507" y="6256524"/>
                  <a:ext cx="12303" cy="6954"/>
                </a:xfrm>
                <a:custGeom>
                  <a:rect b="b" l="l" r="r" t="t"/>
                  <a:pathLst>
                    <a:path extrusionOk="0" h="65" w="115">
                      <a:moveTo>
                        <a:pt x="0" y="1"/>
                      </a:moveTo>
                      <a:lnTo>
                        <a:pt x="0" y="8"/>
                      </a:lnTo>
                      <a:lnTo>
                        <a:pt x="107" y="65"/>
                      </a:lnTo>
                      <a:lnTo>
                        <a:pt x="114" y="65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3" name="Google Shape;3223;p58"/>
                <p:cNvSpPr/>
                <p:nvPr/>
              </p:nvSpPr>
              <p:spPr>
                <a:xfrm>
                  <a:off x="5749127" y="6201642"/>
                  <a:ext cx="117146" cy="81200"/>
                </a:xfrm>
                <a:custGeom>
                  <a:rect b="b" l="l" r="r" t="t"/>
                  <a:pathLst>
                    <a:path extrusionOk="0" h="759" w="1095">
                      <a:moveTo>
                        <a:pt x="644" y="1"/>
                      </a:moveTo>
                      <a:cubicBezTo>
                        <a:pt x="575" y="1"/>
                        <a:pt x="498" y="22"/>
                        <a:pt x="418" y="69"/>
                      </a:cubicBezTo>
                      <a:cubicBezTo>
                        <a:pt x="354" y="103"/>
                        <a:pt x="289" y="162"/>
                        <a:pt x="232" y="219"/>
                      </a:cubicBezTo>
                      <a:cubicBezTo>
                        <a:pt x="139" y="319"/>
                        <a:pt x="52" y="441"/>
                        <a:pt x="1" y="571"/>
                      </a:cubicBezTo>
                      <a:lnTo>
                        <a:pt x="318" y="759"/>
                      </a:lnTo>
                      <a:cubicBezTo>
                        <a:pt x="375" y="629"/>
                        <a:pt x="454" y="507"/>
                        <a:pt x="547" y="405"/>
                      </a:cubicBezTo>
                      <a:cubicBezTo>
                        <a:pt x="597" y="355"/>
                        <a:pt x="641" y="312"/>
                        <a:pt x="699" y="276"/>
                      </a:cubicBezTo>
                      <a:lnTo>
                        <a:pt x="706" y="276"/>
                      </a:lnTo>
                      <a:cubicBezTo>
                        <a:pt x="713" y="269"/>
                        <a:pt x="727" y="262"/>
                        <a:pt x="734" y="255"/>
                      </a:cubicBezTo>
                      <a:cubicBezTo>
                        <a:pt x="816" y="209"/>
                        <a:pt x="893" y="186"/>
                        <a:pt x="961" y="186"/>
                      </a:cubicBezTo>
                      <a:cubicBezTo>
                        <a:pt x="977" y="186"/>
                        <a:pt x="993" y="187"/>
                        <a:pt x="1008" y="189"/>
                      </a:cubicBezTo>
                      <a:lnTo>
                        <a:pt x="1022" y="189"/>
                      </a:lnTo>
                      <a:cubicBezTo>
                        <a:pt x="1029" y="189"/>
                        <a:pt x="1036" y="198"/>
                        <a:pt x="1044" y="198"/>
                      </a:cubicBezTo>
                      <a:lnTo>
                        <a:pt x="1051" y="198"/>
                      </a:lnTo>
                      <a:cubicBezTo>
                        <a:pt x="1058" y="205"/>
                        <a:pt x="1065" y="205"/>
                        <a:pt x="1065" y="205"/>
                      </a:cubicBezTo>
                      <a:cubicBezTo>
                        <a:pt x="1072" y="212"/>
                        <a:pt x="1079" y="212"/>
                        <a:pt x="1079" y="212"/>
                      </a:cubicBezTo>
                      <a:cubicBezTo>
                        <a:pt x="1087" y="212"/>
                        <a:pt x="1087" y="219"/>
                        <a:pt x="1094" y="219"/>
                      </a:cubicBezTo>
                      <a:cubicBezTo>
                        <a:pt x="986" y="155"/>
                        <a:pt x="879" y="96"/>
                        <a:pt x="777" y="32"/>
                      </a:cubicBezTo>
                      <a:cubicBezTo>
                        <a:pt x="738" y="12"/>
                        <a:pt x="693" y="1"/>
                        <a:pt x="6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4" name="Google Shape;3224;p58"/>
                <p:cNvSpPr/>
                <p:nvPr/>
              </p:nvSpPr>
              <p:spPr>
                <a:xfrm>
                  <a:off x="5822196" y="6244863"/>
                  <a:ext cx="34127" cy="18615"/>
                </a:xfrm>
                <a:custGeom>
                  <a:rect b="b" l="l" r="r" t="t"/>
                  <a:pathLst>
                    <a:path extrusionOk="0" h="174" w="319">
                      <a:moveTo>
                        <a:pt x="203" y="0"/>
                      </a:moveTo>
                      <a:cubicBezTo>
                        <a:pt x="162" y="0"/>
                        <a:pt x="115" y="13"/>
                        <a:pt x="66" y="37"/>
                      </a:cubicBezTo>
                      <a:cubicBezTo>
                        <a:pt x="59" y="44"/>
                        <a:pt x="59" y="44"/>
                        <a:pt x="51" y="44"/>
                      </a:cubicBezTo>
                      <a:cubicBezTo>
                        <a:pt x="37" y="60"/>
                        <a:pt x="23" y="67"/>
                        <a:pt x="1" y="80"/>
                      </a:cubicBezTo>
                      <a:lnTo>
                        <a:pt x="59" y="110"/>
                      </a:lnTo>
                      <a:lnTo>
                        <a:pt x="173" y="174"/>
                      </a:lnTo>
                      <a:cubicBezTo>
                        <a:pt x="216" y="124"/>
                        <a:pt x="266" y="87"/>
                        <a:pt x="318" y="53"/>
                      </a:cubicBezTo>
                      <a:lnTo>
                        <a:pt x="318" y="44"/>
                      </a:lnTo>
                      <a:lnTo>
                        <a:pt x="310" y="44"/>
                      </a:lnTo>
                      <a:cubicBezTo>
                        <a:pt x="310" y="37"/>
                        <a:pt x="310" y="37"/>
                        <a:pt x="303" y="37"/>
                      </a:cubicBezTo>
                      <a:cubicBezTo>
                        <a:pt x="303" y="30"/>
                        <a:pt x="296" y="30"/>
                        <a:pt x="289" y="24"/>
                      </a:cubicBezTo>
                      <a:cubicBezTo>
                        <a:pt x="264" y="8"/>
                        <a:pt x="235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5" name="Google Shape;3225;p58"/>
                <p:cNvSpPr/>
                <p:nvPr/>
              </p:nvSpPr>
              <p:spPr>
                <a:xfrm>
                  <a:off x="5783147" y="6221434"/>
                  <a:ext cx="95321" cy="61408"/>
                </a:xfrm>
                <a:custGeom>
                  <a:rect b="b" l="l" r="r" t="t"/>
                  <a:pathLst>
                    <a:path extrusionOk="0" h="574" w="891">
                      <a:moveTo>
                        <a:pt x="643" y="1"/>
                      </a:moveTo>
                      <a:cubicBezTo>
                        <a:pt x="575" y="1"/>
                        <a:pt x="498" y="24"/>
                        <a:pt x="416" y="70"/>
                      </a:cubicBezTo>
                      <a:cubicBezTo>
                        <a:pt x="409" y="77"/>
                        <a:pt x="395" y="84"/>
                        <a:pt x="388" y="91"/>
                      </a:cubicBezTo>
                      <a:lnTo>
                        <a:pt x="381" y="91"/>
                      </a:lnTo>
                      <a:cubicBezTo>
                        <a:pt x="323" y="127"/>
                        <a:pt x="279" y="170"/>
                        <a:pt x="229" y="220"/>
                      </a:cubicBezTo>
                      <a:cubicBezTo>
                        <a:pt x="136" y="322"/>
                        <a:pt x="57" y="444"/>
                        <a:pt x="0" y="574"/>
                      </a:cubicBezTo>
                      <a:lnTo>
                        <a:pt x="236" y="436"/>
                      </a:lnTo>
                      <a:cubicBezTo>
                        <a:pt x="273" y="386"/>
                        <a:pt x="316" y="336"/>
                        <a:pt x="366" y="299"/>
                      </a:cubicBezTo>
                      <a:cubicBezTo>
                        <a:pt x="388" y="286"/>
                        <a:pt x="402" y="279"/>
                        <a:pt x="416" y="263"/>
                      </a:cubicBezTo>
                      <a:cubicBezTo>
                        <a:pt x="424" y="263"/>
                        <a:pt x="424" y="263"/>
                        <a:pt x="431" y="256"/>
                      </a:cubicBezTo>
                      <a:cubicBezTo>
                        <a:pt x="480" y="232"/>
                        <a:pt x="527" y="219"/>
                        <a:pt x="568" y="219"/>
                      </a:cubicBezTo>
                      <a:cubicBezTo>
                        <a:pt x="600" y="219"/>
                        <a:pt x="629" y="227"/>
                        <a:pt x="654" y="243"/>
                      </a:cubicBezTo>
                      <a:cubicBezTo>
                        <a:pt x="661" y="249"/>
                        <a:pt x="668" y="249"/>
                        <a:pt x="668" y="256"/>
                      </a:cubicBezTo>
                      <a:cubicBezTo>
                        <a:pt x="675" y="256"/>
                        <a:pt x="675" y="256"/>
                        <a:pt x="675" y="263"/>
                      </a:cubicBezTo>
                      <a:lnTo>
                        <a:pt x="683" y="263"/>
                      </a:lnTo>
                      <a:lnTo>
                        <a:pt x="683" y="272"/>
                      </a:lnTo>
                      <a:cubicBezTo>
                        <a:pt x="697" y="256"/>
                        <a:pt x="711" y="249"/>
                        <a:pt x="726" y="243"/>
                      </a:cubicBezTo>
                      <a:cubicBezTo>
                        <a:pt x="783" y="206"/>
                        <a:pt x="840" y="192"/>
                        <a:pt x="890" y="177"/>
                      </a:cubicBezTo>
                      <a:cubicBezTo>
                        <a:pt x="863" y="106"/>
                        <a:pt x="819" y="56"/>
                        <a:pt x="761" y="27"/>
                      </a:cubicBezTo>
                      <a:cubicBezTo>
                        <a:pt x="761" y="27"/>
                        <a:pt x="754" y="27"/>
                        <a:pt x="747" y="20"/>
                      </a:cubicBezTo>
                      <a:cubicBezTo>
                        <a:pt x="747" y="20"/>
                        <a:pt x="740" y="20"/>
                        <a:pt x="733" y="13"/>
                      </a:cubicBezTo>
                      <a:lnTo>
                        <a:pt x="726" y="13"/>
                      </a:lnTo>
                      <a:cubicBezTo>
                        <a:pt x="718" y="13"/>
                        <a:pt x="711" y="4"/>
                        <a:pt x="704" y="4"/>
                      </a:cubicBezTo>
                      <a:lnTo>
                        <a:pt x="690" y="4"/>
                      </a:lnTo>
                      <a:cubicBezTo>
                        <a:pt x="675" y="2"/>
                        <a:pt x="659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6" name="Google Shape;3226;p58"/>
                <p:cNvSpPr/>
                <p:nvPr/>
              </p:nvSpPr>
              <p:spPr>
                <a:xfrm>
                  <a:off x="5895265" y="6295680"/>
                  <a:ext cx="11768" cy="6419"/>
                </a:xfrm>
                <a:custGeom>
                  <a:rect b="b" l="l" r="r" t="t"/>
                  <a:pathLst>
                    <a:path extrusionOk="0" h="60" w="110">
                      <a:moveTo>
                        <a:pt x="110" y="59"/>
                      </a:moveTo>
                      <a:lnTo>
                        <a:pt x="110" y="59"/>
                      </a:ln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7" name="Google Shape;3227;p58"/>
                <p:cNvSpPr/>
                <p:nvPr/>
              </p:nvSpPr>
              <p:spPr>
                <a:xfrm>
                  <a:off x="5856216" y="6250426"/>
                  <a:ext cx="856" cy="107"/>
                </a:xfrm>
                <a:custGeom>
                  <a:rect b="b" l="l" r="r" t="t"/>
                  <a:pathLst>
                    <a:path extrusionOk="0" h="1" w="8">
                      <a:moveTo>
                        <a:pt x="7" y="1"/>
                      </a:move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8" name="Google Shape;3228;p58"/>
                <p:cNvSpPr/>
                <p:nvPr/>
              </p:nvSpPr>
              <p:spPr>
                <a:xfrm>
                  <a:off x="5929071" y="6261873"/>
                  <a:ext cx="1819" cy="856"/>
                </a:xfrm>
                <a:custGeom>
                  <a:rect b="b" l="l" r="r" t="t"/>
                  <a:pathLst>
                    <a:path extrusionOk="0" h="8" w="17">
                      <a:moveTo>
                        <a:pt x="1" y="1"/>
                      </a:moveTo>
                      <a:cubicBezTo>
                        <a:pt x="9" y="1"/>
                        <a:pt x="16" y="8"/>
                        <a:pt x="16" y="8"/>
                      </a:cubicBezTo>
                      <a:cubicBezTo>
                        <a:pt x="9" y="1"/>
                        <a:pt x="9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9" name="Google Shape;3229;p58"/>
                <p:cNvSpPr/>
                <p:nvPr/>
              </p:nvSpPr>
              <p:spPr>
                <a:xfrm>
                  <a:off x="5849904" y="6259947"/>
                  <a:ext cx="95535" cy="61301"/>
                </a:xfrm>
                <a:custGeom>
                  <a:rect b="b" l="l" r="r" t="t"/>
                  <a:pathLst>
                    <a:path extrusionOk="0" h="573" w="893">
                      <a:moveTo>
                        <a:pt x="627" y="1"/>
                      </a:moveTo>
                      <a:cubicBezTo>
                        <a:pt x="597" y="1"/>
                        <a:pt x="565" y="6"/>
                        <a:pt x="534" y="19"/>
                      </a:cubicBezTo>
                      <a:cubicBezTo>
                        <a:pt x="525" y="19"/>
                        <a:pt x="518" y="19"/>
                        <a:pt x="504" y="26"/>
                      </a:cubicBezTo>
                      <a:cubicBezTo>
                        <a:pt x="490" y="33"/>
                        <a:pt x="468" y="41"/>
                        <a:pt x="447" y="55"/>
                      </a:cubicBezTo>
                      <a:cubicBezTo>
                        <a:pt x="439" y="55"/>
                        <a:pt x="425" y="62"/>
                        <a:pt x="418" y="69"/>
                      </a:cubicBezTo>
                      <a:cubicBezTo>
                        <a:pt x="404" y="76"/>
                        <a:pt x="396" y="84"/>
                        <a:pt x="382" y="91"/>
                      </a:cubicBezTo>
                      <a:lnTo>
                        <a:pt x="375" y="91"/>
                      </a:lnTo>
                      <a:cubicBezTo>
                        <a:pt x="339" y="119"/>
                        <a:pt x="309" y="141"/>
                        <a:pt x="275" y="178"/>
                      </a:cubicBezTo>
                      <a:cubicBezTo>
                        <a:pt x="259" y="191"/>
                        <a:pt x="245" y="205"/>
                        <a:pt x="232" y="221"/>
                      </a:cubicBezTo>
                      <a:cubicBezTo>
                        <a:pt x="130" y="321"/>
                        <a:pt x="51" y="443"/>
                        <a:pt x="1" y="573"/>
                      </a:cubicBezTo>
                      <a:lnTo>
                        <a:pt x="232" y="436"/>
                      </a:lnTo>
                      <a:cubicBezTo>
                        <a:pt x="275" y="386"/>
                        <a:pt x="318" y="335"/>
                        <a:pt x="368" y="300"/>
                      </a:cubicBezTo>
                      <a:cubicBezTo>
                        <a:pt x="382" y="284"/>
                        <a:pt x="404" y="278"/>
                        <a:pt x="418" y="264"/>
                      </a:cubicBezTo>
                      <a:cubicBezTo>
                        <a:pt x="425" y="264"/>
                        <a:pt x="425" y="264"/>
                        <a:pt x="432" y="257"/>
                      </a:cubicBezTo>
                      <a:cubicBezTo>
                        <a:pt x="477" y="232"/>
                        <a:pt x="523" y="219"/>
                        <a:pt x="564" y="219"/>
                      </a:cubicBezTo>
                      <a:cubicBezTo>
                        <a:pt x="595" y="219"/>
                        <a:pt x="623" y="226"/>
                        <a:pt x="647" y="241"/>
                      </a:cubicBezTo>
                      <a:lnTo>
                        <a:pt x="654" y="241"/>
                      </a:lnTo>
                      <a:cubicBezTo>
                        <a:pt x="654" y="248"/>
                        <a:pt x="663" y="248"/>
                        <a:pt x="670" y="257"/>
                      </a:cubicBezTo>
                      <a:cubicBezTo>
                        <a:pt x="670" y="257"/>
                        <a:pt x="677" y="257"/>
                        <a:pt x="677" y="264"/>
                      </a:cubicBezTo>
                      <a:cubicBezTo>
                        <a:pt x="677" y="264"/>
                        <a:pt x="684" y="264"/>
                        <a:pt x="684" y="271"/>
                      </a:cubicBezTo>
                      <a:cubicBezTo>
                        <a:pt x="697" y="257"/>
                        <a:pt x="713" y="248"/>
                        <a:pt x="720" y="241"/>
                      </a:cubicBezTo>
                      <a:cubicBezTo>
                        <a:pt x="784" y="205"/>
                        <a:pt x="835" y="191"/>
                        <a:pt x="892" y="178"/>
                      </a:cubicBezTo>
                      <a:cubicBezTo>
                        <a:pt x="863" y="112"/>
                        <a:pt x="827" y="62"/>
                        <a:pt x="770" y="33"/>
                      </a:cubicBezTo>
                      <a:cubicBezTo>
                        <a:pt x="770" y="33"/>
                        <a:pt x="763" y="26"/>
                        <a:pt x="756" y="26"/>
                      </a:cubicBezTo>
                      <a:cubicBezTo>
                        <a:pt x="756" y="26"/>
                        <a:pt x="749" y="19"/>
                        <a:pt x="741" y="19"/>
                      </a:cubicBezTo>
                      <a:cubicBezTo>
                        <a:pt x="734" y="12"/>
                        <a:pt x="720" y="12"/>
                        <a:pt x="713" y="5"/>
                      </a:cubicBezTo>
                      <a:lnTo>
                        <a:pt x="677" y="5"/>
                      </a:lnTo>
                      <a:cubicBezTo>
                        <a:pt x="661" y="2"/>
                        <a:pt x="644" y="1"/>
                        <a:pt x="6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0" name="Google Shape;3230;p58"/>
                <p:cNvSpPr/>
                <p:nvPr/>
              </p:nvSpPr>
              <p:spPr>
                <a:xfrm>
                  <a:off x="5929071" y="6261873"/>
                  <a:ext cx="1819" cy="856"/>
                </a:xfrm>
                <a:custGeom>
                  <a:rect b="b" l="l" r="r" t="t"/>
                  <a:pathLst>
                    <a:path extrusionOk="0" h="8" w="17">
                      <a:moveTo>
                        <a:pt x="1" y="1"/>
                      </a:moveTo>
                      <a:cubicBezTo>
                        <a:pt x="9" y="1"/>
                        <a:pt x="16" y="8"/>
                        <a:pt x="16" y="8"/>
                      </a:cubicBezTo>
                      <a:cubicBezTo>
                        <a:pt x="9" y="1"/>
                        <a:pt x="9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1" name="Google Shape;3231;p58"/>
                <p:cNvSpPr/>
                <p:nvPr/>
              </p:nvSpPr>
              <p:spPr>
                <a:xfrm>
                  <a:off x="5962343" y="6334300"/>
                  <a:ext cx="11554" cy="6098"/>
                </a:xfrm>
                <a:custGeom>
                  <a:rect b="b" l="l" r="r" t="t"/>
                  <a:pathLst>
                    <a:path extrusionOk="0" h="57" w="108">
                      <a:moveTo>
                        <a:pt x="107" y="57"/>
                      </a:moveTo>
                      <a:lnTo>
                        <a:pt x="107" y="57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2" name="Google Shape;3232;p58"/>
                <p:cNvSpPr/>
                <p:nvPr/>
              </p:nvSpPr>
              <p:spPr>
                <a:xfrm>
                  <a:off x="5889167" y="6283270"/>
                  <a:ext cx="33913" cy="18829"/>
                </a:xfrm>
                <a:custGeom>
                  <a:rect b="b" l="l" r="r" t="t"/>
                  <a:pathLst>
                    <a:path extrusionOk="0" h="176" w="317">
                      <a:moveTo>
                        <a:pt x="197" y="1"/>
                      </a:moveTo>
                      <a:cubicBezTo>
                        <a:pt x="156" y="1"/>
                        <a:pt x="110" y="14"/>
                        <a:pt x="65" y="39"/>
                      </a:cubicBezTo>
                      <a:cubicBezTo>
                        <a:pt x="58" y="46"/>
                        <a:pt x="58" y="46"/>
                        <a:pt x="51" y="46"/>
                      </a:cubicBezTo>
                      <a:cubicBezTo>
                        <a:pt x="37" y="60"/>
                        <a:pt x="15" y="66"/>
                        <a:pt x="1" y="82"/>
                      </a:cubicBezTo>
                      <a:lnTo>
                        <a:pt x="58" y="117"/>
                      </a:lnTo>
                      <a:lnTo>
                        <a:pt x="167" y="175"/>
                      </a:lnTo>
                      <a:cubicBezTo>
                        <a:pt x="217" y="125"/>
                        <a:pt x="267" y="82"/>
                        <a:pt x="317" y="53"/>
                      </a:cubicBezTo>
                      <a:cubicBezTo>
                        <a:pt x="317" y="46"/>
                        <a:pt x="310" y="46"/>
                        <a:pt x="310" y="46"/>
                      </a:cubicBezTo>
                      <a:cubicBezTo>
                        <a:pt x="310" y="39"/>
                        <a:pt x="303" y="39"/>
                        <a:pt x="303" y="39"/>
                      </a:cubicBezTo>
                      <a:cubicBezTo>
                        <a:pt x="296" y="30"/>
                        <a:pt x="287" y="30"/>
                        <a:pt x="287" y="23"/>
                      </a:cubicBezTo>
                      <a:lnTo>
                        <a:pt x="280" y="23"/>
                      </a:lnTo>
                      <a:cubicBezTo>
                        <a:pt x="256" y="8"/>
                        <a:pt x="228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3" name="Google Shape;3233;p58"/>
                <p:cNvSpPr/>
                <p:nvPr/>
              </p:nvSpPr>
              <p:spPr>
                <a:xfrm>
                  <a:off x="5882213" y="6278669"/>
                  <a:ext cx="117146" cy="80986"/>
                </a:xfrm>
                <a:custGeom>
                  <a:rect b="b" l="l" r="r" t="t"/>
                  <a:pathLst>
                    <a:path extrusionOk="0" h="757" w="1095">
                      <a:moveTo>
                        <a:pt x="1068" y="203"/>
                      </a:moveTo>
                      <a:cubicBezTo>
                        <a:pt x="1069" y="203"/>
                        <a:pt x="1071" y="204"/>
                        <a:pt x="1072" y="205"/>
                      </a:cubicBezTo>
                      <a:lnTo>
                        <a:pt x="1072" y="205"/>
                      </a:lnTo>
                      <a:cubicBezTo>
                        <a:pt x="1072" y="204"/>
                        <a:pt x="1072" y="203"/>
                        <a:pt x="1072" y="203"/>
                      </a:cubicBezTo>
                      <a:cubicBezTo>
                        <a:pt x="1071" y="203"/>
                        <a:pt x="1069" y="203"/>
                        <a:pt x="1068" y="203"/>
                      </a:cubicBezTo>
                      <a:close/>
                      <a:moveTo>
                        <a:pt x="1072" y="205"/>
                      </a:moveTo>
                      <a:cubicBezTo>
                        <a:pt x="1073" y="210"/>
                        <a:pt x="1077" y="211"/>
                        <a:pt x="1083" y="211"/>
                      </a:cubicBezTo>
                      <a:lnTo>
                        <a:pt x="1083" y="211"/>
                      </a:lnTo>
                      <a:cubicBezTo>
                        <a:pt x="1079" y="209"/>
                        <a:pt x="1075" y="207"/>
                        <a:pt x="1072" y="205"/>
                      </a:cubicBezTo>
                      <a:close/>
                      <a:moveTo>
                        <a:pt x="1083" y="211"/>
                      </a:moveTo>
                      <a:lnTo>
                        <a:pt x="1083" y="211"/>
                      </a:lnTo>
                      <a:cubicBezTo>
                        <a:pt x="1086" y="214"/>
                        <a:pt x="1090" y="216"/>
                        <a:pt x="1094" y="218"/>
                      </a:cubicBezTo>
                      <a:lnTo>
                        <a:pt x="1086" y="211"/>
                      </a:lnTo>
                      <a:cubicBezTo>
                        <a:pt x="1085" y="211"/>
                        <a:pt x="1084" y="211"/>
                        <a:pt x="1083" y="211"/>
                      </a:cubicBezTo>
                      <a:close/>
                      <a:moveTo>
                        <a:pt x="640" y="0"/>
                      </a:moveTo>
                      <a:cubicBezTo>
                        <a:pt x="624" y="0"/>
                        <a:pt x="608" y="1"/>
                        <a:pt x="590" y="3"/>
                      </a:cubicBezTo>
                      <a:cubicBezTo>
                        <a:pt x="533" y="16"/>
                        <a:pt x="482" y="30"/>
                        <a:pt x="418" y="66"/>
                      </a:cubicBezTo>
                      <a:cubicBezTo>
                        <a:pt x="411" y="73"/>
                        <a:pt x="395" y="82"/>
                        <a:pt x="382" y="96"/>
                      </a:cubicBezTo>
                      <a:cubicBezTo>
                        <a:pt x="332" y="125"/>
                        <a:pt x="282" y="168"/>
                        <a:pt x="232" y="218"/>
                      </a:cubicBezTo>
                      <a:cubicBezTo>
                        <a:pt x="137" y="318"/>
                        <a:pt x="59" y="441"/>
                        <a:pt x="0" y="570"/>
                      </a:cubicBezTo>
                      <a:lnTo>
                        <a:pt x="318" y="756"/>
                      </a:lnTo>
                      <a:cubicBezTo>
                        <a:pt x="375" y="627"/>
                        <a:pt x="454" y="505"/>
                        <a:pt x="547" y="404"/>
                      </a:cubicBezTo>
                      <a:cubicBezTo>
                        <a:pt x="561" y="391"/>
                        <a:pt x="577" y="375"/>
                        <a:pt x="597" y="361"/>
                      </a:cubicBezTo>
                      <a:cubicBezTo>
                        <a:pt x="627" y="325"/>
                        <a:pt x="663" y="304"/>
                        <a:pt x="697" y="275"/>
                      </a:cubicBezTo>
                      <a:lnTo>
                        <a:pt x="706" y="275"/>
                      </a:lnTo>
                      <a:cubicBezTo>
                        <a:pt x="720" y="268"/>
                        <a:pt x="727" y="261"/>
                        <a:pt x="740" y="254"/>
                      </a:cubicBezTo>
                      <a:cubicBezTo>
                        <a:pt x="817" y="207"/>
                        <a:pt x="887" y="185"/>
                        <a:pt x="949" y="185"/>
                      </a:cubicBezTo>
                      <a:cubicBezTo>
                        <a:pt x="964" y="185"/>
                        <a:pt x="978" y="186"/>
                        <a:pt x="992" y="189"/>
                      </a:cubicBezTo>
                      <a:lnTo>
                        <a:pt x="1029" y="189"/>
                      </a:lnTo>
                      <a:cubicBezTo>
                        <a:pt x="1029" y="189"/>
                        <a:pt x="1035" y="196"/>
                        <a:pt x="1042" y="196"/>
                      </a:cubicBezTo>
                      <a:lnTo>
                        <a:pt x="1051" y="196"/>
                      </a:lnTo>
                      <a:cubicBezTo>
                        <a:pt x="1057" y="201"/>
                        <a:pt x="1062" y="202"/>
                        <a:pt x="1068" y="203"/>
                      </a:cubicBezTo>
                      <a:lnTo>
                        <a:pt x="1068" y="203"/>
                      </a:lnTo>
                      <a:cubicBezTo>
                        <a:pt x="969" y="143"/>
                        <a:pt x="877" y="90"/>
                        <a:pt x="777" y="30"/>
                      </a:cubicBezTo>
                      <a:cubicBezTo>
                        <a:pt x="738" y="9"/>
                        <a:pt x="692" y="0"/>
                        <a:pt x="64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4" name="Google Shape;3234;p58"/>
                <p:cNvSpPr/>
                <p:nvPr/>
              </p:nvSpPr>
              <p:spPr>
                <a:xfrm>
                  <a:off x="5916126" y="6298354"/>
                  <a:ext cx="95321" cy="61301"/>
                </a:xfrm>
                <a:custGeom>
                  <a:rect b="b" l="l" r="r" t="t"/>
                  <a:pathLst>
                    <a:path extrusionOk="0" h="573" w="891">
                      <a:moveTo>
                        <a:pt x="632" y="1"/>
                      </a:moveTo>
                      <a:cubicBezTo>
                        <a:pt x="570" y="1"/>
                        <a:pt x="500" y="23"/>
                        <a:pt x="423" y="70"/>
                      </a:cubicBezTo>
                      <a:cubicBezTo>
                        <a:pt x="410" y="77"/>
                        <a:pt x="403" y="84"/>
                        <a:pt x="389" y="91"/>
                      </a:cubicBezTo>
                      <a:lnTo>
                        <a:pt x="380" y="91"/>
                      </a:lnTo>
                      <a:cubicBezTo>
                        <a:pt x="346" y="120"/>
                        <a:pt x="310" y="141"/>
                        <a:pt x="280" y="177"/>
                      </a:cubicBezTo>
                      <a:cubicBezTo>
                        <a:pt x="260" y="191"/>
                        <a:pt x="244" y="207"/>
                        <a:pt x="230" y="220"/>
                      </a:cubicBezTo>
                      <a:cubicBezTo>
                        <a:pt x="137" y="321"/>
                        <a:pt x="58" y="443"/>
                        <a:pt x="1" y="572"/>
                      </a:cubicBezTo>
                      <a:lnTo>
                        <a:pt x="237" y="436"/>
                      </a:lnTo>
                      <a:cubicBezTo>
                        <a:pt x="273" y="386"/>
                        <a:pt x="323" y="336"/>
                        <a:pt x="373" y="300"/>
                      </a:cubicBezTo>
                      <a:cubicBezTo>
                        <a:pt x="389" y="286"/>
                        <a:pt x="403" y="277"/>
                        <a:pt x="423" y="264"/>
                      </a:cubicBezTo>
                      <a:cubicBezTo>
                        <a:pt x="423" y="264"/>
                        <a:pt x="432" y="264"/>
                        <a:pt x="432" y="257"/>
                      </a:cubicBezTo>
                      <a:cubicBezTo>
                        <a:pt x="481" y="232"/>
                        <a:pt x="527" y="220"/>
                        <a:pt x="568" y="220"/>
                      </a:cubicBezTo>
                      <a:cubicBezTo>
                        <a:pt x="600" y="220"/>
                        <a:pt x="629" y="227"/>
                        <a:pt x="655" y="243"/>
                      </a:cubicBezTo>
                      <a:cubicBezTo>
                        <a:pt x="662" y="250"/>
                        <a:pt x="668" y="250"/>
                        <a:pt x="675" y="257"/>
                      </a:cubicBezTo>
                      <a:cubicBezTo>
                        <a:pt x="675" y="257"/>
                        <a:pt x="682" y="264"/>
                        <a:pt x="691" y="270"/>
                      </a:cubicBezTo>
                      <a:cubicBezTo>
                        <a:pt x="698" y="257"/>
                        <a:pt x="712" y="250"/>
                        <a:pt x="725" y="243"/>
                      </a:cubicBezTo>
                      <a:cubicBezTo>
                        <a:pt x="784" y="207"/>
                        <a:pt x="841" y="184"/>
                        <a:pt x="891" y="177"/>
                      </a:cubicBezTo>
                      <a:cubicBezTo>
                        <a:pt x="870" y="105"/>
                        <a:pt x="820" y="55"/>
                        <a:pt x="769" y="27"/>
                      </a:cubicBezTo>
                      <a:cubicBezTo>
                        <a:pt x="762" y="27"/>
                        <a:pt x="755" y="27"/>
                        <a:pt x="755" y="19"/>
                      </a:cubicBezTo>
                      <a:cubicBezTo>
                        <a:pt x="748" y="19"/>
                        <a:pt x="741" y="19"/>
                        <a:pt x="734" y="12"/>
                      </a:cubicBezTo>
                      <a:lnTo>
                        <a:pt x="725" y="12"/>
                      </a:lnTo>
                      <a:cubicBezTo>
                        <a:pt x="718" y="12"/>
                        <a:pt x="712" y="5"/>
                        <a:pt x="712" y="5"/>
                      </a:cubicBezTo>
                      <a:lnTo>
                        <a:pt x="675" y="5"/>
                      </a:lnTo>
                      <a:cubicBezTo>
                        <a:pt x="661" y="2"/>
                        <a:pt x="647" y="1"/>
                        <a:pt x="6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5" name="Google Shape;3235;p58"/>
                <p:cNvSpPr/>
                <p:nvPr/>
              </p:nvSpPr>
              <p:spPr>
                <a:xfrm>
                  <a:off x="6028351" y="6372600"/>
                  <a:ext cx="11554" cy="6205"/>
                </a:xfrm>
                <a:custGeom>
                  <a:rect b="b" l="l" r="r" t="t"/>
                  <a:pathLst>
                    <a:path extrusionOk="0" h="58" w="108">
                      <a:moveTo>
                        <a:pt x="108" y="58"/>
                      </a:moveTo>
                      <a:lnTo>
                        <a:pt x="1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6" name="Google Shape;3236;p58"/>
                <p:cNvSpPr/>
                <p:nvPr/>
              </p:nvSpPr>
              <p:spPr>
                <a:xfrm>
                  <a:off x="5956031" y="6321783"/>
                  <a:ext cx="34020" cy="18615"/>
                </a:xfrm>
                <a:custGeom>
                  <a:rect b="b" l="l" r="r" t="t"/>
                  <a:pathLst>
                    <a:path extrusionOk="0" h="174" w="318">
                      <a:moveTo>
                        <a:pt x="195" y="1"/>
                      </a:moveTo>
                      <a:cubicBezTo>
                        <a:pt x="154" y="1"/>
                        <a:pt x="108" y="13"/>
                        <a:pt x="59" y="38"/>
                      </a:cubicBezTo>
                      <a:cubicBezTo>
                        <a:pt x="59" y="45"/>
                        <a:pt x="50" y="45"/>
                        <a:pt x="50" y="45"/>
                      </a:cubicBezTo>
                      <a:cubicBezTo>
                        <a:pt x="30" y="58"/>
                        <a:pt x="16" y="67"/>
                        <a:pt x="0" y="81"/>
                      </a:cubicBezTo>
                      <a:lnTo>
                        <a:pt x="59" y="117"/>
                      </a:lnTo>
                      <a:lnTo>
                        <a:pt x="166" y="174"/>
                      </a:lnTo>
                      <a:cubicBezTo>
                        <a:pt x="209" y="131"/>
                        <a:pt x="259" y="81"/>
                        <a:pt x="318" y="51"/>
                      </a:cubicBezTo>
                      <a:cubicBezTo>
                        <a:pt x="309" y="45"/>
                        <a:pt x="302" y="38"/>
                        <a:pt x="302" y="38"/>
                      </a:cubicBezTo>
                      <a:cubicBezTo>
                        <a:pt x="295" y="31"/>
                        <a:pt x="289" y="31"/>
                        <a:pt x="282" y="24"/>
                      </a:cubicBezTo>
                      <a:cubicBezTo>
                        <a:pt x="256" y="8"/>
                        <a:pt x="227" y="1"/>
                        <a:pt x="19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7" name="Google Shape;3237;p58"/>
                <p:cNvSpPr/>
                <p:nvPr/>
              </p:nvSpPr>
              <p:spPr>
                <a:xfrm>
                  <a:off x="5949184" y="6316969"/>
                  <a:ext cx="116183" cy="81200"/>
                </a:xfrm>
                <a:custGeom>
                  <a:rect b="b" l="l" r="r" t="t"/>
                  <a:pathLst>
                    <a:path extrusionOk="0" h="759" w="1086">
                      <a:moveTo>
                        <a:pt x="631" y="1"/>
                      </a:moveTo>
                      <a:cubicBezTo>
                        <a:pt x="615" y="1"/>
                        <a:pt x="599" y="2"/>
                        <a:pt x="582" y="3"/>
                      </a:cubicBezTo>
                      <a:cubicBezTo>
                        <a:pt x="532" y="10"/>
                        <a:pt x="475" y="33"/>
                        <a:pt x="416" y="69"/>
                      </a:cubicBezTo>
                      <a:cubicBezTo>
                        <a:pt x="403" y="76"/>
                        <a:pt x="389" y="83"/>
                        <a:pt x="382" y="96"/>
                      </a:cubicBezTo>
                      <a:cubicBezTo>
                        <a:pt x="323" y="126"/>
                        <a:pt x="273" y="176"/>
                        <a:pt x="230" y="219"/>
                      </a:cubicBezTo>
                      <a:cubicBezTo>
                        <a:pt x="137" y="319"/>
                        <a:pt x="51" y="442"/>
                        <a:pt x="1" y="571"/>
                      </a:cubicBezTo>
                      <a:lnTo>
                        <a:pt x="316" y="759"/>
                      </a:lnTo>
                      <a:cubicBezTo>
                        <a:pt x="373" y="630"/>
                        <a:pt x="453" y="507"/>
                        <a:pt x="546" y="405"/>
                      </a:cubicBezTo>
                      <a:cubicBezTo>
                        <a:pt x="561" y="391"/>
                        <a:pt x="575" y="378"/>
                        <a:pt x="589" y="362"/>
                      </a:cubicBezTo>
                      <a:cubicBezTo>
                        <a:pt x="625" y="335"/>
                        <a:pt x="661" y="305"/>
                        <a:pt x="698" y="276"/>
                      </a:cubicBezTo>
                      <a:lnTo>
                        <a:pt x="704" y="269"/>
                      </a:lnTo>
                      <a:cubicBezTo>
                        <a:pt x="711" y="269"/>
                        <a:pt x="727" y="262"/>
                        <a:pt x="734" y="255"/>
                      </a:cubicBezTo>
                      <a:cubicBezTo>
                        <a:pt x="815" y="209"/>
                        <a:pt x="891" y="186"/>
                        <a:pt x="959" y="186"/>
                      </a:cubicBezTo>
                      <a:cubicBezTo>
                        <a:pt x="975" y="186"/>
                        <a:pt x="991" y="187"/>
                        <a:pt x="1006" y="190"/>
                      </a:cubicBezTo>
                      <a:lnTo>
                        <a:pt x="1020" y="190"/>
                      </a:lnTo>
                      <a:cubicBezTo>
                        <a:pt x="1029" y="190"/>
                        <a:pt x="1036" y="198"/>
                        <a:pt x="1043" y="198"/>
                      </a:cubicBezTo>
                      <a:cubicBezTo>
                        <a:pt x="1043" y="198"/>
                        <a:pt x="1049" y="198"/>
                        <a:pt x="1056" y="205"/>
                      </a:cubicBezTo>
                      <a:lnTo>
                        <a:pt x="1063" y="205"/>
                      </a:lnTo>
                      <a:cubicBezTo>
                        <a:pt x="1072" y="205"/>
                        <a:pt x="1079" y="212"/>
                        <a:pt x="1086" y="212"/>
                      </a:cubicBezTo>
                      <a:cubicBezTo>
                        <a:pt x="977" y="155"/>
                        <a:pt x="877" y="96"/>
                        <a:pt x="777" y="33"/>
                      </a:cubicBezTo>
                      <a:cubicBezTo>
                        <a:pt x="732" y="10"/>
                        <a:pt x="684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8" name="Google Shape;3238;p58"/>
                <p:cNvSpPr/>
                <p:nvPr/>
              </p:nvSpPr>
              <p:spPr>
                <a:xfrm>
                  <a:off x="5982990" y="6336761"/>
                  <a:ext cx="95535" cy="61408"/>
                </a:xfrm>
                <a:custGeom>
                  <a:rect b="b" l="l" r="r" t="t"/>
                  <a:pathLst>
                    <a:path extrusionOk="0" h="574" w="893">
                      <a:moveTo>
                        <a:pt x="643" y="1"/>
                      </a:moveTo>
                      <a:cubicBezTo>
                        <a:pt x="575" y="1"/>
                        <a:pt x="499" y="24"/>
                        <a:pt x="418" y="70"/>
                      </a:cubicBezTo>
                      <a:cubicBezTo>
                        <a:pt x="411" y="77"/>
                        <a:pt x="395" y="84"/>
                        <a:pt x="388" y="84"/>
                      </a:cubicBezTo>
                      <a:lnTo>
                        <a:pt x="382" y="91"/>
                      </a:lnTo>
                      <a:cubicBezTo>
                        <a:pt x="345" y="120"/>
                        <a:pt x="309" y="150"/>
                        <a:pt x="273" y="177"/>
                      </a:cubicBezTo>
                      <a:cubicBezTo>
                        <a:pt x="259" y="193"/>
                        <a:pt x="245" y="206"/>
                        <a:pt x="230" y="220"/>
                      </a:cubicBezTo>
                      <a:cubicBezTo>
                        <a:pt x="137" y="322"/>
                        <a:pt x="57" y="445"/>
                        <a:pt x="0" y="574"/>
                      </a:cubicBezTo>
                      <a:lnTo>
                        <a:pt x="238" y="436"/>
                      </a:lnTo>
                      <a:cubicBezTo>
                        <a:pt x="273" y="386"/>
                        <a:pt x="325" y="336"/>
                        <a:pt x="368" y="300"/>
                      </a:cubicBezTo>
                      <a:cubicBezTo>
                        <a:pt x="388" y="286"/>
                        <a:pt x="402" y="279"/>
                        <a:pt x="418" y="263"/>
                      </a:cubicBezTo>
                      <a:cubicBezTo>
                        <a:pt x="425" y="263"/>
                        <a:pt x="425" y="263"/>
                        <a:pt x="432" y="257"/>
                      </a:cubicBezTo>
                      <a:cubicBezTo>
                        <a:pt x="480" y="232"/>
                        <a:pt x="527" y="219"/>
                        <a:pt x="568" y="219"/>
                      </a:cubicBezTo>
                      <a:cubicBezTo>
                        <a:pt x="600" y="219"/>
                        <a:pt x="629" y="227"/>
                        <a:pt x="654" y="243"/>
                      </a:cubicBezTo>
                      <a:cubicBezTo>
                        <a:pt x="661" y="250"/>
                        <a:pt x="670" y="250"/>
                        <a:pt x="670" y="257"/>
                      </a:cubicBezTo>
                      <a:cubicBezTo>
                        <a:pt x="677" y="257"/>
                        <a:pt x="677" y="263"/>
                        <a:pt x="683" y="263"/>
                      </a:cubicBezTo>
                      <a:lnTo>
                        <a:pt x="683" y="272"/>
                      </a:lnTo>
                      <a:cubicBezTo>
                        <a:pt x="697" y="257"/>
                        <a:pt x="713" y="250"/>
                        <a:pt x="727" y="243"/>
                      </a:cubicBezTo>
                      <a:cubicBezTo>
                        <a:pt x="784" y="206"/>
                        <a:pt x="842" y="186"/>
                        <a:pt x="892" y="177"/>
                      </a:cubicBezTo>
                      <a:cubicBezTo>
                        <a:pt x="863" y="113"/>
                        <a:pt x="820" y="56"/>
                        <a:pt x="770" y="27"/>
                      </a:cubicBezTo>
                      <a:cubicBezTo>
                        <a:pt x="763" y="27"/>
                        <a:pt x="756" y="20"/>
                        <a:pt x="747" y="20"/>
                      </a:cubicBezTo>
                      <a:lnTo>
                        <a:pt x="740" y="20"/>
                      </a:lnTo>
                      <a:cubicBezTo>
                        <a:pt x="733" y="13"/>
                        <a:pt x="727" y="13"/>
                        <a:pt x="727" y="13"/>
                      </a:cubicBezTo>
                      <a:cubicBezTo>
                        <a:pt x="720" y="13"/>
                        <a:pt x="713" y="5"/>
                        <a:pt x="704" y="5"/>
                      </a:cubicBezTo>
                      <a:lnTo>
                        <a:pt x="690" y="5"/>
                      </a:lnTo>
                      <a:cubicBezTo>
                        <a:pt x="675" y="2"/>
                        <a:pt x="659" y="1"/>
                        <a:pt x="6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9" name="Google Shape;3239;p58"/>
                <p:cNvSpPr/>
                <p:nvPr/>
              </p:nvSpPr>
              <p:spPr>
                <a:xfrm>
                  <a:off x="6022253" y="6360190"/>
                  <a:ext cx="33913" cy="18615"/>
                </a:xfrm>
                <a:custGeom>
                  <a:rect b="b" l="l" r="r" t="t"/>
                  <a:pathLst>
                    <a:path extrusionOk="0" h="174" w="317">
                      <a:moveTo>
                        <a:pt x="201" y="0"/>
                      </a:moveTo>
                      <a:cubicBezTo>
                        <a:pt x="160" y="0"/>
                        <a:pt x="113" y="13"/>
                        <a:pt x="65" y="38"/>
                      </a:cubicBezTo>
                      <a:cubicBezTo>
                        <a:pt x="58" y="44"/>
                        <a:pt x="58" y="44"/>
                        <a:pt x="51" y="44"/>
                      </a:cubicBezTo>
                      <a:cubicBezTo>
                        <a:pt x="35" y="60"/>
                        <a:pt x="21" y="67"/>
                        <a:pt x="1" y="81"/>
                      </a:cubicBezTo>
                      <a:lnTo>
                        <a:pt x="58" y="117"/>
                      </a:lnTo>
                      <a:lnTo>
                        <a:pt x="165" y="174"/>
                      </a:lnTo>
                      <a:cubicBezTo>
                        <a:pt x="216" y="124"/>
                        <a:pt x="266" y="81"/>
                        <a:pt x="316" y="53"/>
                      </a:cubicBezTo>
                      <a:lnTo>
                        <a:pt x="316" y="44"/>
                      </a:lnTo>
                      <a:cubicBezTo>
                        <a:pt x="310" y="44"/>
                        <a:pt x="310" y="38"/>
                        <a:pt x="303" y="38"/>
                      </a:cubicBezTo>
                      <a:cubicBezTo>
                        <a:pt x="303" y="31"/>
                        <a:pt x="294" y="31"/>
                        <a:pt x="287" y="24"/>
                      </a:cubicBezTo>
                      <a:cubicBezTo>
                        <a:pt x="262" y="8"/>
                        <a:pt x="233" y="0"/>
                        <a:pt x="20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0" name="Google Shape;3240;p58"/>
                <p:cNvSpPr/>
                <p:nvPr/>
              </p:nvSpPr>
              <p:spPr>
                <a:xfrm>
                  <a:off x="6016048" y="6355376"/>
                  <a:ext cx="116183" cy="81200"/>
                </a:xfrm>
                <a:custGeom>
                  <a:rect b="b" l="l" r="r" t="t"/>
                  <a:pathLst>
                    <a:path extrusionOk="0" h="759" w="1086">
                      <a:moveTo>
                        <a:pt x="1063" y="205"/>
                      </a:moveTo>
                      <a:lnTo>
                        <a:pt x="1063" y="205"/>
                      </a:lnTo>
                      <a:cubicBezTo>
                        <a:pt x="1071" y="210"/>
                        <a:pt x="1078" y="214"/>
                        <a:pt x="1085" y="219"/>
                      </a:cubicBezTo>
                      <a:lnTo>
                        <a:pt x="1078" y="212"/>
                      </a:lnTo>
                      <a:cubicBezTo>
                        <a:pt x="1071" y="212"/>
                        <a:pt x="1071" y="205"/>
                        <a:pt x="1065" y="205"/>
                      </a:cubicBezTo>
                      <a:cubicBezTo>
                        <a:pt x="1064" y="205"/>
                        <a:pt x="1064" y="205"/>
                        <a:pt x="1063" y="205"/>
                      </a:cubicBezTo>
                      <a:close/>
                      <a:moveTo>
                        <a:pt x="632" y="1"/>
                      </a:moveTo>
                      <a:cubicBezTo>
                        <a:pt x="616" y="1"/>
                        <a:pt x="600" y="2"/>
                        <a:pt x="583" y="3"/>
                      </a:cubicBezTo>
                      <a:cubicBezTo>
                        <a:pt x="533" y="12"/>
                        <a:pt x="475" y="32"/>
                        <a:pt x="418" y="69"/>
                      </a:cubicBezTo>
                      <a:cubicBezTo>
                        <a:pt x="404" y="76"/>
                        <a:pt x="388" y="83"/>
                        <a:pt x="374" y="98"/>
                      </a:cubicBezTo>
                      <a:cubicBezTo>
                        <a:pt x="324" y="126"/>
                        <a:pt x="274" y="169"/>
                        <a:pt x="223" y="219"/>
                      </a:cubicBezTo>
                      <a:cubicBezTo>
                        <a:pt x="130" y="321"/>
                        <a:pt x="50" y="443"/>
                        <a:pt x="0" y="572"/>
                      </a:cubicBezTo>
                      <a:lnTo>
                        <a:pt x="318" y="759"/>
                      </a:lnTo>
                      <a:cubicBezTo>
                        <a:pt x="368" y="629"/>
                        <a:pt x="447" y="507"/>
                        <a:pt x="547" y="407"/>
                      </a:cubicBezTo>
                      <a:cubicBezTo>
                        <a:pt x="561" y="391"/>
                        <a:pt x="576" y="378"/>
                        <a:pt x="590" y="364"/>
                      </a:cubicBezTo>
                      <a:cubicBezTo>
                        <a:pt x="626" y="327"/>
                        <a:pt x="654" y="305"/>
                        <a:pt x="690" y="277"/>
                      </a:cubicBezTo>
                      <a:lnTo>
                        <a:pt x="706" y="277"/>
                      </a:lnTo>
                      <a:cubicBezTo>
                        <a:pt x="713" y="271"/>
                        <a:pt x="719" y="262"/>
                        <a:pt x="733" y="255"/>
                      </a:cubicBezTo>
                      <a:cubicBezTo>
                        <a:pt x="807" y="210"/>
                        <a:pt x="877" y="186"/>
                        <a:pt x="942" y="186"/>
                      </a:cubicBezTo>
                      <a:cubicBezTo>
                        <a:pt x="959" y="186"/>
                        <a:pt x="976" y="188"/>
                        <a:pt x="992" y="191"/>
                      </a:cubicBezTo>
                      <a:lnTo>
                        <a:pt x="1021" y="191"/>
                      </a:lnTo>
                      <a:cubicBezTo>
                        <a:pt x="1028" y="191"/>
                        <a:pt x="1035" y="198"/>
                        <a:pt x="1042" y="198"/>
                      </a:cubicBezTo>
                      <a:lnTo>
                        <a:pt x="1051" y="198"/>
                      </a:lnTo>
                      <a:cubicBezTo>
                        <a:pt x="1057" y="205"/>
                        <a:pt x="1058" y="205"/>
                        <a:pt x="1063" y="205"/>
                      </a:cubicBezTo>
                      <a:lnTo>
                        <a:pt x="1063" y="205"/>
                      </a:lnTo>
                      <a:cubicBezTo>
                        <a:pt x="970" y="147"/>
                        <a:pt x="870" y="93"/>
                        <a:pt x="770" y="32"/>
                      </a:cubicBezTo>
                      <a:cubicBezTo>
                        <a:pt x="731" y="10"/>
                        <a:pt x="684" y="1"/>
                        <a:pt x="6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1" name="Google Shape;3241;p58"/>
                <p:cNvSpPr/>
                <p:nvPr/>
              </p:nvSpPr>
              <p:spPr>
                <a:xfrm>
                  <a:off x="6089117" y="6398490"/>
                  <a:ext cx="40867" cy="31988"/>
                </a:xfrm>
                <a:custGeom>
                  <a:rect b="b" l="l" r="r" t="t"/>
                  <a:pathLst>
                    <a:path extrusionOk="0" h="299" w="382">
                      <a:moveTo>
                        <a:pt x="199" y="0"/>
                      </a:moveTo>
                      <a:cubicBezTo>
                        <a:pt x="158" y="0"/>
                        <a:pt x="113" y="14"/>
                        <a:pt x="66" y="40"/>
                      </a:cubicBezTo>
                      <a:cubicBezTo>
                        <a:pt x="57" y="47"/>
                        <a:pt x="57" y="47"/>
                        <a:pt x="50" y="47"/>
                      </a:cubicBezTo>
                      <a:cubicBezTo>
                        <a:pt x="36" y="61"/>
                        <a:pt x="14" y="68"/>
                        <a:pt x="0" y="83"/>
                      </a:cubicBezTo>
                      <a:lnTo>
                        <a:pt x="57" y="118"/>
                      </a:lnTo>
                      <a:lnTo>
                        <a:pt x="375" y="299"/>
                      </a:lnTo>
                      <a:cubicBezTo>
                        <a:pt x="382" y="276"/>
                        <a:pt x="382" y="256"/>
                        <a:pt x="382" y="233"/>
                      </a:cubicBezTo>
                      <a:lnTo>
                        <a:pt x="382" y="204"/>
                      </a:lnTo>
                      <a:cubicBezTo>
                        <a:pt x="382" y="197"/>
                        <a:pt x="382" y="197"/>
                        <a:pt x="375" y="190"/>
                      </a:cubicBezTo>
                      <a:lnTo>
                        <a:pt x="375" y="176"/>
                      </a:lnTo>
                      <a:cubicBezTo>
                        <a:pt x="375" y="154"/>
                        <a:pt x="368" y="140"/>
                        <a:pt x="368" y="126"/>
                      </a:cubicBezTo>
                      <a:cubicBezTo>
                        <a:pt x="359" y="118"/>
                        <a:pt x="359" y="111"/>
                        <a:pt x="352" y="104"/>
                      </a:cubicBezTo>
                      <a:cubicBezTo>
                        <a:pt x="352" y="97"/>
                        <a:pt x="345" y="90"/>
                        <a:pt x="338" y="83"/>
                      </a:cubicBezTo>
                      <a:cubicBezTo>
                        <a:pt x="338" y="75"/>
                        <a:pt x="331" y="68"/>
                        <a:pt x="325" y="61"/>
                      </a:cubicBezTo>
                      <a:lnTo>
                        <a:pt x="325" y="54"/>
                      </a:lnTo>
                      <a:cubicBezTo>
                        <a:pt x="325" y="54"/>
                        <a:pt x="316" y="54"/>
                        <a:pt x="316" y="47"/>
                      </a:cubicBezTo>
                      <a:cubicBezTo>
                        <a:pt x="316" y="47"/>
                        <a:pt x="309" y="47"/>
                        <a:pt x="309" y="40"/>
                      </a:cubicBezTo>
                      <a:lnTo>
                        <a:pt x="302" y="40"/>
                      </a:lnTo>
                      <a:cubicBezTo>
                        <a:pt x="295" y="31"/>
                        <a:pt x="288" y="31"/>
                        <a:pt x="281" y="25"/>
                      </a:cubicBezTo>
                      <a:lnTo>
                        <a:pt x="273" y="18"/>
                      </a:lnTo>
                      <a:cubicBezTo>
                        <a:pt x="250" y="6"/>
                        <a:pt x="226" y="0"/>
                        <a:pt x="19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2" name="Google Shape;3242;p58"/>
                <p:cNvSpPr/>
                <p:nvPr/>
              </p:nvSpPr>
              <p:spPr>
                <a:xfrm>
                  <a:off x="6049961" y="6375275"/>
                  <a:ext cx="98531" cy="63548"/>
                </a:xfrm>
                <a:custGeom>
                  <a:rect b="b" l="l" r="r" t="t"/>
                  <a:pathLst>
                    <a:path extrusionOk="0" h="594" w="921">
                      <a:moveTo>
                        <a:pt x="625" y="0"/>
                      </a:moveTo>
                      <a:cubicBezTo>
                        <a:pt x="560" y="0"/>
                        <a:pt x="490" y="24"/>
                        <a:pt x="416" y="69"/>
                      </a:cubicBezTo>
                      <a:cubicBezTo>
                        <a:pt x="402" y="76"/>
                        <a:pt x="396" y="85"/>
                        <a:pt x="389" y="91"/>
                      </a:cubicBezTo>
                      <a:lnTo>
                        <a:pt x="373" y="91"/>
                      </a:lnTo>
                      <a:cubicBezTo>
                        <a:pt x="337" y="119"/>
                        <a:pt x="309" y="141"/>
                        <a:pt x="273" y="178"/>
                      </a:cubicBezTo>
                      <a:cubicBezTo>
                        <a:pt x="259" y="192"/>
                        <a:pt x="244" y="205"/>
                        <a:pt x="230" y="221"/>
                      </a:cubicBezTo>
                      <a:cubicBezTo>
                        <a:pt x="130" y="321"/>
                        <a:pt x="51" y="443"/>
                        <a:pt x="1" y="573"/>
                      </a:cubicBezTo>
                      <a:lnTo>
                        <a:pt x="230" y="436"/>
                      </a:lnTo>
                      <a:cubicBezTo>
                        <a:pt x="273" y="386"/>
                        <a:pt x="316" y="335"/>
                        <a:pt x="366" y="300"/>
                      </a:cubicBezTo>
                      <a:cubicBezTo>
                        <a:pt x="380" y="285"/>
                        <a:pt x="402" y="278"/>
                        <a:pt x="416" y="264"/>
                      </a:cubicBezTo>
                      <a:cubicBezTo>
                        <a:pt x="423" y="264"/>
                        <a:pt x="423" y="264"/>
                        <a:pt x="432" y="257"/>
                      </a:cubicBezTo>
                      <a:cubicBezTo>
                        <a:pt x="479" y="231"/>
                        <a:pt x="524" y="217"/>
                        <a:pt x="565" y="217"/>
                      </a:cubicBezTo>
                      <a:cubicBezTo>
                        <a:pt x="592" y="217"/>
                        <a:pt x="616" y="223"/>
                        <a:pt x="639" y="235"/>
                      </a:cubicBezTo>
                      <a:lnTo>
                        <a:pt x="647" y="242"/>
                      </a:lnTo>
                      <a:cubicBezTo>
                        <a:pt x="654" y="248"/>
                        <a:pt x="661" y="248"/>
                        <a:pt x="668" y="257"/>
                      </a:cubicBezTo>
                      <a:lnTo>
                        <a:pt x="675" y="257"/>
                      </a:lnTo>
                      <a:cubicBezTo>
                        <a:pt x="675" y="264"/>
                        <a:pt x="682" y="264"/>
                        <a:pt x="682" y="264"/>
                      </a:cubicBezTo>
                      <a:cubicBezTo>
                        <a:pt x="682" y="271"/>
                        <a:pt x="691" y="271"/>
                        <a:pt x="691" y="271"/>
                      </a:cubicBezTo>
                      <a:lnTo>
                        <a:pt x="691" y="278"/>
                      </a:lnTo>
                      <a:cubicBezTo>
                        <a:pt x="697" y="285"/>
                        <a:pt x="704" y="292"/>
                        <a:pt x="704" y="300"/>
                      </a:cubicBezTo>
                      <a:cubicBezTo>
                        <a:pt x="711" y="307"/>
                        <a:pt x="718" y="314"/>
                        <a:pt x="718" y="321"/>
                      </a:cubicBezTo>
                      <a:cubicBezTo>
                        <a:pt x="725" y="328"/>
                        <a:pt x="725" y="335"/>
                        <a:pt x="734" y="343"/>
                      </a:cubicBezTo>
                      <a:cubicBezTo>
                        <a:pt x="734" y="357"/>
                        <a:pt x="741" y="371"/>
                        <a:pt x="741" y="393"/>
                      </a:cubicBezTo>
                      <a:lnTo>
                        <a:pt x="741" y="407"/>
                      </a:lnTo>
                      <a:cubicBezTo>
                        <a:pt x="748" y="414"/>
                        <a:pt x="748" y="414"/>
                        <a:pt x="748" y="421"/>
                      </a:cubicBezTo>
                      <a:lnTo>
                        <a:pt x="748" y="450"/>
                      </a:lnTo>
                      <a:cubicBezTo>
                        <a:pt x="748" y="473"/>
                        <a:pt x="748" y="493"/>
                        <a:pt x="741" y="516"/>
                      </a:cubicBezTo>
                      <a:lnTo>
                        <a:pt x="877" y="593"/>
                      </a:lnTo>
                      <a:cubicBezTo>
                        <a:pt x="906" y="516"/>
                        <a:pt x="920" y="430"/>
                        <a:pt x="920" y="357"/>
                      </a:cubicBezTo>
                      <a:cubicBezTo>
                        <a:pt x="920" y="192"/>
                        <a:pt x="854" y="76"/>
                        <a:pt x="761" y="26"/>
                      </a:cubicBezTo>
                      <a:cubicBezTo>
                        <a:pt x="754" y="26"/>
                        <a:pt x="754" y="19"/>
                        <a:pt x="748" y="19"/>
                      </a:cubicBezTo>
                      <a:cubicBezTo>
                        <a:pt x="741" y="19"/>
                        <a:pt x="741" y="19"/>
                        <a:pt x="734" y="12"/>
                      </a:cubicBezTo>
                      <a:lnTo>
                        <a:pt x="725" y="12"/>
                      </a:lnTo>
                      <a:cubicBezTo>
                        <a:pt x="718" y="12"/>
                        <a:pt x="711" y="5"/>
                        <a:pt x="704" y="5"/>
                      </a:cubicBezTo>
                      <a:lnTo>
                        <a:pt x="675" y="5"/>
                      </a:lnTo>
                      <a:cubicBezTo>
                        <a:pt x="659" y="2"/>
                        <a:pt x="642" y="0"/>
                        <a:pt x="62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3" name="Google Shape;3243;p58"/>
                <p:cNvSpPr/>
                <p:nvPr/>
              </p:nvSpPr>
              <p:spPr>
                <a:xfrm>
                  <a:off x="5583946" y="6297926"/>
                  <a:ext cx="408352" cy="234185"/>
                </a:xfrm>
                <a:custGeom>
                  <a:rect b="b" l="l" r="r" t="t"/>
                  <a:pathLst>
                    <a:path extrusionOk="0" h="2189" w="3817">
                      <a:moveTo>
                        <a:pt x="1323" y="1"/>
                      </a:moveTo>
                      <a:cubicBezTo>
                        <a:pt x="1271" y="1"/>
                        <a:pt x="1219" y="13"/>
                        <a:pt x="1179" y="38"/>
                      </a:cubicBezTo>
                      <a:lnTo>
                        <a:pt x="78" y="670"/>
                      </a:lnTo>
                      <a:cubicBezTo>
                        <a:pt x="1" y="721"/>
                        <a:pt x="1" y="792"/>
                        <a:pt x="78" y="842"/>
                      </a:cubicBezTo>
                      <a:lnTo>
                        <a:pt x="2350" y="2151"/>
                      </a:lnTo>
                      <a:cubicBezTo>
                        <a:pt x="2390" y="2176"/>
                        <a:pt x="2442" y="2189"/>
                        <a:pt x="2494" y="2189"/>
                      </a:cubicBezTo>
                      <a:cubicBezTo>
                        <a:pt x="2546" y="2189"/>
                        <a:pt x="2599" y="2176"/>
                        <a:pt x="2638" y="2151"/>
                      </a:cubicBezTo>
                      <a:lnTo>
                        <a:pt x="3737" y="1511"/>
                      </a:lnTo>
                      <a:cubicBezTo>
                        <a:pt x="3817" y="1468"/>
                        <a:pt x="3817" y="1396"/>
                        <a:pt x="3737" y="1346"/>
                      </a:cubicBezTo>
                      <a:lnTo>
                        <a:pt x="1467" y="38"/>
                      </a:lnTo>
                      <a:cubicBezTo>
                        <a:pt x="1427" y="13"/>
                        <a:pt x="1375" y="1"/>
                        <a:pt x="132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44" name="Google Shape;3244;p58"/>
            <p:cNvGrpSpPr/>
            <p:nvPr/>
          </p:nvGrpSpPr>
          <p:grpSpPr>
            <a:xfrm>
              <a:off x="940565" y="3138498"/>
              <a:ext cx="114150" cy="114196"/>
              <a:chOff x="-685100" y="4136737"/>
              <a:chExt cx="38359" cy="38359"/>
            </a:xfrm>
          </p:grpSpPr>
          <p:sp>
            <p:nvSpPr>
              <p:cNvPr id="3245" name="Google Shape;3245;p5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58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47" name="Google Shape;3247;p58"/>
          <p:cNvGrpSpPr/>
          <p:nvPr/>
        </p:nvGrpSpPr>
        <p:grpSpPr>
          <a:xfrm>
            <a:off x="6255290" y="711117"/>
            <a:ext cx="2008645" cy="1528778"/>
            <a:chOff x="6255290" y="711117"/>
            <a:chExt cx="2008645" cy="1528778"/>
          </a:xfrm>
        </p:grpSpPr>
        <p:grpSp>
          <p:nvGrpSpPr>
            <p:cNvPr id="3248" name="Google Shape;3248;p58"/>
            <p:cNvGrpSpPr/>
            <p:nvPr/>
          </p:nvGrpSpPr>
          <p:grpSpPr>
            <a:xfrm>
              <a:off x="6893554" y="711117"/>
              <a:ext cx="1370381" cy="1528778"/>
              <a:chOff x="6140575" y="5030501"/>
              <a:chExt cx="1187506" cy="1324764"/>
            </a:xfrm>
          </p:grpSpPr>
          <p:grpSp>
            <p:nvGrpSpPr>
              <p:cNvPr id="3249" name="Google Shape;3249;p58"/>
              <p:cNvGrpSpPr/>
              <p:nvPr/>
            </p:nvGrpSpPr>
            <p:grpSpPr>
              <a:xfrm>
                <a:off x="6140575" y="5033818"/>
                <a:ext cx="1154341" cy="1321448"/>
                <a:chOff x="6140575" y="5033818"/>
                <a:chExt cx="1154341" cy="1321448"/>
              </a:xfrm>
            </p:grpSpPr>
            <p:sp>
              <p:nvSpPr>
                <p:cNvPr id="3250" name="Google Shape;3250;p58"/>
                <p:cNvSpPr/>
                <p:nvPr/>
              </p:nvSpPr>
              <p:spPr>
                <a:xfrm>
                  <a:off x="6140575" y="5033818"/>
                  <a:ext cx="1154341" cy="1321448"/>
                </a:xfrm>
                <a:custGeom>
                  <a:rect b="b" l="l" r="r" t="t"/>
                  <a:pathLst>
                    <a:path extrusionOk="0" h="12352" w="10790">
                      <a:moveTo>
                        <a:pt x="9295" y="8126"/>
                      </a:moveTo>
                      <a:cubicBezTo>
                        <a:pt x="9316" y="8126"/>
                        <a:pt x="9338" y="8132"/>
                        <a:pt x="9359" y="8145"/>
                      </a:cubicBezTo>
                      <a:lnTo>
                        <a:pt x="9496" y="8225"/>
                      </a:lnTo>
                      <a:cubicBezTo>
                        <a:pt x="9575" y="8268"/>
                        <a:pt x="9618" y="8388"/>
                        <a:pt x="9582" y="8490"/>
                      </a:cubicBezTo>
                      <a:lnTo>
                        <a:pt x="9532" y="8670"/>
                      </a:lnTo>
                      <a:cubicBezTo>
                        <a:pt x="9505" y="8743"/>
                        <a:pt x="9451" y="8786"/>
                        <a:pt x="9393" y="8786"/>
                      </a:cubicBezTo>
                      <a:cubicBezTo>
                        <a:pt x="9373" y="8786"/>
                        <a:pt x="9352" y="8781"/>
                        <a:pt x="9332" y="8770"/>
                      </a:cubicBezTo>
                      <a:lnTo>
                        <a:pt x="9194" y="8690"/>
                      </a:lnTo>
                      <a:cubicBezTo>
                        <a:pt x="9116" y="8640"/>
                        <a:pt x="9073" y="8526"/>
                        <a:pt x="9107" y="8425"/>
                      </a:cubicBezTo>
                      <a:lnTo>
                        <a:pt x="9159" y="8245"/>
                      </a:lnTo>
                      <a:cubicBezTo>
                        <a:pt x="9184" y="8172"/>
                        <a:pt x="9237" y="8126"/>
                        <a:pt x="9295" y="8126"/>
                      </a:cubicBezTo>
                      <a:close/>
                      <a:moveTo>
                        <a:pt x="2574" y="289"/>
                      </a:moveTo>
                      <a:lnTo>
                        <a:pt x="10151" y="4666"/>
                      </a:lnTo>
                      <a:lnTo>
                        <a:pt x="7952" y="11904"/>
                      </a:lnTo>
                      <a:lnTo>
                        <a:pt x="375" y="7534"/>
                      </a:lnTo>
                      <a:lnTo>
                        <a:pt x="2574" y="289"/>
                      </a:lnTo>
                      <a:close/>
                      <a:moveTo>
                        <a:pt x="2431" y="1"/>
                      </a:moveTo>
                      <a:cubicBezTo>
                        <a:pt x="2316" y="1"/>
                        <a:pt x="2207" y="87"/>
                        <a:pt x="2164" y="237"/>
                      </a:cubicBezTo>
                      <a:lnTo>
                        <a:pt x="59" y="7174"/>
                      </a:lnTo>
                      <a:cubicBezTo>
                        <a:pt x="1" y="7376"/>
                        <a:pt x="80" y="7612"/>
                        <a:pt x="232" y="7698"/>
                      </a:cubicBezTo>
                      <a:lnTo>
                        <a:pt x="8231" y="12322"/>
                      </a:lnTo>
                      <a:cubicBezTo>
                        <a:pt x="8272" y="12339"/>
                        <a:pt x="8313" y="12351"/>
                        <a:pt x="8351" y="12351"/>
                      </a:cubicBezTo>
                      <a:cubicBezTo>
                        <a:pt x="8359" y="12351"/>
                        <a:pt x="8367" y="12350"/>
                        <a:pt x="8374" y="12349"/>
                      </a:cubicBezTo>
                      <a:lnTo>
                        <a:pt x="8404" y="12349"/>
                      </a:lnTo>
                      <a:cubicBezTo>
                        <a:pt x="8417" y="12342"/>
                        <a:pt x="8426" y="12342"/>
                        <a:pt x="8440" y="12335"/>
                      </a:cubicBezTo>
                      <a:cubicBezTo>
                        <a:pt x="8447" y="12335"/>
                        <a:pt x="8454" y="12329"/>
                        <a:pt x="8461" y="12329"/>
                      </a:cubicBezTo>
                      <a:cubicBezTo>
                        <a:pt x="8469" y="12322"/>
                        <a:pt x="8476" y="12322"/>
                        <a:pt x="8483" y="12322"/>
                      </a:cubicBezTo>
                      <a:cubicBezTo>
                        <a:pt x="8504" y="12299"/>
                        <a:pt x="8533" y="12285"/>
                        <a:pt x="8555" y="12256"/>
                      </a:cubicBezTo>
                      <a:cubicBezTo>
                        <a:pt x="8555" y="12249"/>
                        <a:pt x="8562" y="12249"/>
                        <a:pt x="8562" y="12242"/>
                      </a:cubicBezTo>
                      <a:cubicBezTo>
                        <a:pt x="8569" y="12242"/>
                        <a:pt x="8569" y="12235"/>
                        <a:pt x="8569" y="12227"/>
                      </a:cubicBezTo>
                      <a:cubicBezTo>
                        <a:pt x="8590" y="12199"/>
                        <a:pt x="8612" y="12163"/>
                        <a:pt x="8626" y="12120"/>
                      </a:cubicBezTo>
                      <a:lnTo>
                        <a:pt x="10733" y="5183"/>
                      </a:lnTo>
                      <a:cubicBezTo>
                        <a:pt x="10789" y="4981"/>
                        <a:pt x="10712" y="4745"/>
                        <a:pt x="10560" y="4652"/>
                      </a:cubicBezTo>
                      <a:lnTo>
                        <a:pt x="2561" y="37"/>
                      </a:lnTo>
                      <a:cubicBezTo>
                        <a:pt x="2518" y="8"/>
                        <a:pt x="2474" y="1"/>
                        <a:pt x="243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1" name="Google Shape;3251;p58"/>
                <p:cNvSpPr/>
                <p:nvPr/>
              </p:nvSpPr>
              <p:spPr>
                <a:xfrm>
                  <a:off x="6180587" y="5064736"/>
                  <a:ext cx="1046075" cy="1242709"/>
                </a:xfrm>
                <a:custGeom>
                  <a:rect b="b" l="l" r="r" t="t"/>
                  <a:pathLst>
                    <a:path extrusionOk="0" h="11616" w="9778">
                      <a:moveTo>
                        <a:pt x="2200" y="0"/>
                      </a:moveTo>
                      <a:lnTo>
                        <a:pt x="1" y="7245"/>
                      </a:lnTo>
                      <a:lnTo>
                        <a:pt x="7578" y="11615"/>
                      </a:lnTo>
                      <a:lnTo>
                        <a:pt x="9777" y="4377"/>
                      </a:lnTo>
                      <a:lnTo>
                        <a:pt x="22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2" name="Google Shape;3252;p58"/>
                <p:cNvSpPr/>
                <p:nvPr/>
              </p:nvSpPr>
              <p:spPr>
                <a:xfrm>
                  <a:off x="7111120" y="5903053"/>
                  <a:ext cx="58519" cy="70822"/>
                </a:xfrm>
                <a:custGeom>
                  <a:rect b="b" l="l" r="r" t="t"/>
                  <a:pathLst>
                    <a:path extrusionOk="0" h="662" w="547">
                      <a:moveTo>
                        <a:pt x="223" y="1"/>
                      </a:moveTo>
                      <a:cubicBezTo>
                        <a:pt x="165" y="1"/>
                        <a:pt x="112" y="47"/>
                        <a:pt x="87" y="120"/>
                      </a:cubicBezTo>
                      <a:lnTo>
                        <a:pt x="35" y="300"/>
                      </a:lnTo>
                      <a:cubicBezTo>
                        <a:pt x="1" y="401"/>
                        <a:pt x="44" y="515"/>
                        <a:pt x="122" y="565"/>
                      </a:cubicBezTo>
                      <a:lnTo>
                        <a:pt x="260" y="645"/>
                      </a:lnTo>
                      <a:cubicBezTo>
                        <a:pt x="280" y="656"/>
                        <a:pt x="301" y="661"/>
                        <a:pt x="321" y="661"/>
                      </a:cubicBezTo>
                      <a:cubicBezTo>
                        <a:pt x="379" y="661"/>
                        <a:pt x="433" y="618"/>
                        <a:pt x="460" y="545"/>
                      </a:cubicBezTo>
                      <a:lnTo>
                        <a:pt x="510" y="365"/>
                      </a:lnTo>
                      <a:cubicBezTo>
                        <a:pt x="546" y="263"/>
                        <a:pt x="503" y="143"/>
                        <a:pt x="424" y="100"/>
                      </a:cubicBezTo>
                      <a:lnTo>
                        <a:pt x="287" y="20"/>
                      </a:lnTo>
                      <a:cubicBezTo>
                        <a:pt x="266" y="7"/>
                        <a:pt x="244" y="1"/>
                        <a:pt x="22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53" name="Google Shape;3253;p58"/>
              <p:cNvSpPr/>
              <p:nvPr/>
            </p:nvSpPr>
            <p:spPr>
              <a:xfrm>
                <a:off x="6398189" y="5030501"/>
                <a:ext cx="929892" cy="1324550"/>
              </a:xfrm>
              <a:custGeom>
                <a:rect b="b" l="l" r="r" t="t"/>
                <a:pathLst>
                  <a:path extrusionOk="0" h="12381" w="8692">
                    <a:moveTo>
                      <a:pt x="335" y="1"/>
                    </a:moveTo>
                    <a:cubicBezTo>
                      <a:pt x="327" y="1"/>
                      <a:pt x="318" y="1"/>
                      <a:pt x="310" y="3"/>
                    </a:cubicBezTo>
                    <a:cubicBezTo>
                      <a:pt x="210" y="10"/>
                      <a:pt x="110" y="25"/>
                      <a:pt x="1" y="32"/>
                    </a:cubicBezTo>
                    <a:lnTo>
                      <a:pt x="23" y="32"/>
                    </a:lnTo>
                    <a:cubicBezTo>
                      <a:pt x="66" y="32"/>
                      <a:pt x="110" y="39"/>
                      <a:pt x="153" y="68"/>
                    </a:cubicBezTo>
                    <a:lnTo>
                      <a:pt x="8152" y="4683"/>
                    </a:lnTo>
                    <a:cubicBezTo>
                      <a:pt x="8304" y="4776"/>
                      <a:pt x="8381" y="5012"/>
                      <a:pt x="8325" y="5214"/>
                    </a:cubicBezTo>
                    <a:lnTo>
                      <a:pt x="6218" y="12151"/>
                    </a:lnTo>
                    <a:cubicBezTo>
                      <a:pt x="6204" y="12194"/>
                      <a:pt x="6182" y="12230"/>
                      <a:pt x="6161" y="12258"/>
                    </a:cubicBezTo>
                    <a:cubicBezTo>
                      <a:pt x="6161" y="12266"/>
                      <a:pt x="6161" y="12273"/>
                      <a:pt x="6154" y="12273"/>
                    </a:cubicBezTo>
                    <a:cubicBezTo>
                      <a:pt x="6154" y="12280"/>
                      <a:pt x="6147" y="12280"/>
                      <a:pt x="6147" y="12287"/>
                    </a:cubicBezTo>
                    <a:cubicBezTo>
                      <a:pt x="6125" y="12316"/>
                      <a:pt x="6096" y="12330"/>
                      <a:pt x="6075" y="12353"/>
                    </a:cubicBezTo>
                    <a:cubicBezTo>
                      <a:pt x="6068" y="12353"/>
                      <a:pt x="6061" y="12353"/>
                      <a:pt x="6053" y="12360"/>
                    </a:cubicBezTo>
                    <a:cubicBezTo>
                      <a:pt x="6046" y="12360"/>
                      <a:pt x="6039" y="12366"/>
                      <a:pt x="6032" y="12366"/>
                    </a:cubicBezTo>
                    <a:cubicBezTo>
                      <a:pt x="6020" y="12373"/>
                      <a:pt x="6012" y="12373"/>
                      <a:pt x="6000" y="12378"/>
                    </a:cubicBezTo>
                    <a:lnTo>
                      <a:pt x="6000" y="12378"/>
                    </a:lnTo>
                    <a:cubicBezTo>
                      <a:pt x="6096" y="12372"/>
                      <a:pt x="6186" y="12365"/>
                      <a:pt x="6277" y="12353"/>
                    </a:cubicBezTo>
                    <a:cubicBezTo>
                      <a:pt x="6384" y="12344"/>
                      <a:pt x="6484" y="12258"/>
                      <a:pt x="6527" y="12121"/>
                    </a:cubicBezTo>
                    <a:lnTo>
                      <a:pt x="8626" y="5185"/>
                    </a:lnTo>
                    <a:cubicBezTo>
                      <a:pt x="8692" y="4985"/>
                      <a:pt x="8613" y="4747"/>
                      <a:pt x="8454" y="4654"/>
                    </a:cubicBezTo>
                    <a:lnTo>
                      <a:pt x="461" y="39"/>
                    </a:lnTo>
                    <a:cubicBezTo>
                      <a:pt x="420" y="15"/>
                      <a:pt x="377" y="1"/>
                      <a:pt x="335" y="1"/>
                    </a:cubicBezTo>
                    <a:close/>
                    <a:moveTo>
                      <a:pt x="6000" y="12378"/>
                    </a:moveTo>
                    <a:cubicBezTo>
                      <a:pt x="5989" y="12379"/>
                      <a:pt x="5978" y="12380"/>
                      <a:pt x="5966" y="12380"/>
                    </a:cubicBezTo>
                    <a:lnTo>
                      <a:pt x="5996" y="12380"/>
                    </a:lnTo>
                    <a:cubicBezTo>
                      <a:pt x="5997" y="12379"/>
                      <a:pt x="5999" y="12379"/>
                      <a:pt x="6000" y="12378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54" name="Google Shape;3254;p58"/>
            <p:cNvSpPr/>
            <p:nvPr/>
          </p:nvSpPr>
          <p:spPr>
            <a:xfrm>
              <a:off x="8044187" y="822000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58"/>
            <p:cNvSpPr/>
            <p:nvPr/>
          </p:nvSpPr>
          <p:spPr>
            <a:xfrm>
              <a:off x="6255290" y="1094597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58"/>
            <p:cNvSpPr/>
            <p:nvPr/>
          </p:nvSpPr>
          <p:spPr>
            <a:xfrm>
              <a:off x="6674427" y="7111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7" name="TextBox 3256"/>
          <p:cNvSpPr txBox="1"/>
          <p:nvPr/>
        </p:nvSpPr>
        <p:spPr>
          <a:xfrm>
            <a:off x="457200" y="128016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52463"/>
                </a:solidFill>
                <a:latin typeface="Sassoon Sans Std"/>
              </a:rPr>
              <a:t>Otimização de hiperparâmetros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56"/>
          <p:cNvSpPr txBox="1"/>
          <p:nvPr>
            <p:ph type="title"/>
          </p:nvPr>
        </p:nvSpPr>
        <p:spPr>
          <a:xfrm>
            <a:off x="824563" y="1299650"/>
            <a:ext cx="3640200" cy="15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Supervisionado × não supervisionado</a:t>
            </a:r>
            <a:endParaRPr/>
          </a:p>
        </p:txBody>
      </p:sp>
      <p:sp>
        <p:nvSpPr>
          <p:cNvPr id="2665" name="Google Shape;2665;p56"/>
          <p:cNvSpPr txBox="1"/>
          <p:nvPr>
            <p:ph idx="1" type="subTitle"/>
          </p:nvPr>
        </p:nvSpPr>
        <p:spPr>
          <a:xfrm>
            <a:off x="824575" y="2865537"/>
            <a:ext cx="36402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 os rótulos, o K-Means (k=2) dividiu os dados em 84%/16% (vs 50/50 real); ARI ≈ 0,09 (concordância quase nula) e só 6/15 features coincidem. O sinal de phishing é sutil e não-linear — só o supervisionado o captura.</a:t>
            </a:r>
            <a:endParaRPr/>
          </a:p>
        </p:txBody>
      </p:sp>
      <p:grpSp>
        <p:nvGrpSpPr>
          <p:cNvPr id="2666" name="Google Shape;2666;p56"/>
          <p:cNvGrpSpPr/>
          <p:nvPr/>
        </p:nvGrpSpPr>
        <p:grpSpPr>
          <a:xfrm>
            <a:off x="3670550" y="4019420"/>
            <a:ext cx="1919066" cy="900368"/>
            <a:chOff x="3249799" y="9881440"/>
            <a:chExt cx="1099247" cy="515734"/>
          </a:xfrm>
        </p:grpSpPr>
        <p:sp>
          <p:nvSpPr>
            <p:cNvPr id="2667" name="Google Shape;2667;p56"/>
            <p:cNvSpPr/>
            <p:nvPr/>
          </p:nvSpPr>
          <p:spPr>
            <a:xfrm>
              <a:off x="3704992" y="9999016"/>
              <a:ext cx="23834" cy="19259"/>
            </a:xfrm>
            <a:custGeom>
              <a:rect b="b" l="l" r="r" t="t"/>
              <a:pathLst>
                <a:path extrusionOk="0" h="181" w="224">
                  <a:moveTo>
                    <a:pt x="144" y="1"/>
                  </a:moveTo>
                  <a:lnTo>
                    <a:pt x="1" y="80"/>
                  </a:lnTo>
                  <a:cubicBezTo>
                    <a:pt x="28" y="116"/>
                    <a:pt x="28" y="152"/>
                    <a:pt x="1" y="180"/>
                  </a:cubicBezTo>
                  <a:lnTo>
                    <a:pt x="223" y="5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56"/>
            <p:cNvSpPr/>
            <p:nvPr/>
          </p:nvSpPr>
          <p:spPr>
            <a:xfrm>
              <a:off x="3266717" y="9901444"/>
              <a:ext cx="619582" cy="288244"/>
            </a:xfrm>
            <a:custGeom>
              <a:rect b="b" l="l" r="r" t="t"/>
              <a:pathLst>
                <a:path extrusionOk="0" h="2709" w="5823">
                  <a:moveTo>
                    <a:pt x="2612" y="0"/>
                  </a:moveTo>
                  <a:cubicBezTo>
                    <a:pt x="2570" y="0"/>
                    <a:pt x="2526" y="9"/>
                    <a:pt x="2495" y="27"/>
                  </a:cubicBezTo>
                  <a:lnTo>
                    <a:pt x="66" y="1428"/>
                  </a:lnTo>
                  <a:cubicBezTo>
                    <a:pt x="0" y="1471"/>
                    <a:pt x="0" y="1528"/>
                    <a:pt x="66" y="1565"/>
                  </a:cubicBezTo>
                  <a:lnTo>
                    <a:pt x="719" y="1946"/>
                  </a:lnTo>
                  <a:lnTo>
                    <a:pt x="2315" y="1019"/>
                  </a:lnTo>
                  <a:cubicBezTo>
                    <a:pt x="2347" y="1001"/>
                    <a:pt x="2390" y="992"/>
                    <a:pt x="2433" y="992"/>
                  </a:cubicBezTo>
                  <a:cubicBezTo>
                    <a:pt x="2476" y="992"/>
                    <a:pt x="2520" y="1001"/>
                    <a:pt x="2551" y="1019"/>
                  </a:cubicBezTo>
                  <a:lnTo>
                    <a:pt x="2610" y="1054"/>
                  </a:lnTo>
                  <a:lnTo>
                    <a:pt x="2883" y="1213"/>
                  </a:lnTo>
                  <a:lnTo>
                    <a:pt x="3162" y="1371"/>
                  </a:lnTo>
                  <a:lnTo>
                    <a:pt x="3436" y="1528"/>
                  </a:lnTo>
                  <a:lnTo>
                    <a:pt x="3709" y="1687"/>
                  </a:lnTo>
                  <a:lnTo>
                    <a:pt x="3982" y="1846"/>
                  </a:lnTo>
                  <a:lnTo>
                    <a:pt x="4256" y="2003"/>
                  </a:lnTo>
                  <a:lnTo>
                    <a:pt x="4528" y="2161"/>
                  </a:lnTo>
                  <a:lnTo>
                    <a:pt x="4801" y="2320"/>
                  </a:lnTo>
                  <a:lnTo>
                    <a:pt x="5075" y="2477"/>
                  </a:lnTo>
                  <a:lnTo>
                    <a:pt x="5477" y="2708"/>
                  </a:lnTo>
                  <a:lnTo>
                    <a:pt x="5822" y="2506"/>
                  </a:lnTo>
                  <a:lnTo>
                    <a:pt x="5427" y="2277"/>
                  </a:lnTo>
                  <a:lnTo>
                    <a:pt x="5413" y="2270"/>
                  </a:lnTo>
                  <a:lnTo>
                    <a:pt x="5550" y="2191"/>
                  </a:lnTo>
                  <a:cubicBezTo>
                    <a:pt x="5575" y="2198"/>
                    <a:pt x="5601" y="2201"/>
                    <a:pt x="5629" y="2201"/>
                  </a:cubicBezTo>
                  <a:cubicBezTo>
                    <a:pt x="5657" y="2201"/>
                    <a:pt x="5686" y="2198"/>
                    <a:pt x="5715" y="2191"/>
                  </a:cubicBezTo>
                  <a:cubicBezTo>
                    <a:pt x="5664" y="2191"/>
                    <a:pt x="5620" y="2175"/>
                    <a:pt x="5586" y="2155"/>
                  </a:cubicBezTo>
                  <a:cubicBezTo>
                    <a:pt x="5514" y="2111"/>
                    <a:pt x="5514" y="2039"/>
                    <a:pt x="5593" y="2003"/>
                  </a:cubicBezTo>
                  <a:cubicBezTo>
                    <a:pt x="5607" y="1989"/>
                    <a:pt x="5620" y="1982"/>
                    <a:pt x="5643" y="1975"/>
                  </a:cubicBezTo>
                  <a:cubicBezTo>
                    <a:pt x="5593" y="1975"/>
                    <a:pt x="5534" y="1989"/>
                    <a:pt x="5500" y="2011"/>
                  </a:cubicBezTo>
                  <a:cubicBezTo>
                    <a:pt x="5434" y="2046"/>
                    <a:pt x="5427" y="2098"/>
                    <a:pt x="5463" y="2132"/>
                  </a:cubicBezTo>
                  <a:lnTo>
                    <a:pt x="5319" y="2218"/>
                  </a:lnTo>
                  <a:lnTo>
                    <a:pt x="5155" y="2118"/>
                  </a:lnTo>
                  <a:lnTo>
                    <a:pt x="4880" y="1960"/>
                  </a:lnTo>
                  <a:lnTo>
                    <a:pt x="4817" y="1925"/>
                  </a:lnTo>
                  <a:lnTo>
                    <a:pt x="4953" y="1846"/>
                  </a:lnTo>
                  <a:cubicBezTo>
                    <a:pt x="4978" y="1853"/>
                    <a:pt x="5007" y="1856"/>
                    <a:pt x="5036" y="1856"/>
                  </a:cubicBezTo>
                  <a:cubicBezTo>
                    <a:pt x="5065" y="1856"/>
                    <a:pt x="5093" y="1853"/>
                    <a:pt x="5118" y="1846"/>
                  </a:cubicBezTo>
                  <a:cubicBezTo>
                    <a:pt x="5075" y="1846"/>
                    <a:pt x="5032" y="1830"/>
                    <a:pt x="4996" y="1816"/>
                  </a:cubicBezTo>
                  <a:cubicBezTo>
                    <a:pt x="4924" y="1766"/>
                    <a:pt x="4924" y="1701"/>
                    <a:pt x="4996" y="1658"/>
                  </a:cubicBezTo>
                  <a:cubicBezTo>
                    <a:pt x="5010" y="1644"/>
                    <a:pt x="5032" y="1637"/>
                    <a:pt x="5053" y="1637"/>
                  </a:cubicBezTo>
                  <a:cubicBezTo>
                    <a:pt x="5043" y="1636"/>
                    <a:pt x="5033" y="1635"/>
                    <a:pt x="5023" y="1635"/>
                  </a:cubicBezTo>
                  <a:cubicBezTo>
                    <a:pt x="4977" y="1635"/>
                    <a:pt x="4933" y="1648"/>
                    <a:pt x="4903" y="1666"/>
                  </a:cubicBezTo>
                  <a:cubicBezTo>
                    <a:pt x="4844" y="1701"/>
                    <a:pt x="4830" y="1753"/>
                    <a:pt x="4867" y="1796"/>
                  </a:cubicBezTo>
                  <a:lnTo>
                    <a:pt x="4730" y="1873"/>
                  </a:lnTo>
                  <a:lnTo>
                    <a:pt x="4608" y="1803"/>
                  </a:lnTo>
                  <a:lnTo>
                    <a:pt x="4327" y="1644"/>
                  </a:lnTo>
                  <a:lnTo>
                    <a:pt x="4220" y="1580"/>
                  </a:lnTo>
                  <a:lnTo>
                    <a:pt x="4356" y="1501"/>
                  </a:lnTo>
                  <a:cubicBezTo>
                    <a:pt x="4384" y="1508"/>
                    <a:pt x="4413" y="1511"/>
                    <a:pt x="4441" y="1511"/>
                  </a:cubicBezTo>
                  <a:cubicBezTo>
                    <a:pt x="4469" y="1511"/>
                    <a:pt x="4497" y="1508"/>
                    <a:pt x="4522" y="1501"/>
                  </a:cubicBezTo>
                  <a:cubicBezTo>
                    <a:pt x="4478" y="1501"/>
                    <a:pt x="4435" y="1485"/>
                    <a:pt x="4406" y="1471"/>
                  </a:cubicBezTo>
                  <a:cubicBezTo>
                    <a:pt x="4327" y="1428"/>
                    <a:pt x="4335" y="1356"/>
                    <a:pt x="4406" y="1313"/>
                  </a:cubicBezTo>
                  <a:cubicBezTo>
                    <a:pt x="4422" y="1306"/>
                    <a:pt x="4442" y="1299"/>
                    <a:pt x="4456" y="1292"/>
                  </a:cubicBezTo>
                  <a:cubicBezTo>
                    <a:pt x="4447" y="1291"/>
                    <a:pt x="4438" y="1290"/>
                    <a:pt x="4429" y="1290"/>
                  </a:cubicBezTo>
                  <a:cubicBezTo>
                    <a:pt x="4386" y="1290"/>
                    <a:pt x="4341" y="1303"/>
                    <a:pt x="4306" y="1321"/>
                  </a:cubicBezTo>
                  <a:cubicBezTo>
                    <a:pt x="4249" y="1356"/>
                    <a:pt x="4233" y="1408"/>
                    <a:pt x="4270" y="1451"/>
                  </a:cubicBezTo>
                  <a:lnTo>
                    <a:pt x="4133" y="1528"/>
                  </a:lnTo>
                  <a:lnTo>
                    <a:pt x="4054" y="1485"/>
                  </a:lnTo>
                  <a:lnTo>
                    <a:pt x="3868" y="1378"/>
                  </a:lnTo>
                  <a:cubicBezTo>
                    <a:pt x="3802" y="1342"/>
                    <a:pt x="3802" y="1278"/>
                    <a:pt x="3868" y="1242"/>
                  </a:cubicBezTo>
                  <a:lnTo>
                    <a:pt x="4040" y="1140"/>
                  </a:lnTo>
                  <a:lnTo>
                    <a:pt x="4040" y="1140"/>
                  </a:lnTo>
                  <a:cubicBezTo>
                    <a:pt x="4010" y="1153"/>
                    <a:pt x="3975" y="1158"/>
                    <a:pt x="3941" y="1158"/>
                  </a:cubicBezTo>
                  <a:cubicBezTo>
                    <a:pt x="3894" y="1158"/>
                    <a:pt x="3847" y="1147"/>
                    <a:pt x="3809" y="1126"/>
                  </a:cubicBezTo>
                  <a:cubicBezTo>
                    <a:pt x="3738" y="1083"/>
                    <a:pt x="3738" y="1011"/>
                    <a:pt x="3818" y="968"/>
                  </a:cubicBezTo>
                  <a:cubicBezTo>
                    <a:pt x="3853" y="946"/>
                    <a:pt x="3901" y="935"/>
                    <a:pt x="3949" y="935"/>
                  </a:cubicBezTo>
                  <a:cubicBezTo>
                    <a:pt x="3977" y="935"/>
                    <a:pt x="4006" y="939"/>
                    <a:pt x="4033" y="947"/>
                  </a:cubicBezTo>
                  <a:lnTo>
                    <a:pt x="4170" y="868"/>
                  </a:lnTo>
                  <a:lnTo>
                    <a:pt x="3666" y="573"/>
                  </a:lnTo>
                  <a:lnTo>
                    <a:pt x="3530" y="652"/>
                  </a:lnTo>
                  <a:cubicBezTo>
                    <a:pt x="3566" y="695"/>
                    <a:pt x="3550" y="745"/>
                    <a:pt x="3493" y="781"/>
                  </a:cubicBezTo>
                  <a:cubicBezTo>
                    <a:pt x="3454" y="803"/>
                    <a:pt x="3405" y="814"/>
                    <a:pt x="3357" y="814"/>
                  </a:cubicBezTo>
                  <a:cubicBezTo>
                    <a:pt x="3309" y="814"/>
                    <a:pt x="3261" y="803"/>
                    <a:pt x="3221" y="781"/>
                  </a:cubicBezTo>
                  <a:cubicBezTo>
                    <a:pt x="3148" y="738"/>
                    <a:pt x="3148" y="666"/>
                    <a:pt x="3221" y="623"/>
                  </a:cubicBezTo>
                  <a:cubicBezTo>
                    <a:pt x="3260" y="601"/>
                    <a:pt x="3307" y="593"/>
                    <a:pt x="3355" y="593"/>
                  </a:cubicBezTo>
                  <a:cubicBezTo>
                    <a:pt x="3385" y="593"/>
                    <a:pt x="3415" y="597"/>
                    <a:pt x="3443" y="602"/>
                  </a:cubicBezTo>
                  <a:lnTo>
                    <a:pt x="3580" y="523"/>
                  </a:lnTo>
                  <a:lnTo>
                    <a:pt x="3076" y="228"/>
                  </a:lnTo>
                  <a:lnTo>
                    <a:pt x="2940" y="314"/>
                  </a:lnTo>
                  <a:cubicBezTo>
                    <a:pt x="2969" y="350"/>
                    <a:pt x="2962" y="400"/>
                    <a:pt x="2903" y="436"/>
                  </a:cubicBezTo>
                  <a:cubicBezTo>
                    <a:pt x="2865" y="458"/>
                    <a:pt x="2815" y="469"/>
                    <a:pt x="2765" y="469"/>
                  </a:cubicBezTo>
                  <a:cubicBezTo>
                    <a:pt x="2716" y="469"/>
                    <a:pt x="2667" y="458"/>
                    <a:pt x="2631" y="436"/>
                  </a:cubicBezTo>
                  <a:cubicBezTo>
                    <a:pt x="2558" y="393"/>
                    <a:pt x="2558" y="321"/>
                    <a:pt x="2631" y="278"/>
                  </a:cubicBezTo>
                  <a:cubicBezTo>
                    <a:pt x="2669" y="259"/>
                    <a:pt x="2724" y="250"/>
                    <a:pt x="2775" y="250"/>
                  </a:cubicBezTo>
                  <a:cubicBezTo>
                    <a:pt x="2800" y="250"/>
                    <a:pt x="2825" y="252"/>
                    <a:pt x="2846" y="257"/>
                  </a:cubicBezTo>
                  <a:lnTo>
                    <a:pt x="2990" y="178"/>
                  </a:lnTo>
                  <a:lnTo>
                    <a:pt x="2724" y="27"/>
                  </a:lnTo>
                  <a:cubicBezTo>
                    <a:pt x="2696" y="9"/>
                    <a:pt x="2654" y="0"/>
                    <a:pt x="2612" y="0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56"/>
            <p:cNvSpPr/>
            <p:nvPr/>
          </p:nvSpPr>
          <p:spPr>
            <a:xfrm>
              <a:off x="3339391" y="9956242"/>
              <a:ext cx="188971" cy="108743"/>
            </a:xfrm>
            <a:custGeom>
              <a:rect b="b" l="l" r="r" t="t"/>
              <a:pathLst>
                <a:path extrusionOk="0" h="1022" w="1776">
                  <a:moveTo>
                    <a:pt x="0" y="1022"/>
                  </a:moveTo>
                  <a:lnTo>
                    <a:pt x="177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56"/>
            <p:cNvSpPr/>
            <p:nvPr/>
          </p:nvSpPr>
          <p:spPr>
            <a:xfrm>
              <a:off x="3339391" y="9956242"/>
              <a:ext cx="188971" cy="108743"/>
            </a:xfrm>
            <a:custGeom>
              <a:rect b="b" l="l" r="r" t="t"/>
              <a:pathLst>
                <a:path extrusionOk="0" fill="none" h="1022" w="1776">
                  <a:moveTo>
                    <a:pt x="0" y="1022"/>
                  </a:moveTo>
                  <a:lnTo>
                    <a:pt x="1775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56"/>
            <p:cNvSpPr/>
            <p:nvPr/>
          </p:nvSpPr>
          <p:spPr>
            <a:xfrm>
              <a:off x="3368332" y="9973160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56"/>
            <p:cNvSpPr/>
            <p:nvPr/>
          </p:nvSpPr>
          <p:spPr>
            <a:xfrm>
              <a:off x="3368332" y="9973160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56"/>
            <p:cNvSpPr/>
            <p:nvPr/>
          </p:nvSpPr>
          <p:spPr>
            <a:xfrm>
              <a:off x="3397593" y="9989865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56"/>
            <p:cNvSpPr/>
            <p:nvPr/>
          </p:nvSpPr>
          <p:spPr>
            <a:xfrm>
              <a:off x="3397593" y="9989865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56"/>
            <p:cNvSpPr/>
            <p:nvPr/>
          </p:nvSpPr>
          <p:spPr>
            <a:xfrm>
              <a:off x="3426535" y="1000678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56"/>
            <p:cNvSpPr/>
            <p:nvPr/>
          </p:nvSpPr>
          <p:spPr>
            <a:xfrm>
              <a:off x="3426535" y="1000678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6"/>
            <p:cNvSpPr/>
            <p:nvPr/>
          </p:nvSpPr>
          <p:spPr>
            <a:xfrm>
              <a:off x="3455583" y="10023595"/>
              <a:ext cx="188226" cy="108637"/>
            </a:xfrm>
            <a:custGeom>
              <a:rect b="b" l="l" r="r" t="t"/>
              <a:pathLst>
                <a:path extrusionOk="0" h="1021" w="1769">
                  <a:moveTo>
                    <a:pt x="0" y="1020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56"/>
            <p:cNvSpPr/>
            <p:nvPr/>
          </p:nvSpPr>
          <p:spPr>
            <a:xfrm>
              <a:off x="3455583" y="10023595"/>
              <a:ext cx="188226" cy="108637"/>
            </a:xfrm>
            <a:custGeom>
              <a:rect b="b" l="l" r="r" t="t"/>
              <a:pathLst>
                <a:path extrusionOk="0" fill="none" h="1021" w="1769">
                  <a:moveTo>
                    <a:pt x="0" y="1020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56"/>
            <p:cNvSpPr/>
            <p:nvPr/>
          </p:nvSpPr>
          <p:spPr>
            <a:xfrm>
              <a:off x="3484738" y="10040300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56"/>
            <p:cNvSpPr/>
            <p:nvPr/>
          </p:nvSpPr>
          <p:spPr>
            <a:xfrm>
              <a:off x="3484738" y="10040300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56"/>
            <p:cNvSpPr/>
            <p:nvPr/>
          </p:nvSpPr>
          <p:spPr>
            <a:xfrm>
              <a:off x="3513786" y="10057218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56"/>
            <p:cNvSpPr/>
            <p:nvPr/>
          </p:nvSpPr>
          <p:spPr>
            <a:xfrm>
              <a:off x="3513786" y="10057218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56"/>
            <p:cNvSpPr/>
            <p:nvPr/>
          </p:nvSpPr>
          <p:spPr>
            <a:xfrm>
              <a:off x="3542727" y="10074136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56"/>
            <p:cNvSpPr/>
            <p:nvPr/>
          </p:nvSpPr>
          <p:spPr>
            <a:xfrm>
              <a:off x="3542727" y="10074136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56"/>
            <p:cNvSpPr/>
            <p:nvPr/>
          </p:nvSpPr>
          <p:spPr>
            <a:xfrm>
              <a:off x="3571882" y="10090842"/>
              <a:ext cx="188332" cy="108743"/>
            </a:xfrm>
            <a:custGeom>
              <a:rect b="b" l="l" r="r" t="t"/>
              <a:pathLst>
                <a:path extrusionOk="0" h="1022" w="1770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56"/>
            <p:cNvSpPr/>
            <p:nvPr/>
          </p:nvSpPr>
          <p:spPr>
            <a:xfrm>
              <a:off x="3571882" y="10090842"/>
              <a:ext cx="188332" cy="108743"/>
            </a:xfrm>
            <a:custGeom>
              <a:rect b="b" l="l" r="r" t="t"/>
              <a:pathLst>
                <a:path extrusionOk="0" fill="none" h="1022" w="1770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3600930" y="1010765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600930" y="1010765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3629978" y="10124572"/>
              <a:ext cx="188226" cy="109382"/>
            </a:xfrm>
            <a:custGeom>
              <a:rect b="b" l="l" r="r" t="t"/>
              <a:pathLst>
                <a:path extrusionOk="0" h="1028" w="1769">
                  <a:moveTo>
                    <a:pt x="0" y="1027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629978" y="10124572"/>
              <a:ext cx="188226" cy="109382"/>
            </a:xfrm>
            <a:custGeom>
              <a:rect b="b" l="l" r="r" t="t"/>
              <a:pathLst>
                <a:path extrusionOk="0" fill="none" h="1028" w="1769">
                  <a:moveTo>
                    <a:pt x="0" y="1027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3659133" y="10141277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9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659133" y="10141277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9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3249799" y="10006996"/>
              <a:ext cx="677039" cy="390178"/>
            </a:xfrm>
            <a:custGeom>
              <a:rect b="b" l="l" r="r" t="t"/>
              <a:pathLst>
                <a:path extrusionOk="0" h="3667" w="6363">
                  <a:moveTo>
                    <a:pt x="2592" y="0"/>
                  </a:moveTo>
                  <a:cubicBezTo>
                    <a:pt x="2549" y="0"/>
                    <a:pt x="2506" y="9"/>
                    <a:pt x="2474" y="27"/>
                  </a:cubicBezTo>
                  <a:lnTo>
                    <a:pt x="878" y="954"/>
                  </a:lnTo>
                  <a:lnTo>
                    <a:pt x="66" y="1428"/>
                  </a:lnTo>
                  <a:cubicBezTo>
                    <a:pt x="0" y="1464"/>
                    <a:pt x="0" y="1528"/>
                    <a:pt x="66" y="1564"/>
                  </a:cubicBezTo>
                  <a:lnTo>
                    <a:pt x="325" y="1716"/>
                  </a:lnTo>
                  <a:lnTo>
                    <a:pt x="461" y="1637"/>
                  </a:lnTo>
                  <a:cubicBezTo>
                    <a:pt x="432" y="1594"/>
                    <a:pt x="440" y="1544"/>
                    <a:pt x="497" y="1508"/>
                  </a:cubicBezTo>
                  <a:cubicBezTo>
                    <a:pt x="537" y="1486"/>
                    <a:pt x="585" y="1475"/>
                    <a:pt x="633" y="1475"/>
                  </a:cubicBezTo>
                  <a:cubicBezTo>
                    <a:pt x="682" y="1475"/>
                    <a:pt x="730" y="1486"/>
                    <a:pt x="770" y="1508"/>
                  </a:cubicBezTo>
                  <a:cubicBezTo>
                    <a:pt x="842" y="1551"/>
                    <a:pt x="842" y="1623"/>
                    <a:pt x="770" y="1666"/>
                  </a:cubicBezTo>
                  <a:cubicBezTo>
                    <a:pt x="734" y="1688"/>
                    <a:pt x="687" y="1699"/>
                    <a:pt x="639" y="1699"/>
                  </a:cubicBezTo>
                  <a:cubicBezTo>
                    <a:pt x="610" y="1699"/>
                    <a:pt x="581" y="1695"/>
                    <a:pt x="554" y="1687"/>
                  </a:cubicBezTo>
                  <a:lnTo>
                    <a:pt x="411" y="1766"/>
                  </a:lnTo>
                  <a:lnTo>
                    <a:pt x="922" y="2061"/>
                  </a:lnTo>
                  <a:lnTo>
                    <a:pt x="1058" y="1982"/>
                  </a:lnTo>
                  <a:cubicBezTo>
                    <a:pt x="1022" y="1939"/>
                    <a:pt x="1035" y="1889"/>
                    <a:pt x="1094" y="1853"/>
                  </a:cubicBezTo>
                  <a:cubicBezTo>
                    <a:pt x="1129" y="1831"/>
                    <a:pt x="1178" y="1820"/>
                    <a:pt x="1227" y="1820"/>
                  </a:cubicBezTo>
                  <a:cubicBezTo>
                    <a:pt x="1276" y="1820"/>
                    <a:pt x="1327" y="1831"/>
                    <a:pt x="1367" y="1853"/>
                  </a:cubicBezTo>
                  <a:cubicBezTo>
                    <a:pt x="1439" y="1896"/>
                    <a:pt x="1439" y="1968"/>
                    <a:pt x="1367" y="2011"/>
                  </a:cubicBezTo>
                  <a:cubicBezTo>
                    <a:pt x="1331" y="2033"/>
                    <a:pt x="1281" y="2044"/>
                    <a:pt x="1231" y="2044"/>
                  </a:cubicBezTo>
                  <a:cubicBezTo>
                    <a:pt x="1201" y="2044"/>
                    <a:pt x="1171" y="2040"/>
                    <a:pt x="1144" y="2032"/>
                  </a:cubicBezTo>
                  <a:lnTo>
                    <a:pt x="1008" y="2111"/>
                  </a:lnTo>
                  <a:lnTo>
                    <a:pt x="1518" y="2406"/>
                  </a:lnTo>
                  <a:lnTo>
                    <a:pt x="1655" y="2327"/>
                  </a:lnTo>
                  <a:cubicBezTo>
                    <a:pt x="1618" y="2284"/>
                    <a:pt x="1632" y="2234"/>
                    <a:pt x="1691" y="2198"/>
                  </a:cubicBezTo>
                  <a:cubicBezTo>
                    <a:pt x="1726" y="2176"/>
                    <a:pt x="1775" y="2165"/>
                    <a:pt x="1823" y="2165"/>
                  </a:cubicBezTo>
                  <a:cubicBezTo>
                    <a:pt x="1872" y="2165"/>
                    <a:pt x="1920" y="2176"/>
                    <a:pt x="1957" y="2198"/>
                  </a:cubicBezTo>
                  <a:cubicBezTo>
                    <a:pt x="2036" y="2241"/>
                    <a:pt x="2036" y="2313"/>
                    <a:pt x="1964" y="2356"/>
                  </a:cubicBezTo>
                  <a:cubicBezTo>
                    <a:pt x="1923" y="2377"/>
                    <a:pt x="1875" y="2386"/>
                    <a:pt x="1828" y="2386"/>
                  </a:cubicBezTo>
                  <a:cubicBezTo>
                    <a:pt x="1798" y="2386"/>
                    <a:pt x="1768" y="2382"/>
                    <a:pt x="1741" y="2377"/>
                  </a:cubicBezTo>
                  <a:lnTo>
                    <a:pt x="1605" y="2456"/>
                  </a:lnTo>
                  <a:lnTo>
                    <a:pt x="2114" y="2751"/>
                  </a:lnTo>
                  <a:lnTo>
                    <a:pt x="2252" y="2665"/>
                  </a:lnTo>
                  <a:cubicBezTo>
                    <a:pt x="2215" y="2629"/>
                    <a:pt x="2229" y="2579"/>
                    <a:pt x="2286" y="2543"/>
                  </a:cubicBezTo>
                  <a:cubicBezTo>
                    <a:pt x="2322" y="2521"/>
                    <a:pt x="2371" y="2510"/>
                    <a:pt x="2420" y="2510"/>
                  </a:cubicBezTo>
                  <a:cubicBezTo>
                    <a:pt x="2469" y="2510"/>
                    <a:pt x="2517" y="2521"/>
                    <a:pt x="2554" y="2543"/>
                  </a:cubicBezTo>
                  <a:cubicBezTo>
                    <a:pt x="2631" y="2586"/>
                    <a:pt x="2631" y="2658"/>
                    <a:pt x="2554" y="2701"/>
                  </a:cubicBezTo>
                  <a:cubicBezTo>
                    <a:pt x="2518" y="2718"/>
                    <a:pt x="2472" y="2727"/>
                    <a:pt x="2426" y="2727"/>
                  </a:cubicBezTo>
                  <a:cubicBezTo>
                    <a:pt x="2396" y="2727"/>
                    <a:pt x="2366" y="2723"/>
                    <a:pt x="2338" y="2715"/>
                  </a:cubicBezTo>
                  <a:lnTo>
                    <a:pt x="2200" y="2801"/>
                  </a:lnTo>
                  <a:lnTo>
                    <a:pt x="2704" y="3089"/>
                  </a:lnTo>
                  <a:lnTo>
                    <a:pt x="2847" y="3010"/>
                  </a:lnTo>
                  <a:cubicBezTo>
                    <a:pt x="2812" y="2967"/>
                    <a:pt x="2819" y="2917"/>
                    <a:pt x="2883" y="2888"/>
                  </a:cubicBezTo>
                  <a:cubicBezTo>
                    <a:pt x="2919" y="2866"/>
                    <a:pt x="2968" y="2855"/>
                    <a:pt x="3016" y="2855"/>
                  </a:cubicBezTo>
                  <a:cubicBezTo>
                    <a:pt x="3065" y="2855"/>
                    <a:pt x="3113" y="2866"/>
                    <a:pt x="3149" y="2888"/>
                  </a:cubicBezTo>
                  <a:cubicBezTo>
                    <a:pt x="3228" y="2931"/>
                    <a:pt x="3228" y="2995"/>
                    <a:pt x="3149" y="3038"/>
                  </a:cubicBezTo>
                  <a:cubicBezTo>
                    <a:pt x="3113" y="3060"/>
                    <a:pt x="3065" y="3072"/>
                    <a:pt x="3017" y="3072"/>
                  </a:cubicBezTo>
                  <a:cubicBezTo>
                    <a:pt x="2989" y="3072"/>
                    <a:pt x="2960" y="3068"/>
                    <a:pt x="2933" y="3060"/>
                  </a:cubicBezTo>
                  <a:lnTo>
                    <a:pt x="2797" y="3139"/>
                  </a:lnTo>
                  <a:lnTo>
                    <a:pt x="3300" y="3434"/>
                  </a:lnTo>
                  <a:lnTo>
                    <a:pt x="3437" y="3355"/>
                  </a:lnTo>
                  <a:cubicBezTo>
                    <a:pt x="3407" y="3312"/>
                    <a:pt x="3416" y="3262"/>
                    <a:pt x="3473" y="3226"/>
                  </a:cubicBezTo>
                  <a:cubicBezTo>
                    <a:pt x="3513" y="3204"/>
                    <a:pt x="3563" y="3193"/>
                    <a:pt x="3613" y="3193"/>
                  </a:cubicBezTo>
                  <a:cubicBezTo>
                    <a:pt x="3662" y="3193"/>
                    <a:pt x="3710" y="3204"/>
                    <a:pt x="3746" y="3226"/>
                  </a:cubicBezTo>
                  <a:cubicBezTo>
                    <a:pt x="3818" y="3269"/>
                    <a:pt x="3818" y="3340"/>
                    <a:pt x="3746" y="3383"/>
                  </a:cubicBezTo>
                  <a:cubicBezTo>
                    <a:pt x="3710" y="3406"/>
                    <a:pt x="3662" y="3417"/>
                    <a:pt x="3614" y="3417"/>
                  </a:cubicBezTo>
                  <a:cubicBezTo>
                    <a:pt x="3586" y="3417"/>
                    <a:pt x="3557" y="3413"/>
                    <a:pt x="3530" y="3405"/>
                  </a:cubicBezTo>
                  <a:lnTo>
                    <a:pt x="3394" y="3484"/>
                  </a:lnTo>
                  <a:lnTo>
                    <a:pt x="3652" y="3635"/>
                  </a:lnTo>
                  <a:cubicBezTo>
                    <a:pt x="3685" y="3656"/>
                    <a:pt x="3727" y="3667"/>
                    <a:pt x="3768" y="3667"/>
                  </a:cubicBezTo>
                  <a:cubicBezTo>
                    <a:pt x="3809" y="3667"/>
                    <a:pt x="3850" y="3656"/>
                    <a:pt x="3882" y="3635"/>
                  </a:cubicBezTo>
                  <a:lnTo>
                    <a:pt x="6297" y="2234"/>
                  </a:lnTo>
                  <a:cubicBezTo>
                    <a:pt x="6363" y="2198"/>
                    <a:pt x="6363" y="2141"/>
                    <a:pt x="6297" y="2098"/>
                  </a:cubicBezTo>
                  <a:lnTo>
                    <a:pt x="5636" y="1716"/>
                  </a:lnTo>
                  <a:lnTo>
                    <a:pt x="5234" y="1485"/>
                  </a:lnTo>
                  <a:lnTo>
                    <a:pt x="4960" y="1328"/>
                  </a:lnTo>
                  <a:lnTo>
                    <a:pt x="4687" y="1169"/>
                  </a:lnTo>
                  <a:lnTo>
                    <a:pt x="4415" y="1011"/>
                  </a:lnTo>
                  <a:lnTo>
                    <a:pt x="4141" y="854"/>
                  </a:lnTo>
                  <a:lnTo>
                    <a:pt x="3868" y="695"/>
                  </a:lnTo>
                  <a:lnTo>
                    <a:pt x="3595" y="536"/>
                  </a:lnTo>
                  <a:lnTo>
                    <a:pt x="3321" y="379"/>
                  </a:lnTo>
                  <a:lnTo>
                    <a:pt x="3042" y="221"/>
                  </a:lnTo>
                  <a:lnTo>
                    <a:pt x="2769" y="62"/>
                  </a:lnTo>
                  <a:lnTo>
                    <a:pt x="2710" y="27"/>
                  </a:lnTo>
                  <a:cubicBezTo>
                    <a:pt x="2679" y="9"/>
                    <a:pt x="2635" y="0"/>
                    <a:pt x="2592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3355351" y="10042747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0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3355351" y="10042747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0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56"/>
            <p:cNvSpPr/>
            <p:nvPr/>
          </p:nvSpPr>
          <p:spPr>
            <a:xfrm>
              <a:off x="3384506" y="1005945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56"/>
            <p:cNvSpPr/>
            <p:nvPr/>
          </p:nvSpPr>
          <p:spPr>
            <a:xfrm>
              <a:off x="3384506" y="1005945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3413554" y="10076264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3413554" y="10076264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3442496" y="10093183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9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3442496" y="10093183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9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3503039" y="10109888"/>
              <a:ext cx="156944" cy="91187"/>
            </a:xfrm>
            <a:custGeom>
              <a:rect b="b" l="l" r="r" t="t"/>
              <a:pathLst>
                <a:path extrusionOk="0" h="857" w="1475">
                  <a:moveTo>
                    <a:pt x="1474" y="1"/>
                  </a:moveTo>
                  <a:lnTo>
                    <a:pt x="1" y="856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3503039" y="10109888"/>
              <a:ext cx="156944" cy="91187"/>
            </a:xfrm>
            <a:custGeom>
              <a:rect b="b" l="l" r="r" t="t"/>
              <a:pathLst>
                <a:path extrusionOk="0" fill="none" h="857" w="1475">
                  <a:moveTo>
                    <a:pt x="1474" y="1"/>
                  </a:moveTo>
                  <a:lnTo>
                    <a:pt x="1" y="856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3471650" y="10200969"/>
              <a:ext cx="31495" cy="18408"/>
            </a:xfrm>
            <a:custGeom>
              <a:rect b="b" l="l" r="r" t="t"/>
              <a:pathLst>
                <a:path extrusionOk="0" h="173" w="296">
                  <a:moveTo>
                    <a:pt x="296" y="0"/>
                  </a:moveTo>
                  <a:lnTo>
                    <a:pt x="1" y="173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3471650" y="10200969"/>
              <a:ext cx="31495" cy="18408"/>
            </a:xfrm>
            <a:custGeom>
              <a:rect b="b" l="l" r="r" t="t"/>
              <a:pathLst>
                <a:path extrusionOk="0" fill="none" h="173" w="296">
                  <a:moveTo>
                    <a:pt x="296" y="0"/>
                  </a:moveTo>
                  <a:lnTo>
                    <a:pt x="1" y="173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3500698" y="10126806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3500698" y="10126806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3529746" y="1014436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6"/>
            <p:cNvSpPr/>
            <p:nvPr/>
          </p:nvSpPr>
          <p:spPr>
            <a:xfrm>
              <a:off x="3529746" y="1014436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56"/>
            <p:cNvSpPr/>
            <p:nvPr/>
          </p:nvSpPr>
          <p:spPr>
            <a:xfrm>
              <a:off x="3558901" y="10161281"/>
              <a:ext cx="188226" cy="108637"/>
            </a:xfrm>
            <a:custGeom>
              <a:rect b="b" l="l" r="r" t="t"/>
              <a:pathLst>
                <a:path extrusionOk="0" h="1021" w="1769">
                  <a:moveTo>
                    <a:pt x="0" y="1020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56"/>
            <p:cNvSpPr/>
            <p:nvPr/>
          </p:nvSpPr>
          <p:spPr>
            <a:xfrm>
              <a:off x="3558901" y="10161281"/>
              <a:ext cx="188226" cy="108637"/>
            </a:xfrm>
            <a:custGeom>
              <a:rect b="b" l="l" r="r" t="t"/>
              <a:pathLst>
                <a:path extrusionOk="0" fill="none" h="1021" w="1769">
                  <a:moveTo>
                    <a:pt x="0" y="1020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6"/>
            <p:cNvSpPr/>
            <p:nvPr/>
          </p:nvSpPr>
          <p:spPr>
            <a:xfrm>
              <a:off x="3587842" y="10177986"/>
              <a:ext cx="188332" cy="108743"/>
            </a:xfrm>
            <a:custGeom>
              <a:rect b="b" l="l" r="r" t="t"/>
              <a:pathLst>
                <a:path extrusionOk="0" h="1022" w="1770">
                  <a:moveTo>
                    <a:pt x="1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56"/>
            <p:cNvSpPr/>
            <p:nvPr/>
          </p:nvSpPr>
          <p:spPr>
            <a:xfrm>
              <a:off x="3587842" y="10177986"/>
              <a:ext cx="188332" cy="108743"/>
            </a:xfrm>
            <a:custGeom>
              <a:rect b="b" l="l" r="r" t="t"/>
              <a:pathLst>
                <a:path extrusionOk="0" fill="none" h="1022" w="1770">
                  <a:moveTo>
                    <a:pt x="1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3616891" y="10194904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2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3616891" y="10194904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2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3646045" y="10211822"/>
              <a:ext cx="188332" cy="108531"/>
            </a:xfrm>
            <a:custGeom>
              <a:rect b="b" l="l" r="r" t="t"/>
              <a:pathLst>
                <a:path extrusionOk="0" h="1020" w="1770">
                  <a:moveTo>
                    <a:pt x="1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56"/>
            <p:cNvSpPr/>
            <p:nvPr/>
          </p:nvSpPr>
          <p:spPr>
            <a:xfrm>
              <a:off x="3646045" y="10211822"/>
              <a:ext cx="188332" cy="108531"/>
            </a:xfrm>
            <a:custGeom>
              <a:rect b="b" l="l" r="r" t="t"/>
              <a:pathLst>
                <a:path extrusionOk="0" fill="none" h="1020" w="1770">
                  <a:moveTo>
                    <a:pt x="1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56"/>
            <p:cNvSpPr/>
            <p:nvPr/>
          </p:nvSpPr>
          <p:spPr>
            <a:xfrm>
              <a:off x="3675093" y="10228421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56"/>
            <p:cNvSpPr/>
            <p:nvPr/>
          </p:nvSpPr>
          <p:spPr>
            <a:xfrm>
              <a:off x="3675093" y="10228421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6"/>
            <p:cNvSpPr/>
            <p:nvPr/>
          </p:nvSpPr>
          <p:spPr>
            <a:xfrm>
              <a:off x="3671263" y="9881440"/>
              <a:ext cx="677784" cy="389859"/>
            </a:xfrm>
            <a:custGeom>
              <a:rect b="b" l="l" r="r" t="t"/>
              <a:pathLst>
                <a:path extrusionOk="0" h="3664" w="6370">
                  <a:moveTo>
                    <a:pt x="2596" y="0"/>
                  </a:moveTo>
                  <a:cubicBezTo>
                    <a:pt x="2554" y="0"/>
                    <a:pt x="2513" y="9"/>
                    <a:pt x="2481" y="27"/>
                  </a:cubicBezTo>
                  <a:lnTo>
                    <a:pt x="540" y="1156"/>
                  </a:lnTo>
                  <a:lnTo>
                    <a:pt x="318" y="1285"/>
                  </a:lnTo>
                  <a:cubicBezTo>
                    <a:pt x="302" y="1301"/>
                    <a:pt x="295" y="1307"/>
                    <a:pt x="281" y="1314"/>
                  </a:cubicBezTo>
                  <a:cubicBezTo>
                    <a:pt x="266" y="1321"/>
                    <a:pt x="259" y="1328"/>
                    <a:pt x="238" y="1328"/>
                  </a:cubicBezTo>
                  <a:lnTo>
                    <a:pt x="66" y="1430"/>
                  </a:lnTo>
                  <a:cubicBezTo>
                    <a:pt x="0" y="1466"/>
                    <a:pt x="0" y="1530"/>
                    <a:pt x="66" y="1566"/>
                  </a:cubicBezTo>
                  <a:lnTo>
                    <a:pt x="252" y="1673"/>
                  </a:lnTo>
                  <a:lnTo>
                    <a:pt x="331" y="1716"/>
                  </a:lnTo>
                  <a:lnTo>
                    <a:pt x="468" y="1639"/>
                  </a:lnTo>
                  <a:cubicBezTo>
                    <a:pt x="431" y="1596"/>
                    <a:pt x="447" y="1544"/>
                    <a:pt x="504" y="1509"/>
                  </a:cubicBezTo>
                  <a:cubicBezTo>
                    <a:pt x="539" y="1491"/>
                    <a:pt x="584" y="1478"/>
                    <a:pt x="627" y="1478"/>
                  </a:cubicBezTo>
                  <a:cubicBezTo>
                    <a:pt x="636" y="1478"/>
                    <a:pt x="645" y="1479"/>
                    <a:pt x="654" y="1480"/>
                  </a:cubicBezTo>
                  <a:cubicBezTo>
                    <a:pt x="697" y="1480"/>
                    <a:pt x="740" y="1494"/>
                    <a:pt x="770" y="1509"/>
                  </a:cubicBezTo>
                  <a:cubicBezTo>
                    <a:pt x="849" y="1552"/>
                    <a:pt x="849" y="1623"/>
                    <a:pt x="777" y="1666"/>
                  </a:cubicBezTo>
                  <a:cubicBezTo>
                    <a:pt x="756" y="1673"/>
                    <a:pt x="740" y="1682"/>
                    <a:pt x="720" y="1689"/>
                  </a:cubicBezTo>
                  <a:cubicBezTo>
                    <a:pt x="695" y="1696"/>
                    <a:pt x="667" y="1699"/>
                    <a:pt x="639" y="1699"/>
                  </a:cubicBezTo>
                  <a:cubicBezTo>
                    <a:pt x="611" y="1699"/>
                    <a:pt x="582" y="1696"/>
                    <a:pt x="554" y="1689"/>
                  </a:cubicBezTo>
                  <a:lnTo>
                    <a:pt x="418" y="1768"/>
                  </a:lnTo>
                  <a:lnTo>
                    <a:pt x="525" y="1832"/>
                  </a:lnTo>
                  <a:lnTo>
                    <a:pt x="806" y="1991"/>
                  </a:lnTo>
                  <a:lnTo>
                    <a:pt x="928" y="2061"/>
                  </a:lnTo>
                  <a:lnTo>
                    <a:pt x="1065" y="1984"/>
                  </a:lnTo>
                  <a:cubicBezTo>
                    <a:pt x="1028" y="1941"/>
                    <a:pt x="1042" y="1889"/>
                    <a:pt x="1101" y="1854"/>
                  </a:cubicBezTo>
                  <a:cubicBezTo>
                    <a:pt x="1131" y="1836"/>
                    <a:pt x="1175" y="1823"/>
                    <a:pt x="1221" y="1823"/>
                  </a:cubicBezTo>
                  <a:cubicBezTo>
                    <a:pt x="1231" y="1823"/>
                    <a:pt x="1241" y="1824"/>
                    <a:pt x="1251" y="1825"/>
                  </a:cubicBezTo>
                  <a:cubicBezTo>
                    <a:pt x="1294" y="1825"/>
                    <a:pt x="1337" y="1832"/>
                    <a:pt x="1366" y="1854"/>
                  </a:cubicBezTo>
                  <a:cubicBezTo>
                    <a:pt x="1446" y="1897"/>
                    <a:pt x="1446" y="1968"/>
                    <a:pt x="1366" y="2011"/>
                  </a:cubicBezTo>
                  <a:cubicBezTo>
                    <a:pt x="1353" y="2018"/>
                    <a:pt x="1337" y="2027"/>
                    <a:pt x="1316" y="2034"/>
                  </a:cubicBezTo>
                  <a:cubicBezTo>
                    <a:pt x="1291" y="2041"/>
                    <a:pt x="1263" y="2044"/>
                    <a:pt x="1234" y="2044"/>
                  </a:cubicBezTo>
                  <a:cubicBezTo>
                    <a:pt x="1205" y="2044"/>
                    <a:pt x="1176" y="2041"/>
                    <a:pt x="1151" y="2034"/>
                  </a:cubicBezTo>
                  <a:lnTo>
                    <a:pt x="1015" y="2113"/>
                  </a:lnTo>
                  <a:lnTo>
                    <a:pt x="1078" y="2148"/>
                  </a:lnTo>
                  <a:lnTo>
                    <a:pt x="1353" y="2306"/>
                  </a:lnTo>
                  <a:lnTo>
                    <a:pt x="1517" y="2406"/>
                  </a:lnTo>
                  <a:lnTo>
                    <a:pt x="1661" y="2320"/>
                  </a:lnTo>
                  <a:cubicBezTo>
                    <a:pt x="1625" y="2286"/>
                    <a:pt x="1632" y="2234"/>
                    <a:pt x="1698" y="2199"/>
                  </a:cubicBezTo>
                  <a:cubicBezTo>
                    <a:pt x="1732" y="2177"/>
                    <a:pt x="1791" y="2163"/>
                    <a:pt x="1841" y="2163"/>
                  </a:cubicBezTo>
                  <a:cubicBezTo>
                    <a:pt x="1884" y="2170"/>
                    <a:pt x="1927" y="2177"/>
                    <a:pt x="1963" y="2199"/>
                  </a:cubicBezTo>
                  <a:cubicBezTo>
                    <a:pt x="2043" y="2242"/>
                    <a:pt x="2043" y="2313"/>
                    <a:pt x="1963" y="2356"/>
                  </a:cubicBezTo>
                  <a:cubicBezTo>
                    <a:pt x="1948" y="2363"/>
                    <a:pt x="1927" y="2372"/>
                    <a:pt x="1913" y="2379"/>
                  </a:cubicBezTo>
                  <a:cubicBezTo>
                    <a:pt x="1884" y="2386"/>
                    <a:pt x="1855" y="2389"/>
                    <a:pt x="1827" y="2389"/>
                  </a:cubicBezTo>
                  <a:cubicBezTo>
                    <a:pt x="1799" y="2389"/>
                    <a:pt x="1773" y="2386"/>
                    <a:pt x="1748" y="2379"/>
                  </a:cubicBezTo>
                  <a:lnTo>
                    <a:pt x="1611" y="2458"/>
                  </a:lnTo>
                  <a:lnTo>
                    <a:pt x="1625" y="2465"/>
                  </a:lnTo>
                  <a:lnTo>
                    <a:pt x="2020" y="2694"/>
                  </a:lnTo>
                  <a:lnTo>
                    <a:pt x="2113" y="2744"/>
                  </a:lnTo>
                  <a:lnTo>
                    <a:pt x="2250" y="2665"/>
                  </a:lnTo>
                  <a:cubicBezTo>
                    <a:pt x="2222" y="2631"/>
                    <a:pt x="2229" y="2579"/>
                    <a:pt x="2286" y="2544"/>
                  </a:cubicBezTo>
                  <a:cubicBezTo>
                    <a:pt x="2326" y="2523"/>
                    <a:pt x="2376" y="2512"/>
                    <a:pt x="2426" y="2512"/>
                  </a:cubicBezTo>
                  <a:cubicBezTo>
                    <a:pt x="2475" y="2512"/>
                    <a:pt x="2524" y="2523"/>
                    <a:pt x="2560" y="2544"/>
                  </a:cubicBezTo>
                  <a:cubicBezTo>
                    <a:pt x="2631" y="2587"/>
                    <a:pt x="2631" y="2651"/>
                    <a:pt x="2560" y="2701"/>
                  </a:cubicBezTo>
                  <a:cubicBezTo>
                    <a:pt x="2524" y="2719"/>
                    <a:pt x="2478" y="2729"/>
                    <a:pt x="2432" y="2729"/>
                  </a:cubicBezTo>
                  <a:cubicBezTo>
                    <a:pt x="2402" y="2729"/>
                    <a:pt x="2372" y="2725"/>
                    <a:pt x="2345" y="2717"/>
                  </a:cubicBezTo>
                  <a:lnTo>
                    <a:pt x="2207" y="2803"/>
                  </a:lnTo>
                  <a:lnTo>
                    <a:pt x="2710" y="3089"/>
                  </a:lnTo>
                  <a:lnTo>
                    <a:pt x="2847" y="3010"/>
                  </a:lnTo>
                  <a:cubicBezTo>
                    <a:pt x="2810" y="2967"/>
                    <a:pt x="2826" y="2917"/>
                    <a:pt x="2883" y="2889"/>
                  </a:cubicBezTo>
                  <a:cubicBezTo>
                    <a:pt x="2923" y="2868"/>
                    <a:pt x="2971" y="2857"/>
                    <a:pt x="3020" y="2857"/>
                  </a:cubicBezTo>
                  <a:cubicBezTo>
                    <a:pt x="3068" y="2857"/>
                    <a:pt x="3117" y="2868"/>
                    <a:pt x="3155" y="2889"/>
                  </a:cubicBezTo>
                  <a:cubicBezTo>
                    <a:pt x="3228" y="2932"/>
                    <a:pt x="3228" y="2996"/>
                    <a:pt x="3155" y="3039"/>
                  </a:cubicBezTo>
                  <a:cubicBezTo>
                    <a:pt x="3120" y="3062"/>
                    <a:pt x="3072" y="3073"/>
                    <a:pt x="3024" y="3073"/>
                  </a:cubicBezTo>
                  <a:cubicBezTo>
                    <a:pt x="2995" y="3073"/>
                    <a:pt x="2967" y="3070"/>
                    <a:pt x="2940" y="3062"/>
                  </a:cubicBezTo>
                  <a:lnTo>
                    <a:pt x="2797" y="3140"/>
                  </a:lnTo>
                  <a:lnTo>
                    <a:pt x="3307" y="3434"/>
                  </a:lnTo>
                  <a:lnTo>
                    <a:pt x="3444" y="3355"/>
                  </a:lnTo>
                  <a:cubicBezTo>
                    <a:pt x="3407" y="3312"/>
                    <a:pt x="3423" y="3262"/>
                    <a:pt x="3480" y="3226"/>
                  </a:cubicBezTo>
                  <a:cubicBezTo>
                    <a:pt x="3516" y="3204"/>
                    <a:pt x="3564" y="3193"/>
                    <a:pt x="3613" y="3193"/>
                  </a:cubicBezTo>
                  <a:cubicBezTo>
                    <a:pt x="3663" y="3193"/>
                    <a:pt x="3713" y="3204"/>
                    <a:pt x="3752" y="3226"/>
                  </a:cubicBezTo>
                  <a:cubicBezTo>
                    <a:pt x="3825" y="3269"/>
                    <a:pt x="3825" y="3341"/>
                    <a:pt x="3752" y="3384"/>
                  </a:cubicBezTo>
                  <a:cubicBezTo>
                    <a:pt x="3717" y="3407"/>
                    <a:pt x="3666" y="3418"/>
                    <a:pt x="3616" y="3418"/>
                  </a:cubicBezTo>
                  <a:cubicBezTo>
                    <a:pt x="3586" y="3418"/>
                    <a:pt x="3557" y="3415"/>
                    <a:pt x="3530" y="3407"/>
                  </a:cubicBezTo>
                  <a:lnTo>
                    <a:pt x="3394" y="3485"/>
                  </a:lnTo>
                  <a:lnTo>
                    <a:pt x="3659" y="3636"/>
                  </a:lnTo>
                  <a:cubicBezTo>
                    <a:pt x="3692" y="3654"/>
                    <a:pt x="3733" y="3664"/>
                    <a:pt x="3775" y="3664"/>
                  </a:cubicBezTo>
                  <a:cubicBezTo>
                    <a:pt x="3816" y="3664"/>
                    <a:pt x="3857" y="3654"/>
                    <a:pt x="3889" y="3636"/>
                  </a:cubicBezTo>
                  <a:lnTo>
                    <a:pt x="6304" y="2234"/>
                  </a:lnTo>
                  <a:cubicBezTo>
                    <a:pt x="6369" y="2199"/>
                    <a:pt x="6369" y="2141"/>
                    <a:pt x="6304" y="2098"/>
                  </a:cubicBezTo>
                  <a:lnTo>
                    <a:pt x="2710" y="27"/>
                  </a:lnTo>
                  <a:cubicBezTo>
                    <a:pt x="2678" y="9"/>
                    <a:pt x="2637" y="0"/>
                    <a:pt x="2596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3696587" y="10018168"/>
              <a:ext cx="8512" cy="4682"/>
            </a:xfrm>
            <a:custGeom>
              <a:rect b="b" l="l" r="r" t="t"/>
              <a:pathLst>
                <a:path extrusionOk="0" h="44" w="80">
                  <a:moveTo>
                    <a:pt x="80" y="0"/>
                  </a:moveTo>
                  <a:lnTo>
                    <a:pt x="0" y="43"/>
                  </a:lnTo>
                  <a:cubicBezTo>
                    <a:pt x="21" y="43"/>
                    <a:pt x="28" y="36"/>
                    <a:pt x="43" y="29"/>
                  </a:cubicBezTo>
                  <a:cubicBezTo>
                    <a:pt x="57" y="22"/>
                    <a:pt x="64" y="16"/>
                    <a:pt x="80" y="0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777560" y="9917192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1"/>
                  </a:moveTo>
                  <a:lnTo>
                    <a:pt x="1768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3777560" y="9917192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1"/>
                  </a:moveTo>
                  <a:lnTo>
                    <a:pt x="1768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806714" y="9934003"/>
              <a:ext cx="188226" cy="108850"/>
            </a:xfrm>
            <a:custGeom>
              <a:rect b="b" l="l" r="r" t="t"/>
              <a:pathLst>
                <a:path extrusionOk="0" h="1023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3806714" y="9934003"/>
              <a:ext cx="188226" cy="108850"/>
            </a:xfrm>
            <a:custGeom>
              <a:rect b="b" l="l" r="r" t="t"/>
              <a:pathLst>
                <a:path extrusionOk="0" fill="none" h="1023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835656" y="9950921"/>
              <a:ext cx="188332" cy="108637"/>
            </a:xfrm>
            <a:custGeom>
              <a:rect b="b" l="l" r="r" t="t"/>
              <a:pathLst>
                <a:path extrusionOk="0" h="1021" w="1770">
                  <a:moveTo>
                    <a:pt x="1" y="1020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3835656" y="9950921"/>
              <a:ext cx="188332" cy="108637"/>
            </a:xfrm>
            <a:custGeom>
              <a:rect b="b" l="l" r="r" t="t"/>
              <a:pathLst>
                <a:path extrusionOk="0" fill="none" h="1021" w="1770">
                  <a:moveTo>
                    <a:pt x="1" y="1020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3864704" y="9967627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0" y="1022"/>
                  </a:moveTo>
                  <a:lnTo>
                    <a:pt x="1769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3864704" y="9967627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0" y="1022"/>
                  </a:moveTo>
                  <a:lnTo>
                    <a:pt x="1769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56"/>
            <p:cNvSpPr/>
            <p:nvPr/>
          </p:nvSpPr>
          <p:spPr>
            <a:xfrm>
              <a:off x="3893858" y="9984545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56"/>
            <p:cNvSpPr/>
            <p:nvPr/>
          </p:nvSpPr>
          <p:spPr>
            <a:xfrm>
              <a:off x="3893858" y="9984545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56"/>
            <p:cNvSpPr/>
            <p:nvPr/>
          </p:nvSpPr>
          <p:spPr>
            <a:xfrm>
              <a:off x="3922906" y="10001463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56"/>
            <p:cNvSpPr/>
            <p:nvPr/>
          </p:nvSpPr>
          <p:spPr>
            <a:xfrm>
              <a:off x="3922906" y="10001463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56"/>
            <p:cNvSpPr/>
            <p:nvPr/>
          </p:nvSpPr>
          <p:spPr>
            <a:xfrm>
              <a:off x="3951848" y="10018168"/>
              <a:ext cx="188332" cy="109488"/>
            </a:xfrm>
            <a:custGeom>
              <a:rect b="b" l="l" r="r" t="t"/>
              <a:pathLst>
                <a:path extrusionOk="0" h="1029" w="1770">
                  <a:moveTo>
                    <a:pt x="1" y="1028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56"/>
            <p:cNvSpPr/>
            <p:nvPr/>
          </p:nvSpPr>
          <p:spPr>
            <a:xfrm>
              <a:off x="3951848" y="10018168"/>
              <a:ext cx="188332" cy="109488"/>
            </a:xfrm>
            <a:custGeom>
              <a:rect b="b" l="l" r="r" t="t"/>
              <a:pathLst>
                <a:path extrusionOk="0" fill="none" h="1029" w="1770">
                  <a:moveTo>
                    <a:pt x="1" y="1028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56"/>
            <p:cNvSpPr/>
            <p:nvPr/>
          </p:nvSpPr>
          <p:spPr>
            <a:xfrm>
              <a:off x="3981109" y="10034980"/>
              <a:ext cx="188226" cy="109488"/>
            </a:xfrm>
            <a:custGeom>
              <a:rect b="b" l="l" r="r" t="t"/>
              <a:pathLst>
                <a:path extrusionOk="0" h="1029" w="1769">
                  <a:moveTo>
                    <a:pt x="0" y="1029"/>
                  </a:moveTo>
                  <a:lnTo>
                    <a:pt x="1768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56"/>
            <p:cNvSpPr/>
            <p:nvPr/>
          </p:nvSpPr>
          <p:spPr>
            <a:xfrm>
              <a:off x="3981109" y="10034980"/>
              <a:ext cx="188226" cy="109488"/>
            </a:xfrm>
            <a:custGeom>
              <a:rect b="b" l="l" r="r" t="t"/>
              <a:pathLst>
                <a:path extrusionOk="0" fill="none" h="1029" w="1769">
                  <a:moveTo>
                    <a:pt x="0" y="1029"/>
                  </a:moveTo>
                  <a:lnTo>
                    <a:pt x="1768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56"/>
            <p:cNvSpPr/>
            <p:nvPr/>
          </p:nvSpPr>
          <p:spPr>
            <a:xfrm>
              <a:off x="4010051" y="10052643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2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56"/>
            <p:cNvSpPr/>
            <p:nvPr/>
          </p:nvSpPr>
          <p:spPr>
            <a:xfrm>
              <a:off x="4010051" y="10052643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2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56"/>
            <p:cNvSpPr/>
            <p:nvPr/>
          </p:nvSpPr>
          <p:spPr>
            <a:xfrm>
              <a:off x="4039099" y="10069561"/>
              <a:ext cx="188226" cy="108531"/>
            </a:xfrm>
            <a:custGeom>
              <a:rect b="b" l="l" r="r" t="t"/>
              <a:pathLst>
                <a:path extrusionOk="0" h="1020" w="1769">
                  <a:moveTo>
                    <a:pt x="0" y="1020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56"/>
            <p:cNvSpPr/>
            <p:nvPr/>
          </p:nvSpPr>
          <p:spPr>
            <a:xfrm>
              <a:off x="4039099" y="10069561"/>
              <a:ext cx="188226" cy="108531"/>
            </a:xfrm>
            <a:custGeom>
              <a:rect b="b" l="l" r="r" t="t"/>
              <a:pathLst>
                <a:path extrusionOk="0" fill="none" h="1020" w="1769">
                  <a:moveTo>
                    <a:pt x="0" y="1020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56"/>
            <p:cNvSpPr/>
            <p:nvPr/>
          </p:nvSpPr>
          <p:spPr>
            <a:xfrm>
              <a:off x="4068253" y="10086266"/>
              <a:ext cx="188226" cy="108743"/>
            </a:xfrm>
            <a:custGeom>
              <a:rect b="b" l="l" r="r" t="t"/>
              <a:pathLst>
                <a:path extrusionOk="0" h="1022" w="1769">
                  <a:moveTo>
                    <a:pt x="1" y="1021"/>
                  </a:moveTo>
                  <a:lnTo>
                    <a:pt x="1769" y="0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56"/>
            <p:cNvSpPr/>
            <p:nvPr/>
          </p:nvSpPr>
          <p:spPr>
            <a:xfrm>
              <a:off x="4068253" y="10086266"/>
              <a:ext cx="188226" cy="108743"/>
            </a:xfrm>
            <a:custGeom>
              <a:rect b="b" l="l" r="r" t="t"/>
              <a:pathLst>
                <a:path extrusionOk="0" fill="none" h="1022" w="1769">
                  <a:moveTo>
                    <a:pt x="1" y="1021"/>
                  </a:moveTo>
                  <a:lnTo>
                    <a:pt x="1769" y="0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56"/>
            <p:cNvSpPr/>
            <p:nvPr/>
          </p:nvSpPr>
          <p:spPr>
            <a:xfrm>
              <a:off x="4096557" y="10103078"/>
              <a:ext cx="188971" cy="108743"/>
            </a:xfrm>
            <a:custGeom>
              <a:rect b="b" l="l" r="r" t="t"/>
              <a:pathLst>
                <a:path extrusionOk="0" h="1022" w="1776">
                  <a:moveTo>
                    <a:pt x="0" y="1022"/>
                  </a:moveTo>
                  <a:lnTo>
                    <a:pt x="1775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56"/>
            <p:cNvSpPr/>
            <p:nvPr/>
          </p:nvSpPr>
          <p:spPr>
            <a:xfrm>
              <a:off x="4096557" y="10103078"/>
              <a:ext cx="188971" cy="108743"/>
            </a:xfrm>
            <a:custGeom>
              <a:rect b="b" l="l" r="r" t="t"/>
              <a:pathLst>
                <a:path extrusionOk="0" fill="none" h="1022" w="1776">
                  <a:moveTo>
                    <a:pt x="0" y="1022"/>
                  </a:moveTo>
                  <a:lnTo>
                    <a:pt x="1775" y="1"/>
                  </a:ln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46" name="Picture 2745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2339"/>
            <a:ext cx="4297680" cy="2116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8" name="Shape 8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9" name="Google Shape;8329;p70"/>
          <p:cNvSpPr txBox="1"/>
          <p:nvPr>
            <p:ph idx="4" type="subTitle"/>
          </p:nvPr>
        </p:nvSpPr>
        <p:spPr>
          <a:xfrm>
            <a:off x="4724852" y="4159014"/>
            <a:ext cx="3682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 não recupera o phishing: aqui o valor está no aprendizado supervisionado.</a:t>
            </a:r>
            <a:endParaRPr/>
          </a:p>
        </p:txBody>
      </p:sp>
      <p:sp>
        <p:nvSpPr>
          <p:cNvPr id="8330" name="Google Shape;8330;p70"/>
          <p:cNvSpPr txBox="1"/>
          <p:nvPr>
            <p:ph idx="8" type="subTitle"/>
          </p:nvPr>
        </p:nvSpPr>
        <p:spPr>
          <a:xfrm>
            <a:off x="2106762" y="4159014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Não supervisionado</a:t>
            </a:r>
            <a:endParaRPr/>
          </a:p>
        </p:txBody>
      </p:sp>
      <p:sp>
        <p:nvSpPr>
          <p:cNvPr id="8331" name="Google Shape;8331;p70"/>
          <p:cNvSpPr txBox="1"/>
          <p:nvPr>
            <p:ph idx="3" type="subTitle"/>
          </p:nvPr>
        </p:nvSpPr>
        <p:spPr>
          <a:xfrm>
            <a:off x="4493696" y="3452441"/>
            <a:ext cx="3682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Ganho marginal (+0,0013): a baseline já estava perto do teto.</a:t>
            </a:r>
            <a:endParaRPr/>
          </a:p>
        </p:txBody>
      </p:sp>
      <p:sp>
        <p:nvSpPr>
          <p:cNvPr id="8332" name="Google Shape;8332;p70"/>
          <p:cNvSpPr txBox="1"/>
          <p:nvPr>
            <p:ph idx="6" type="subTitle"/>
          </p:nvPr>
        </p:nvSpPr>
        <p:spPr>
          <a:xfrm>
            <a:off x="1875606" y="3453941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Tuning honesto</a:t>
            </a:r>
            <a:endParaRPr/>
          </a:p>
        </p:txBody>
      </p:sp>
      <p:sp>
        <p:nvSpPr>
          <p:cNvPr id="8333" name="Google Shape;8333;p70"/>
          <p:cNvSpPr txBox="1"/>
          <p:nvPr>
            <p:ph idx="9" type="subTitle"/>
          </p:nvPr>
        </p:nvSpPr>
        <p:spPr>
          <a:xfrm>
            <a:off x="4262540" y="2748867"/>
            <a:ext cx="36828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e indexação no Google são os sinais decisivos — decisão auditável.</a:t>
            </a:r>
            <a:endParaRPr/>
          </a:p>
        </p:txBody>
      </p:sp>
      <p:sp>
        <p:nvSpPr>
          <p:cNvPr id="8334" name="Google Shape;8334;p70"/>
          <p:cNvSpPr txBox="1"/>
          <p:nvPr>
            <p:ph idx="13" type="subTitle"/>
          </p:nvPr>
        </p:nvSpPr>
        <p:spPr>
          <a:xfrm>
            <a:off x="1644449" y="2748867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interpretável</a:t>
            </a:r>
            <a:endParaRPr/>
          </a:p>
        </p:txBody>
      </p:sp>
      <p:sp>
        <p:nvSpPr>
          <p:cNvPr id="8335" name="Google Shape;8335;p70"/>
          <p:cNvSpPr txBox="1"/>
          <p:nvPr>
            <p:ph idx="2" type="subTitle"/>
          </p:nvPr>
        </p:nvSpPr>
        <p:spPr>
          <a:xfrm>
            <a:off x="4031385" y="2045294"/>
            <a:ext cx="3682800" cy="4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capta relações não-lineares; o gradiente de modelos confirma um problema bem separável.</a:t>
            </a:r>
            <a:endParaRPr/>
          </a:p>
        </p:txBody>
      </p:sp>
      <p:sp>
        <p:nvSpPr>
          <p:cNvPr id="8336" name="Google Shape;8336;p70"/>
          <p:cNvSpPr txBox="1"/>
          <p:nvPr>
            <p:ph idx="7" type="subTitle"/>
          </p:nvPr>
        </p:nvSpPr>
        <p:spPr>
          <a:xfrm>
            <a:off x="1413293" y="2043794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Vencedor coerente</a:t>
            </a:r>
            <a:endParaRPr/>
          </a:p>
        </p:txBody>
      </p:sp>
      <p:sp>
        <p:nvSpPr>
          <p:cNvPr id="8337" name="Google Shape;8337;p70"/>
          <p:cNvSpPr txBox="1"/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Conclusões técnicas</a:t>
            </a:r>
            <a:endParaRPr/>
          </a:p>
        </p:txBody>
      </p:sp>
      <p:sp>
        <p:nvSpPr>
          <p:cNvPr id="8338" name="Google Shape;8338;p70"/>
          <p:cNvSpPr txBox="1"/>
          <p:nvPr>
            <p:ph idx="1" type="subTitle"/>
          </p:nvPr>
        </p:nvSpPr>
        <p:spPr>
          <a:xfrm>
            <a:off x="3800229" y="1338720"/>
            <a:ext cx="3682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Scaler pós-split e sem duplicatas: os 97% são reais e estáveis (CV 0,968 ± 0,003).</a:t>
            </a:r>
            <a:endParaRPr/>
          </a:p>
        </p:txBody>
      </p:sp>
      <p:sp>
        <p:nvSpPr>
          <p:cNvPr id="8339" name="Google Shape;8339;p70"/>
          <p:cNvSpPr txBox="1"/>
          <p:nvPr>
            <p:ph idx="5" type="subTitle"/>
          </p:nvPr>
        </p:nvSpPr>
        <p:spPr>
          <a:xfrm>
            <a:off x="1182137" y="1338720"/>
            <a:ext cx="26370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sem vazamento</a:t>
            </a:r>
            <a:endParaRPr/>
          </a:p>
        </p:txBody>
      </p:sp>
      <p:grpSp>
        <p:nvGrpSpPr>
          <p:cNvPr id="8340" name="Google Shape;8340;p70"/>
          <p:cNvGrpSpPr/>
          <p:nvPr/>
        </p:nvGrpSpPr>
        <p:grpSpPr>
          <a:xfrm>
            <a:off x="1359843" y="3442765"/>
            <a:ext cx="445213" cy="445168"/>
            <a:chOff x="3056046" y="4299342"/>
            <a:chExt cx="375358" cy="375289"/>
          </a:xfrm>
        </p:grpSpPr>
        <p:sp>
          <p:nvSpPr>
            <p:cNvPr id="8341" name="Google Shape;8341;p70"/>
            <p:cNvSpPr/>
            <p:nvPr/>
          </p:nvSpPr>
          <p:spPr>
            <a:xfrm>
              <a:off x="3056046" y="4299342"/>
              <a:ext cx="375358" cy="375289"/>
            </a:xfrm>
            <a:custGeom>
              <a:rect b="b" l="l" r="r" t="t"/>
              <a:pathLst>
                <a:path extrusionOk="0" h="20204" w="20205">
                  <a:moveTo>
                    <a:pt x="19020" y="1184"/>
                  </a:moveTo>
                  <a:lnTo>
                    <a:pt x="19020" y="12667"/>
                  </a:lnTo>
                  <a:lnTo>
                    <a:pt x="1183" y="12667"/>
                  </a:lnTo>
                  <a:lnTo>
                    <a:pt x="1183" y="1184"/>
                  </a:lnTo>
                  <a:close/>
                  <a:moveTo>
                    <a:pt x="19020" y="13852"/>
                  </a:moveTo>
                  <a:lnTo>
                    <a:pt x="19020" y="15666"/>
                  </a:lnTo>
                  <a:lnTo>
                    <a:pt x="1183" y="15666"/>
                  </a:lnTo>
                  <a:lnTo>
                    <a:pt x="1183" y="13852"/>
                  </a:lnTo>
                  <a:close/>
                  <a:moveTo>
                    <a:pt x="11473" y="16850"/>
                  </a:moveTo>
                  <a:lnTo>
                    <a:pt x="11473" y="17561"/>
                  </a:lnTo>
                  <a:cubicBezTo>
                    <a:pt x="11471" y="18081"/>
                    <a:pt x="11625" y="18588"/>
                    <a:pt x="11913" y="19021"/>
                  </a:cubicBezTo>
                  <a:lnTo>
                    <a:pt x="8291" y="19021"/>
                  </a:lnTo>
                  <a:cubicBezTo>
                    <a:pt x="8579" y="18588"/>
                    <a:pt x="8733" y="18081"/>
                    <a:pt x="8733" y="17561"/>
                  </a:cubicBezTo>
                  <a:lnTo>
                    <a:pt x="8733" y="16850"/>
                  </a:lnTo>
                  <a:close/>
                  <a:moveTo>
                    <a:pt x="0" y="0"/>
                  </a:moveTo>
                  <a:lnTo>
                    <a:pt x="0" y="16850"/>
                  </a:lnTo>
                  <a:lnTo>
                    <a:pt x="7548" y="16850"/>
                  </a:lnTo>
                  <a:lnTo>
                    <a:pt x="7548" y="17561"/>
                  </a:lnTo>
                  <a:cubicBezTo>
                    <a:pt x="7548" y="18366"/>
                    <a:pt x="6894" y="19020"/>
                    <a:pt x="6087" y="19021"/>
                  </a:cubicBezTo>
                  <a:lnTo>
                    <a:pt x="4261" y="19021"/>
                  </a:lnTo>
                  <a:lnTo>
                    <a:pt x="4261" y="20204"/>
                  </a:lnTo>
                  <a:lnTo>
                    <a:pt x="15941" y="20204"/>
                  </a:lnTo>
                  <a:lnTo>
                    <a:pt x="15941" y="19021"/>
                  </a:lnTo>
                  <a:lnTo>
                    <a:pt x="14115" y="19021"/>
                  </a:lnTo>
                  <a:cubicBezTo>
                    <a:pt x="13309" y="19020"/>
                    <a:pt x="12655" y="18367"/>
                    <a:pt x="12655" y="17561"/>
                  </a:cubicBezTo>
                  <a:lnTo>
                    <a:pt x="12655" y="16850"/>
                  </a:lnTo>
                  <a:lnTo>
                    <a:pt x="20204" y="16850"/>
                  </a:lnTo>
                  <a:lnTo>
                    <a:pt x="202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2" name="Google Shape;8342;p70"/>
            <p:cNvSpPr/>
            <p:nvPr/>
          </p:nvSpPr>
          <p:spPr>
            <a:xfrm>
              <a:off x="3107747" y="4348863"/>
              <a:ext cx="271975" cy="154990"/>
            </a:xfrm>
            <a:custGeom>
              <a:rect b="b" l="l" r="r" t="t"/>
              <a:pathLst>
                <a:path extrusionOk="0" h="8344" w="14640">
                  <a:moveTo>
                    <a:pt x="7319" y="1289"/>
                  </a:moveTo>
                  <a:lnTo>
                    <a:pt x="12652" y="3573"/>
                  </a:lnTo>
                  <a:lnTo>
                    <a:pt x="11005" y="4280"/>
                  </a:lnTo>
                  <a:lnTo>
                    <a:pt x="3631" y="4280"/>
                  </a:lnTo>
                  <a:lnTo>
                    <a:pt x="1983" y="3573"/>
                  </a:lnTo>
                  <a:lnTo>
                    <a:pt x="7319" y="1289"/>
                  </a:lnTo>
                  <a:close/>
                  <a:moveTo>
                    <a:pt x="9963" y="5464"/>
                  </a:moveTo>
                  <a:lnTo>
                    <a:pt x="9963" y="7160"/>
                  </a:lnTo>
                  <a:lnTo>
                    <a:pt x="4548" y="7160"/>
                  </a:lnTo>
                  <a:lnTo>
                    <a:pt x="4548" y="5464"/>
                  </a:lnTo>
                  <a:close/>
                  <a:moveTo>
                    <a:pt x="7319" y="1"/>
                  </a:moveTo>
                  <a:lnTo>
                    <a:pt x="0" y="3136"/>
                  </a:lnTo>
                  <a:lnTo>
                    <a:pt x="0" y="4011"/>
                  </a:lnTo>
                  <a:lnTo>
                    <a:pt x="3366" y="5452"/>
                  </a:lnTo>
                  <a:lnTo>
                    <a:pt x="3366" y="8344"/>
                  </a:lnTo>
                  <a:lnTo>
                    <a:pt x="11147" y="8344"/>
                  </a:lnTo>
                  <a:lnTo>
                    <a:pt x="11147" y="5507"/>
                  </a:lnTo>
                  <a:lnTo>
                    <a:pt x="12430" y="4957"/>
                  </a:lnTo>
                  <a:lnTo>
                    <a:pt x="12430" y="7119"/>
                  </a:lnTo>
                  <a:lnTo>
                    <a:pt x="13614" y="7119"/>
                  </a:lnTo>
                  <a:lnTo>
                    <a:pt x="13614" y="4450"/>
                  </a:lnTo>
                  <a:lnTo>
                    <a:pt x="14640" y="4011"/>
                  </a:lnTo>
                  <a:lnTo>
                    <a:pt x="14640" y="3136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3" name="Google Shape;8343;p70"/>
          <p:cNvGrpSpPr/>
          <p:nvPr/>
        </p:nvGrpSpPr>
        <p:grpSpPr>
          <a:xfrm>
            <a:off x="750773" y="1321315"/>
            <a:ext cx="351939" cy="445190"/>
            <a:chOff x="4609051" y="1919234"/>
            <a:chExt cx="296720" cy="375308"/>
          </a:xfrm>
        </p:grpSpPr>
        <p:sp>
          <p:nvSpPr>
            <p:cNvPr id="8344" name="Google Shape;8344;p70"/>
            <p:cNvSpPr/>
            <p:nvPr/>
          </p:nvSpPr>
          <p:spPr>
            <a:xfrm>
              <a:off x="4609051" y="2058547"/>
              <a:ext cx="296720" cy="235995"/>
            </a:xfrm>
            <a:custGeom>
              <a:rect b="b" l="l" r="r" t="t"/>
              <a:pathLst>
                <a:path extrusionOk="0" h="12705" w="15972">
                  <a:moveTo>
                    <a:pt x="5492" y="1184"/>
                  </a:moveTo>
                  <a:cubicBezTo>
                    <a:pt x="6541" y="1186"/>
                    <a:pt x="7392" y="2037"/>
                    <a:pt x="7394" y="3086"/>
                  </a:cubicBezTo>
                  <a:lnTo>
                    <a:pt x="7394" y="9684"/>
                  </a:lnTo>
                  <a:cubicBezTo>
                    <a:pt x="6852" y="9257"/>
                    <a:pt x="6181" y="9026"/>
                    <a:pt x="5492" y="9026"/>
                  </a:cubicBezTo>
                  <a:lnTo>
                    <a:pt x="1184" y="9026"/>
                  </a:lnTo>
                  <a:lnTo>
                    <a:pt x="1184" y="1184"/>
                  </a:lnTo>
                  <a:close/>
                  <a:moveTo>
                    <a:pt x="14786" y="1184"/>
                  </a:moveTo>
                  <a:lnTo>
                    <a:pt x="14786" y="9026"/>
                  </a:lnTo>
                  <a:lnTo>
                    <a:pt x="10480" y="9026"/>
                  </a:lnTo>
                  <a:cubicBezTo>
                    <a:pt x="9789" y="9026"/>
                    <a:pt x="9120" y="9257"/>
                    <a:pt x="8578" y="9684"/>
                  </a:cubicBezTo>
                  <a:lnTo>
                    <a:pt x="8578" y="3086"/>
                  </a:lnTo>
                  <a:cubicBezTo>
                    <a:pt x="8578" y="2037"/>
                    <a:pt x="9429" y="1186"/>
                    <a:pt x="10480" y="1184"/>
                  </a:cubicBezTo>
                  <a:close/>
                  <a:moveTo>
                    <a:pt x="5492" y="10209"/>
                  </a:moveTo>
                  <a:cubicBezTo>
                    <a:pt x="6313" y="10211"/>
                    <a:pt x="7041" y="10740"/>
                    <a:pt x="7298" y="11520"/>
                  </a:cubicBezTo>
                  <a:lnTo>
                    <a:pt x="1184" y="11520"/>
                  </a:lnTo>
                  <a:lnTo>
                    <a:pt x="1184" y="10209"/>
                  </a:lnTo>
                  <a:close/>
                  <a:moveTo>
                    <a:pt x="14786" y="10209"/>
                  </a:moveTo>
                  <a:lnTo>
                    <a:pt x="14786" y="11520"/>
                  </a:lnTo>
                  <a:lnTo>
                    <a:pt x="8672" y="11520"/>
                  </a:lnTo>
                  <a:cubicBezTo>
                    <a:pt x="8929" y="10740"/>
                    <a:pt x="9657" y="10211"/>
                    <a:pt x="10480" y="10209"/>
                  </a:cubicBezTo>
                  <a:close/>
                  <a:moveTo>
                    <a:pt x="0" y="0"/>
                  </a:moveTo>
                  <a:lnTo>
                    <a:pt x="0" y="12704"/>
                  </a:lnTo>
                  <a:lnTo>
                    <a:pt x="15971" y="12704"/>
                  </a:lnTo>
                  <a:lnTo>
                    <a:pt x="15971" y="0"/>
                  </a:lnTo>
                  <a:lnTo>
                    <a:pt x="10480" y="0"/>
                  </a:lnTo>
                  <a:cubicBezTo>
                    <a:pt x="9493" y="0"/>
                    <a:pt x="8566" y="473"/>
                    <a:pt x="7985" y="1272"/>
                  </a:cubicBezTo>
                  <a:cubicBezTo>
                    <a:pt x="7406" y="473"/>
                    <a:pt x="6479" y="0"/>
                    <a:pt x="5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5" name="Google Shape;8345;p70"/>
            <p:cNvSpPr/>
            <p:nvPr/>
          </p:nvSpPr>
          <p:spPr>
            <a:xfrm>
              <a:off x="4656145" y="2122630"/>
              <a:ext cx="65170" cy="21993"/>
            </a:xfrm>
            <a:custGeom>
              <a:rect b="b" l="l" r="r" t="t"/>
              <a:pathLst>
                <a:path extrusionOk="0" h="1184" w="3508">
                  <a:moveTo>
                    <a:pt x="1" y="1"/>
                  </a:moveTo>
                  <a:lnTo>
                    <a:pt x="1" y="1183"/>
                  </a:lnTo>
                  <a:lnTo>
                    <a:pt x="3508" y="1183"/>
                  </a:lnTo>
                  <a:lnTo>
                    <a:pt x="3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6" name="Google Shape;8346;p70"/>
            <p:cNvSpPr/>
            <p:nvPr/>
          </p:nvSpPr>
          <p:spPr>
            <a:xfrm>
              <a:off x="4656145" y="2169588"/>
              <a:ext cx="65170" cy="22011"/>
            </a:xfrm>
            <a:custGeom>
              <a:rect b="b" l="l" r="r" t="t"/>
              <a:pathLst>
                <a:path extrusionOk="0" h="1185" w="3508">
                  <a:moveTo>
                    <a:pt x="1" y="0"/>
                  </a:moveTo>
                  <a:lnTo>
                    <a:pt x="1" y="1184"/>
                  </a:lnTo>
                  <a:lnTo>
                    <a:pt x="3508" y="1184"/>
                  </a:lnTo>
                  <a:lnTo>
                    <a:pt x="35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7" name="Google Shape;8347;p70"/>
            <p:cNvSpPr/>
            <p:nvPr/>
          </p:nvSpPr>
          <p:spPr>
            <a:xfrm>
              <a:off x="4794194" y="2122630"/>
              <a:ext cx="65170" cy="21993"/>
            </a:xfrm>
            <a:custGeom>
              <a:rect b="b" l="l" r="r" t="t"/>
              <a:pathLst>
                <a:path extrusionOk="0" h="1184" w="3508">
                  <a:moveTo>
                    <a:pt x="0" y="1"/>
                  </a:moveTo>
                  <a:lnTo>
                    <a:pt x="0" y="1183"/>
                  </a:lnTo>
                  <a:lnTo>
                    <a:pt x="3507" y="1183"/>
                  </a:lnTo>
                  <a:lnTo>
                    <a:pt x="35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8" name="Google Shape;8348;p70"/>
            <p:cNvSpPr/>
            <p:nvPr/>
          </p:nvSpPr>
          <p:spPr>
            <a:xfrm>
              <a:off x="4794194" y="2169588"/>
              <a:ext cx="65170" cy="22011"/>
            </a:xfrm>
            <a:custGeom>
              <a:rect b="b" l="l" r="r" t="t"/>
              <a:pathLst>
                <a:path extrusionOk="0" h="1185" w="3508">
                  <a:moveTo>
                    <a:pt x="0" y="0"/>
                  </a:moveTo>
                  <a:lnTo>
                    <a:pt x="0" y="1184"/>
                  </a:lnTo>
                  <a:lnTo>
                    <a:pt x="3507" y="1184"/>
                  </a:lnTo>
                  <a:lnTo>
                    <a:pt x="3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9" name="Google Shape;8349;p70"/>
            <p:cNvSpPr/>
            <p:nvPr/>
          </p:nvSpPr>
          <p:spPr>
            <a:xfrm>
              <a:off x="4726071" y="2006704"/>
              <a:ext cx="62680" cy="29051"/>
            </a:xfrm>
            <a:custGeom>
              <a:rect b="b" l="l" r="r" t="t"/>
              <a:pathLst>
                <a:path extrusionOk="0" h="1564" w="3374">
                  <a:moveTo>
                    <a:pt x="1686" y="1"/>
                  </a:moveTo>
                  <a:cubicBezTo>
                    <a:pt x="1002" y="1"/>
                    <a:pt x="366" y="352"/>
                    <a:pt x="0" y="931"/>
                  </a:cubicBezTo>
                  <a:lnTo>
                    <a:pt x="999" y="1564"/>
                  </a:lnTo>
                  <a:cubicBezTo>
                    <a:pt x="1159" y="1312"/>
                    <a:pt x="1423" y="1185"/>
                    <a:pt x="1687" y="1185"/>
                  </a:cubicBezTo>
                  <a:cubicBezTo>
                    <a:pt x="1950" y="1185"/>
                    <a:pt x="2214" y="1312"/>
                    <a:pt x="2373" y="1564"/>
                  </a:cubicBezTo>
                  <a:lnTo>
                    <a:pt x="3373" y="931"/>
                  </a:lnTo>
                  <a:cubicBezTo>
                    <a:pt x="3007" y="352"/>
                    <a:pt x="2370" y="1"/>
                    <a:pt x="1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0" name="Google Shape;8350;p70"/>
            <p:cNvSpPr/>
            <p:nvPr/>
          </p:nvSpPr>
          <p:spPr>
            <a:xfrm>
              <a:off x="4689659" y="1963888"/>
              <a:ext cx="135486" cy="49112"/>
            </a:xfrm>
            <a:custGeom>
              <a:rect b="b" l="l" r="r" t="t"/>
              <a:pathLst>
                <a:path extrusionOk="0" h="2644" w="7293">
                  <a:moveTo>
                    <a:pt x="3646" y="0"/>
                  </a:moveTo>
                  <a:cubicBezTo>
                    <a:pt x="2166" y="0"/>
                    <a:pt x="790" y="759"/>
                    <a:pt x="0" y="2010"/>
                  </a:cubicBezTo>
                  <a:lnTo>
                    <a:pt x="1000" y="2643"/>
                  </a:lnTo>
                  <a:cubicBezTo>
                    <a:pt x="1574" y="1735"/>
                    <a:pt x="2573" y="1184"/>
                    <a:pt x="3646" y="1184"/>
                  </a:cubicBezTo>
                  <a:cubicBezTo>
                    <a:pt x="4720" y="1184"/>
                    <a:pt x="5718" y="1735"/>
                    <a:pt x="6292" y="2643"/>
                  </a:cubicBezTo>
                  <a:lnTo>
                    <a:pt x="7292" y="2010"/>
                  </a:lnTo>
                  <a:cubicBezTo>
                    <a:pt x="6502" y="759"/>
                    <a:pt x="5126" y="0"/>
                    <a:pt x="36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1" name="Google Shape;8351;p70"/>
            <p:cNvSpPr/>
            <p:nvPr/>
          </p:nvSpPr>
          <p:spPr>
            <a:xfrm>
              <a:off x="4651482" y="1919234"/>
              <a:ext cx="211839" cy="70139"/>
            </a:xfrm>
            <a:custGeom>
              <a:rect b="b" l="l" r="r" t="t"/>
              <a:pathLst>
                <a:path extrusionOk="0" h="3776" w="11403">
                  <a:moveTo>
                    <a:pt x="5701" y="1"/>
                  </a:moveTo>
                  <a:cubicBezTo>
                    <a:pt x="3376" y="1"/>
                    <a:pt x="1246" y="1174"/>
                    <a:pt x="1" y="3142"/>
                  </a:cubicBezTo>
                  <a:lnTo>
                    <a:pt x="1001" y="3775"/>
                  </a:lnTo>
                  <a:cubicBezTo>
                    <a:pt x="2028" y="2152"/>
                    <a:pt x="3785" y="1183"/>
                    <a:pt x="5702" y="1183"/>
                  </a:cubicBezTo>
                  <a:lnTo>
                    <a:pt x="5702" y="1183"/>
                  </a:lnTo>
                  <a:cubicBezTo>
                    <a:pt x="7619" y="1183"/>
                    <a:pt x="9376" y="2152"/>
                    <a:pt x="10403" y="3775"/>
                  </a:cubicBezTo>
                  <a:lnTo>
                    <a:pt x="11403" y="3142"/>
                  </a:lnTo>
                  <a:cubicBezTo>
                    <a:pt x="10156" y="1174"/>
                    <a:pt x="8026" y="1"/>
                    <a:pt x="57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52" name="Google Shape;8352;p70"/>
          <p:cNvSpPr/>
          <p:nvPr/>
        </p:nvSpPr>
        <p:spPr>
          <a:xfrm>
            <a:off x="1593965" y="4159023"/>
            <a:ext cx="445312" cy="444732"/>
          </a:xfrm>
          <a:custGeom>
            <a:rect b="b" l="l" r="r" t="t"/>
            <a:pathLst>
              <a:path extrusionOk="0" h="20183" w="20207">
                <a:moveTo>
                  <a:pt x="10104" y="1289"/>
                </a:moveTo>
                <a:lnTo>
                  <a:pt x="18265" y="4784"/>
                </a:lnTo>
                <a:lnTo>
                  <a:pt x="14734" y="6295"/>
                </a:lnTo>
                <a:lnTo>
                  <a:pt x="5473" y="6295"/>
                </a:lnTo>
                <a:lnTo>
                  <a:pt x="1942" y="4784"/>
                </a:lnTo>
                <a:lnTo>
                  <a:pt x="10104" y="1289"/>
                </a:lnTo>
                <a:close/>
                <a:moveTo>
                  <a:pt x="14086" y="7480"/>
                </a:moveTo>
                <a:lnTo>
                  <a:pt x="14086" y="10095"/>
                </a:lnTo>
                <a:lnTo>
                  <a:pt x="5945" y="10095"/>
                </a:lnTo>
                <a:lnTo>
                  <a:pt x="5945" y="7480"/>
                </a:lnTo>
                <a:close/>
                <a:moveTo>
                  <a:pt x="7808" y="11279"/>
                </a:moveTo>
                <a:cubicBezTo>
                  <a:pt x="7681" y="11983"/>
                  <a:pt x="7606" y="12695"/>
                  <a:pt x="7584" y="13411"/>
                </a:cubicBezTo>
                <a:lnTo>
                  <a:pt x="5141" y="13411"/>
                </a:lnTo>
                <a:cubicBezTo>
                  <a:pt x="5233" y="12649"/>
                  <a:pt x="5497" y="11921"/>
                  <a:pt x="5916" y="11279"/>
                </a:cubicBezTo>
                <a:close/>
                <a:moveTo>
                  <a:pt x="11193" y="11279"/>
                </a:moveTo>
                <a:cubicBezTo>
                  <a:pt x="11326" y="11925"/>
                  <a:pt x="11409" y="12649"/>
                  <a:pt x="11438" y="13411"/>
                </a:cubicBezTo>
                <a:lnTo>
                  <a:pt x="8767" y="13411"/>
                </a:lnTo>
                <a:cubicBezTo>
                  <a:pt x="8795" y="12649"/>
                  <a:pt x="8879" y="11925"/>
                  <a:pt x="9013" y="11279"/>
                </a:cubicBezTo>
                <a:close/>
                <a:moveTo>
                  <a:pt x="14291" y="11279"/>
                </a:moveTo>
                <a:cubicBezTo>
                  <a:pt x="14710" y="11921"/>
                  <a:pt x="14975" y="12649"/>
                  <a:pt x="15066" y="13411"/>
                </a:cubicBezTo>
                <a:lnTo>
                  <a:pt x="12623" y="13411"/>
                </a:lnTo>
                <a:cubicBezTo>
                  <a:pt x="12601" y="12695"/>
                  <a:pt x="12526" y="11983"/>
                  <a:pt x="12399" y="11279"/>
                </a:cubicBezTo>
                <a:close/>
                <a:moveTo>
                  <a:pt x="7583" y="14595"/>
                </a:moveTo>
                <a:cubicBezTo>
                  <a:pt x="7630" y="15929"/>
                  <a:pt x="7835" y="17175"/>
                  <a:pt x="8172" y="18148"/>
                </a:cubicBezTo>
                <a:cubicBezTo>
                  <a:pt x="8242" y="18350"/>
                  <a:pt x="8316" y="18532"/>
                  <a:pt x="8390" y="18697"/>
                </a:cubicBezTo>
                <a:cubicBezTo>
                  <a:pt x="6655" y="18061"/>
                  <a:pt x="5367" y="16489"/>
                  <a:pt x="5141" y="14595"/>
                </a:cubicBezTo>
                <a:close/>
                <a:moveTo>
                  <a:pt x="15064" y="14595"/>
                </a:moveTo>
                <a:cubicBezTo>
                  <a:pt x="14840" y="16489"/>
                  <a:pt x="13552" y="18061"/>
                  <a:pt x="11815" y="18697"/>
                </a:cubicBezTo>
                <a:cubicBezTo>
                  <a:pt x="11890" y="18532"/>
                  <a:pt x="11963" y="18350"/>
                  <a:pt x="12033" y="18148"/>
                </a:cubicBezTo>
                <a:cubicBezTo>
                  <a:pt x="12371" y="17175"/>
                  <a:pt x="12577" y="15929"/>
                  <a:pt x="12623" y="14595"/>
                </a:cubicBezTo>
                <a:close/>
                <a:moveTo>
                  <a:pt x="11439" y="14595"/>
                </a:moveTo>
                <a:cubicBezTo>
                  <a:pt x="11394" y="15796"/>
                  <a:pt x="11212" y="16904"/>
                  <a:pt x="10915" y="17760"/>
                </a:cubicBezTo>
                <a:cubicBezTo>
                  <a:pt x="10564" y="18772"/>
                  <a:pt x="10203" y="18999"/>
                  <a:pt x="10104" y="18999"/>
                </a:cubicBezTo>
                <a:cubicBezTo>
                  <a:pt x="10004" y="18999"/>
                  <a:pt x="9643" y="18772"/>
                  <a:pt x="9292" y="17760"/>
                </a:cubicBezTo>
                <a:cubicBezTo>
                  <a:pt x="8995" y="16904"/>
                  <a:pt x="8813" y="15796"/>
                  <a:pt x="8768" y="14595"/>
                </a:cubicBezTo>
                <a:close/>
                <a:moveTo>
                  <a:pt x="10104" y="0"/>
                </a:moveTo>
                <a:lnTo>
                  <a:pt x="1" y="4327"/>
                </a:lnTo>
                <a:lnTo>
                  <a:pt x="1" y="5241"/>
                </a:lnTo>
                <a:lnTo>
                  <a:pt x="4761" y="7279"/>
                </a:lnTo>
                <a:lnTo>
                  <a:pt x="4761" y="10901"/>
                </a:lnTo>
                <a:cubicBezTo>
                  <a:pt x="4211" y="11841"/>
                  <a:pt x="3923" y="12912"/>
                  <a:pt x="3925" y="14002"/>
                </a:cubicBezTo>
                <a:cubicBezTo>
                  <a:pt x="3925" y="17410"/>
                  <a:pt x="6697" y="20183"/>
                  <a:pt x="10104" y="20183"/>
                </a:cubicBezTo>
                <a:cubicBezTo>
                  <a:pt x="13513" y="20183"/>
                  <a:pt x="16284" y="17410"/>
                  <a:pt x="16284" y="14002"/>
                </a:cubicBezTo>
                <a:cubicBezTo>
                  <a:pt x="16285" y="12798"/>
                  <a:pt x="15933" y="11620"/>
                  <a:pt x="15270" y="10616"/>
                </a:cubicBezTo>
                <a:lnTo>
                  <a:pt x="15270" y="7355"/>
                </a:lnTo>
                <a:lnTo>
                  <a:pt x="17571" y="6370"/>
                </a:lnTo>
                <a:lnTo>
                  <a:pt x="17571" y="10280"/>
                </a:lnTo>
                <a:lnTo>
                  <a:pt x="18755" y="10280"/>
                </a:lnTo>
                <a:lnTo>
                  <a:pt x="18755" y="5862"/>
                </a:lnTo>
                <a:lnTo>
                  <a:pt x="20206" y="5241"/>
                </a:lnTo>
                <a:lnTo>
                  <a:pt x="20206" y="4327"/>
                </a:lnTo>
                <a:lnTo>
                  <a:pt x="1010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53" name="Google Shape;8353;p70"/>
          <p:cNvGrpSpPr/>
          <p:nvPr/>
        </p:nvGrpSpPr>
        <p:grpSpPr>
          <a:xfrm>
            <a:off x="891622" y="2056730"/>
            <a:ext cx="445213" cy="398236"/>
            <a:chOff x="3852891" y="3033047"/>
            <a:chExt cx="375358" cy="335725"/>
          </a:xfrm>
        </p:grpSpPr>
        <p:sp>
          <p:nvSpPr>
            <p:cNvPr id="8354" name="Google Shape;8354;p70"/>
            <p:cNvSpPr/>
            <p:nvPr/>
          </p:nvSpPr>
          <p:spPr>
            <a:xfrm>
              <a:off x="3852891" y="3033047"/>
              <a:ext cx="375358" cy="335725"/>
            </a:xfrm>
            <a:custGeom>
              <a:rect b="b" l="l" r="r" t="t"/>
              <a:pathLst>
                <a:path extrusionOk="0" h="18074" w="20205">
                  <a:moveTo>
                    <a:pt x="8905" y="1185"/>
                  </a:moveTo>
                  <a:lnTo>
                    <a:pt x="8905" y="2558"/>
                  </a:lnTo>
                  <a:lnTo>
                    <a:pt x="6958" y="2558"/>
                  </a:lnTo>
                  <a:lnTo>
                    <a:pt x="6958" y="1185"/>
                  </a:lnTo>
                  <a:close/>
                  <a:moveTo>
                    <a:pt x="9419" y="7436"/>
                  </a:moveTo>
                  <a:cubicBezTo>
                    <a:pt x="9419" y="7436"/>
                    <a:pt x="9419" y="7436"/>
                    <a:pt x="9419" y="7436"/>
                  </a:cubicBezTo>
                  <a:lnTo>
                    <a:pt x="9419" y="7436"/>
                  </a:lnTo>
                  <a:cubicBezTo>
                    <a:pt x="9420" y="7436"/>
                    <a:pt x="9420" y="7436"/>
                    <a:pt x="9420" y="7436"/>
                  </a:cubicBezTo>
                  <a:close/>
                  <a:moveTo>
                    <a:pt x="8905" y="3742"/>
                  </a:moveTo>
                  <a:lnTo>
                    <a:pt x="8905" y="5749"/>
                  </a:lnTo>
                  <a:lnTo>
                    <a:pt x="9248" y="5907"/>
                  </a:lnTo>
                  <a:cubicBezTo>
                    <a:pt x="10059" y="6283"/>
                    <a:pt x="10673" y="6985"/>
                    <a:pt x="10938" y="7837"/>
                  </a:cubicBezTo>
                  <a:cubicBezTo>
                    <a:pt x="10580" y="7626"/>
                    <a:pt x="10121" y="7436"/>
                    <a:pt x="9419" y="7436"/>
                  </a:cubicBezTo>
                  <a:lnTo>
                    <a:pt x="9419" y="7436"/>
                  </a:lnTo>
                  <a:cubicBezTo>
                    <a:pt x="8470" y="7436"/>
                    <a:pt x="7963" y="7784"/>
                    <a:pt x="7554" y="8063"/>
                  </a:cubicBezTo>
                  <a:cubicBezTo>
                    <a:pt x="7197" y="8306"/>
                    <a:pt x="6939" y="8482"/>
                    <a:pt x="6356" y="8482"/>
                  </a:cubicBezTo>
                  <a:cubicBezTo>
                    <a:pt x="5773" y="8482"/>
                    <a:pt x="5516" y="8306"/>
                    <a:pt x="5159" y="8063"/>
                  </a:cubicBezTo>
                  <a:cubicBezTo>
                    <a:pt x="5078" y="8009"/>
                    <a:pt x="4995" y="7951"/>
                    <a:pt x="4907" y="7896"/>
                  </a:cubicBezTo>
                  <a:cubicBezTo>
                    <a:pt x="5160" y="7016"/>
                    <a:pt x="5783" y="6292"/>
                    <a:pt x="6613" y="5907"/>
                  </a:cubicBezTo>
                  <a:lnTo>
                    <a:pt x="6958" y="5749"/>
                  </a:lnTo>
                  <a:lnTo>
                    <a:pt x="6958" y="3742"/>
                  </a:lnTo>
                  <a:close/>
                  <a:moveTo>
                    <a:pt x="9420" y="8620"/>
                  </a:moveTo>
                  <a:cubicBezTo>
                    <a:pt x="10001" y="8620"/>
                    <a:pt x="10259" y="8796"/>
                    <a:pt x="10617" y="9041"/>
                  </a:cubicBezTo>
                  <a:cubicBezTo>
                    <a:pt x="10743" y="9127"/>
                    <a:pt x="10879" y="9220"/>
                    <a:pt x="11034" y="9306"/>
                  </a:cubicBezTo>
                  <a:lnTo>
                    <a:pt x="11034" y="9306"/>
                  </a:lnTo>
                  <a:cubicBezTo>
                    <a:pt x="10778" y="10787"/>
                    <a:pt x="9485" y="11918"/>
                    <a:pt x="7931" y="11918"/>
                  </a:cubicBezTo>
                  <a:cubicBezTo>
                    <a:pt x="6361" y="11918"/>
                    <a:pt x="5054" y="10761"/>
                    <a:pt x="4820" y="9256"/>
                  </a:cubicBezTo>
                  <a:lnTo>
                    <a:pt x="4820" y="9256"/>
                  </a:lnTo>
                  <a:cubicBezTo>
                    <a:pt x="5180" y="9471"/>
                    <a:pt x="5644" y="9666"/>
                    <a:pt x="6356" y="9666"/>
                  </a:cubicBezTo>
                  <a:cubicBezTo>
                    <a:pt x="7304" y="9666"/>
                    <a:pt x="7814" y="9320"/>
                    <a:pt x="8221" y="9041"/>
                  </a:cubicBezTo>
                  <a:cubicBezTo>
                    <a:pt x="8579" y="8797"/>
                    <a:pt x="8838" y="8620"/>
                    <a:pt x="9420" y="8620"/>
                  </a:cubicBezTo>
                  <a:close/>
                  <a:moveTo>
                    <a:pt x="17818" y="5119"/>
                  </a:moveTo>
                  <a:lnTo>
                    <a:pt x="17818" y="14192"/>
                  </a:lnTo>
                  <a:lnTo>
                    <a:pt x="2370" y="14192"/>
                  </a:lnTo>
                  <a:lnTo>
                    <a:pt x="2370" y="5119"/>
                  </a:lnTo>
                  <a:lnTo>
                    <a:pt x="5596" y="5119"/>
                  </a:lnTo>
                  <a:cubicBezTo>
                    <a:pt x="4366" y="5908"/>
                    <a:pt x="3599" y="7284"/>
                    <a:pt x="3599" y="8768"/>
                  </a:cubicBezTo>
                  <a:cubicBezTo>
                    <a:pt x="3599" y="11156"/>
                    <a:pt x="5543" y="13102"/>
                    <a:pt x="7931" y="13102"/>
                  </a:cubicBezTo>
                  <a:cubicBezTo>
                    <a:pt x="10320" y="13102"/>
                    <a:pt x="12264" y="11158"/>
                    <a:pt x="12264" y="8768"/>
                  </a:cubicBezTo>
                  <a:cubicBezTo>
                    <a:pt x="12264" y="7284"/>
                    <a:pt x="11497" y="5908"/>
                    <a:pt x="10267" y="5119"/>
                  </a:cubicBezTo>
                  <a:close/>
                  <a:moveTo>
                    <a:pt x="19020" y="15376"/>
                  </a:moveTo>
                  <a:lnTo>
                    <a:pt x="19020" y="16134"/>
                  </a:lnTo>
                  <a:cubicBezTo>
                    <a:pt x="19020" y="16551"/>
                    <a:pt x="18681" y="16890"/>
                    <a:pt x="18265" y="16890"/>
                  </a:cubicBezTo>
                  <a:lnTo>
                    <a:pt x="1940" y="16890"/>
                  </a:lnTo>
                  <a:cubicBezTo>
                    <a:pt x="1522" y="16890"/>
                    <a:pt x="1184" y="16551"/>
                    <a:pt x="1183" y="16134"/>
                  </a:cubicBezTo>
                  <a:lnTo>
                    <a:pt x="1183" y="15376"/>
                  </a:lnTo>
                  <a:close/>
                  <a:moveTo>
                    <a:pt x="5774" y="1"/>
                  </a:moveTo>
                  <a:lnTo>
                    <a:pt x="5774" y="3935"/>
                  </a:lnTo>
                  <a:lnTo>
                    <a:pt x="1186" y="3935"/>
                  </a:lnTo>
                  <a:lnTo>
                    <a:pt x="1186" y="14192"/>
                  </a:lnTo>
                  <a:lnTo>
                    <a:pt x="1" y="14192"/>
                  </a:lnTo>
                  <a:lnTo>
                    <a:pt x="1" y="16134"/>
                  </a:lnTo>
                  <a:cubicBezTo>
                    <a:pt x="1" y="17205"/>
                    <a:pt x="869" y="18072"/>
                    <a:pt x="1940" y="18074"/>
                  </a:cubicBezTo>
                  <a:lnTo>
                    <a:pt x="18265" y="18074"/>
                  </a:lnTo>
                  <a:cubicBezTo>
                    <a:pt x="19335" y="18072"/>
                    <a:pt x="20203" y="17205"/>
                    <a:pt x="20204" y="16134"/>
                  </a:cubicBezTo>
                  <a:lnTo>
                    <a:pt x="20204" y="14192"/>
                  </a:lnTo>
                  <a:lnTo>
                    <a:pt x="19002" y="14192"/>
                  </a:lnTo>
                  <a:lnTo>
                    <a:pt x="19002" y="3935"/>
                  </a:lnTo>
                  <a:lnTo>
                    <a:pt x="10089" y="3935"/>
                  </a:lnTo>
                  <a:lnTo>
                    <a:pt x="10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5" name="Google Shape;8355;p70"/>
            <p:cNvSpPr/>
            <p:nvPr/>
          </p:nvSpPr>
          <p:spPr>
            <a:xfrm>
              <a:off x="4105043" y="3158521"/>
              <a:ext cx="56494" cy="21993"/>
            </a:xfrm>
            <a:custGeom>
              <a:rect b="b" l="l" r="r" t="t"/>
              <a:pathLst>
                <a:path extrusionOk="0" h="1184" w="3041">
                  <a:moveTo>
                    <a:pt x="1" y="0"/>
                  </a:moveTo>
                  <a:lnTo>
                    <a:pt x="1" y="1184"/>
                  </a:lnTo>
                  <a:lnTo>
                    <a:pt x="3040" y="1184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6" name="Google Shape;8356;p70"/>
            <p:cNvSpPr/>
            <p:nvPr/>
          </p:nvSpPr>
          <p:spPr>
            <a:xfrm>
              <a:off x="4105043" y="3201392"/>
              <a:ext cx="56494" cy="22011"/>
            </a:xfrm>
            <a:custGeom>
              <a:rect b="b" l="l" r="r" t="t"/>
              <a:pathLst>
                <a:path extrusionOk="0" h="1185" w="3041">
                  <a:moveTo>
                    <a:pt x="1" y="0"/>
                  </a:moveTo>
                  <a:lnTo>
                    <a:pt x="1" y="1184"/>
                  </a:lnTo>
                  <a:lnTo>
                    <a:pt x="3040" y="1184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7" name="Google Shape;8357;p70"/>
            <p:cNvSpPr/>
            <p:nvPr/>
          </p:nvSpPr>
          <p:spPr>
            <a:xfrm>
              <a:off x="4105043" y="3244263"/>
              <a:ext cx="56494" cy="22011"/>
            </a:xfrm>
            <a:custGeom>
              <a:rect b="b" l="l" r="r" t="t"/>
              <a:pathLst>
                <a:path extrusionOk="0" h="1185" w="3041">
                  <a:moveTo>
                    <a:pt x="1" y="0"/>
                  </a:moveTo>
                  <a:lnTo>
                    <a:pt x="1" y="1184"/>
                  </a:lnTo>
                  <a:lnTo>
                    <a:pt x="3040" y="1184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8" name="Google Shape;8358;p70"/>
          <p:cNvGrpSpPr/>
          <p:nvPr/>
        </p:nvGrpSpPr>
        <p:grpSpPr>
          <a:xfrm>
            <a:off x="1125743" y="2726282"/>
            <a:ext cx="445191" cy="445168"/>
            <a:chOff x="5591262" y="3608259"/>
            <a:chExt cx="375340" cy="375289"/>
          </a:xfrm>
        </p:grpSpPr>
        <p:sp>
          <p:nvSpPr>
            <p:cNvPr id="8359" name="Google Shape;8359;p70"/>
            <p:cNvSpPr/>
            <p:nvPr/>
          </p:nvSpPr>
          <p:spPr>
            <a:xfrm>
              <a:off x="5855954" y="3651279"/>
              <a:ext cx="45645" cy="37819"/>
            </a:xfrm>
            <a:custGeom>
              <a:rect b="b" l="l" r="r" t="t"/>
              <a:pathLst>
                <a:path extrusionOk="0" h="2036" w="2457">
                  <a:moveTo>
                    <a:pt x="1914" y="0"/>
                  </a:moveTo>
                  <a:lnTo>
                    <a:pt x="0" y="982"/>
                  </a:lnTo>
                  <a:lnTo>
                    <a:pt x="542" y="2035"/>
                  </a:lnTo>
                  <a:lnTo>
                    <a:pt x="2456" y="1054"/>
                  </a:lnTo>
                  <a:lnTo>
                    <a:pt x="19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0" name="Google Shape;8360;p70"/>
            <p:cNvSpPr/>
            <p:nvPr/>
          </p:nvSpPr>
          <p:spPr>
            <a:xfrm>
              <a:off x="5656469" y="3651186"/>
              <a:ext cx="45608" cy="37856"/>
            </a:xfrm>
            <a:custGeom>
              <a:rect b="b" l="l" r="r" t="t"/>
              <a:pathLst>
                <a:path extrusionOk="0" h="2038" w="2455">
                  <a:moveTo>
                    <a:pt x="541" y="1"/>
                  </a:moveTo>
                  <a:lnTo>
                    <a:pt x="0" y="1055"/>
                  </a:lnTo>
                  <a:lnTo>
                    <a:pt x="1915" y="2037"/>
                  </a:lnTo>
                  <a:lnTo>
                    <a:pt x="2455" y="983"/>
                  </a:lnTo>
                  <a:lnTo>
                    <a:pt x="5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61" name="Google Shape;8361;p70"/>
            <p:cNvGrpSpPr/>
            <p:nvPr/>
          </p:nvGrpSpPr>
          <p:grpSpPr>
            <a:xfrm>
              <a:off x="5591262" y="3608259"/>
              <a:ext cx="375340" cy="375289"/>
              <a:chOff x="5591262" y="3608259"/>
              <a:chExt cx="375340" cy="375289"/>
            </a:xfrm>
          </p:grpSpPr>
          <p:sp>
            <p:nvSpPr>
              <p:cNvPr id="8362" name="Google Shape;8362;p70"/>
              <p:cNvSpPr/>
              <p:nvPr/>
            </p:nvSpPr>
            <p:spPr>
              <a:xfrm>
                <a:off x="5591262" y="3608259"/>
                <a:ext cx="375340" cy="375289"/>
              </a:xfrm>
              <a:custGeom>
                <a:rect b="b" l="l" r="r" t="t"/>
                <a:pathLst>
                  <a:path extrusionOk="0" h="20204" w="20204">
                    <a:moveTo>
                      <a:pt x="19020" y="1184"/>
                    </a:moveTo>
                    <a:lnTo>
                      <a:pt x="19020" y="12667"/>
                    </a:lnTo>
                    <a:lnTo>
                      <a:pt x="1184" y="12667"/>
                    </a:lnTo>
                    <a:lnTo>
                      <a:pt x="1184" y="1184"/>
                    </a:lnTo>
                    <a:close/>
                    <a:moveTo>
                      <a:pt x="19021" y="13851"/>
                    </a:moveTo>
                    <a:lnTo>
                      <a:pt x="19021" y="15667"/>
                    </a:lnTo>
                    <a:lnTo>
                      <a:pt x="1184" y="15667"/>
                    </a:lnTo>
                    <a:lnTo>
                      <a:pt x="1184" y="13851"/>
                    </a:lnTo>
                    <a:close/>
                    <a:moveTo>
                      <a:pt x="11473" y="16851"/>
                    </a:moveTo>
                    <a:lnTo>
                      <a:pt x="11473" y="17560"/>
                    </a:lnTo>
                    <a:cubicBezTo>
                      <a:pt x="11473" y="18079"/>
                      <a:pt x="11627" y="18589"/>
                      <a:pt x="11913" y="19020"/>
                    </a:cubicBezTo>
                    <a:lnTo>
                      <a:pt x="8293" y="19020"/>
                    </a:lnTo>
                    <a:cubicBezTo>
                      <a:pt x="8581" y="18589"/>
                      <a:pt x="8735" y="18079"/>
                      <a:pt x="8733" y="17560"/>
                    </a:cubicBezTo>
                    <a:lnTo>
                      <a:pt x="8733" y="16851"/>
                    </a:lnTo>
                    <a:close/>
                    <a:moveTo>
                      <a:pt x="0" y="0"/>
                    </a:moveTo>
                    <a:lnTo>
                      <a:pt x="0" y="16851"/>
                    </a:lnTo>
                    <a:lnTo>
                      <a:pt x="7549" y="16851"/>
                    </a:lnTo>
                    <a:lnTo>
                      <a:pt x="7549" y="17560"/>
                    </a:lnTo>
                    <a:cubicBezTo>
                      <a:pt x="7548" y="18366"/>
                      <a:pt x="6894" y="19020"/>
                      <a:pt x="6089" y="19020"/>
                    </a:cubicBezTo>
                    <a:lnTo>
                      <a:pt x="4261" y="19020"/>
                    </a:lnTo>
                    <a:lnTo>
                      <a:pt x="4261" y="20204"/>
                    </a:lnTo>
                    <a:lnTo>
                      <a:pt x="15941" y="20204"/>
                    </a:lnTo>
                    <a:lnTo>
                      <a:pt x="15941" y="19020"/>
                    </a:lnTo>
                    <a:lnTo>
                      <a:pt x="14115" y="19020"/>
                    </a:lnTo>
                    <a:cubicBezTo>
                      <a:pt x="13309" y="19020"/>
                      <a:pt x="12657" y="18366"/>
                      <a:pt x="12655" y="17560"/>
                    </a:cubicBezTo>
                    <a:lnTo>
                      <a:pt x="12655" y="16851"/>
                    </a:lnTo>
                    <a:lnTo>
                      <a:pt x="20204" y="16851"/>
                    </a:lnTo>
                    <a:lnTo>
                      <a:pt x="2020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3" name="Google Shape;8363;p70"/>
              <p:cNvSpPr/>
              <p:nvPr/>
            </p:nvSpPr>
            <p:spPr>
              <a:xfrm>
                <a:off x="5715137" y="3655402"/>
                <a:ext cx="127609" cy="162754"/>
              </a:xfrm>
              <a:custGeom>
                <a:rect b="b" l="l" r="r" t="t"/>
                <a:pathLst>
                  <a:path extrusionOk="0" h="8762" w="6869">
                    <a:moveTo>
                      <a:pt x="3434" y="1185"/>
                    </a:moveTo>
                    <a:cubicBezTo>
                      <a:pt x="4433" y="1185"/>
                      <a:pt x="5312" y="1843"/>
                      <a:pt x="5593" y="2801"/>
                    </a:cubicBezTo>
                    <a:cubicBezTo>
                      <a:pt x="5874" y="3760"/>
                      <a:pt x="5490" y="4789"/>
                      <a:pt x="4649" y="5328"/>
                    </a:cubicBezTo>
                    <a:lnTo>
                      <a:pt x="4027" y="5328"/>
                    </a:lnTo>
                    <a:lnTo>
                      <a:pt x="4027" y="3249"/>
                    </a:lnTo>
                    <a:lnTo>
                      <a:pt x="2843" y="3249"/>
                    </a:lnTo>
                    <a:lnTo>
                      <a:pt x="2843" y="5328"/>
                    </a:lnTo>
                    <a:lnTo>
                      <a:pt x="2219" y="5328"/>
                    </a:lnTo>
                    <a:cubicBezTo>
                      <a:pt x="1378" y="4789"/>
                      <a:pt x="993" y="3758"/>
                      <a:pt x="1275" y="2800"/>
                    </a:cubicBezTo>
                    <a:cubicBezTo>
                      <a:pt x="1556" y="1841"/>
                      <a:pt x="2435" y="1185"/>
                      <a:pt x="3434" y="1185"/>
                    </a:cubicBezTo>
                    <a:close/>
                    <a:moveTo>
                      <a:pt x="4219" y="6512"/>
                    </a:moveTo>
                    <a:lnTo>
                      <a:pt x="4219" y="7578"/>
                    </a:lnTo>
                    <a:lnTo>
                      <a:pt x="2649" y="7578"/>
                    </a:lnTo>
                    <a:lnTo>
                      <a:pt x="2649" y="6512"/>
                    </a:lnTo>
                    <a:close/>
                    <a:moveTo>
                      <a:pt x="3434" y="1"/>
                    </a:moveTo>
                    <a:cubicBezTo>
                      <a:pt x="1540" y="1"/>
                      <a:pt x="0" y="1540"/>
                      <a:pt x="0" y="3435"/>
                    </a:cubicBezTo>
                    <a:cubicBezTo>
                      <a:pt x="0" y="4554"/>
                      <a:pt x="547" y="5604"/>
                      <a:pt x="1463" y="6246"/>
                    </a:cubicBezTo>
                    <a:lnTo>
                      <a:pt x="1465" y="6246"/>
                    </a:lnTo>
                    <a:lnTo>
                      <a:pt x="1465" y="8762"/>
                    </a:lnTo>
                    <a:lnTo>
                      <a:pt x="5403" y="8762"/>
                    </a:lnTo>
                    <a:lnTo>
                      <a:pt x="5403" y="6246"/>
                    </a:lnTo>
                    <a:cubicBezTo>
                      <a:pt x="6320" y="5604"/>
                      <a:pt x="6867" y="4554"/>
                      <a:pt x="6868" y="3435"/>
                    </a:cubicBezTo>
                    <a:cubicBezTo>
                      <a:pt x="6868" y="1541"/>
                      <a:pt x="5327" y="1"/>
                      <a:pt x="34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4" name="Google Shape;8364;p70"/>
              <p:cNvSpPr/>
              <p:nvPr/>
            </p:nvSpPr>
            <p:spPr>
              <a:xfrm>
                <a:off x="5870575" y="3704775"/>
                <a:ext cx="39960" cy="22011"/>
              </a:xfrm>
              <a:custGeom>
                <a:rect b="b" l="l" r="r" t="t"/>
                <a:pathLst>
                  <a:path extrusionOk="0" h="1185" w="2151">
                    <a:moveTo>
                      <a:pt x="0" y="0"/>
                    </a:moveTo>
                    <a:lnTo>
                      <a:pt x="0" y="1184"/>
                    </a:lnTo>
                    <a:lnTo>
                      <a:pt x="2150" y="1184"/>
                    </a:lnTo>
                    <a:lnTo>
                      <a:pt x="21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5" name="Google Shape;8365;p70"/>
              <p:cNvSpPr/>
              <p:nvPr/>
            </p:nvSpPr>
            <p:spPr>
              <a:xfrm>
                <a:off x="5855898" y="3742315"/>
                <a:ext cx="45645" cy="37856"/>
              </a:xfrm>
              <a:custGeom>
                <a:rect b="b" l="l" r="r" t="t"/>
                <a:pathLst>
                  <a:path extrusionOk="0" h="2038" w="2457">
                    <a:moveTo>
                      <a:pt x="542" y="1"/>
                    </a:moveTo>
                    <a:lnTo>
                      <a:pt x="0" y="1053"/>
                    </a:lnTo>
                    <a:lnTo>
                      <a:pt x="1914" y="2037"/>
                    </a:lnTo>
                    <a:lnTo>
                      <a:pt x="2456" y="983"/>
                    </a:lnTo>
                    <a:lnTo>
                      <a:pt x="5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6" name="Google Shape;8366;p70"/>
              <p:cNvSpPr/>
              <p:nvPr/>
            </p:nvSpPr>
            <p:spPr>
              <a:xfrm>
                <a:off x="5647347" y="3704775"/>
                <a:ext cx="39960" cy="22011"/>
              </a:xfrm>
              <a:custGeom>
                <a:rect b="b" l="l" r="r" t="t"/>
                <a:pathLst>
                  <a:path extrusionOk="0" h="1185" w="2151">
                    <a:moveTo>
                      <a:pt x="0" y="0"/>
                    </a:moveTo>
                    <a:lnTo>
                      <a:pt x="0" y="1184"/>
                    </a:lnTo>
                    <a:lnTo>
                      <a:pt x="2150" y="1184"/>
                    </a:lnTo>
                    <a:lnTo>
                      <a:pt x="21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7" name="Google Shape;8367;p70"/>
              <p:cNvSpPr/>
              <p:nvPr/>
            </p:nvSpPr>
            <p:spPr>
              <a:xfrm>
                <a:off x="5656469" y="3742538"/>
                <a:ext cx="45645" cy="37856"/>
              </a:xfrm>
              <a:custGeom>
                <a:rect b="b" l="l" r="r" t="t"/>
                <a:pathLst>
                  <a:path extrusionOk="0" h="2038" w="2457">
                    <a:moveTo>
                      <a:pt x="1916" y="1"/>
                    </a:moveTo>
                    <a:lnTo>
                      <a:pt x="0" y="983"/>
                    </a:lnTo>
                    <a:lnTo>
                      <a:pt x="542" y="2037"/>
                    </a:lnTo>
                    <a:lnTo>
                      <a:pt x="2456" y="1053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1" name="Shape 8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2" name="Google Shape;8672;p72"/>
          <p:cNvSpPr txBox="1"/>
          <p:nvPr>
            <p:ph type="title"/>
          </p:nvPr>
        </p:nvSpPr>
        <p:spPr>
          <a:xfrm>
            <a:off x="457200" y="596213"/>
            <a:ext cx="68580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8673" name="Google Shape;8673;p72"/>
          <p:cNvSpPr txBox="1"/>
          <p:nvPr>
            <p:ph idx="1" type="subTitle"/>
          </p:nvPr>
        </p:nvSpPr>
        <p:spPr>
          <a:xfrm>
            <a:off x="713225" y="1605150"/>
            <a:ext cx="3640200" cy="1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Perguntas?</a:t>
            </a:r>
            <a:endParaRPr b="1"/>
          </a:p>
        </p:txBody>
      </p:sp>
      <p:sp>
        <p:nvSpPr>
          <p:cNvPr id="8674" name="Google Shape;8674;p72"/>
          <p:cNvSpPr txBox="1"/>
          <p:nvPr/>
        </p:nvSpPr>
        <p:spPr>
          <a:xfrm>
            <a:off x="713250" y="4189663"/>
            <a:ext cx="2887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8675" name="Google Shape;8675;p72"/>
          <p:cNvGrpSpPr/>
          <p:nvPr/>
        </p:nvGrpSpPr>
        <p:grpSpPr>
          <a:xfrm>
            <a:off x="2790018" y="-107686"/>
            <a:ext cx="6371098" cy="4994649"/>
            <a:chOff x="3037643" y="-107686"/>
            <a:chExt cx="6371098" cy="4994649"/>
          </a:xfrm>
        </p:grpSpPr>
        <p:sp>
          <p:nvSpPr>
            <p:cNvPr id="8676" name="Google Shape;8676;p72"/>
            <p:cNvSpPr/>
            <p:nvPr/>
          </p:nvSpPr>
          <p:spPr>
            <a:xfrm>
              <a:off x="3037643" y="4807147"/>
              <a:ext cx="6371098" cy="245"/>
            </a:xfrm>
            <a:custGeom>
              <a:rect b="b" l="l" r="r" t="t"/>
              <a:pathLst>
                <a:path extrusionOk="0" fill="none" h="1" w="26051">
                  <a:moveTo>
                    <a:pt x="26050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77" name="Google Shape;8677;p72"/>
            <p:cNvGrpSpPr/>
            <p:nvPr/>
          </p:nvGrpSpPr>
          <p:grpSpPr>
            <a:xfrm>
              <a:off x="6656001" y="-107686"/>
              <a:ext cx="497676" cy="1794742"/>
              <a:chOff x="6717790" y="1105236"/>
              <a:chExt cx="332116" cy="1197612"/>
            </a:xfrm>
          </p:grpSpPr>
          <p:sp>
            <p:nvSpPr>
              <p:cNvPr id="8678" name="Google Shape;8678;p72"/>
              <p:cNvSpPr/>
              <p:nvPr/>
            </p:nvSpPr>
            <p:spPr>
              <a:xfrm>
                <a:off x="6810479" y="2182769"/>
                <a:ext cx="146248" cy="67255"/>
              </a:xfrm>
              <a:custGeom>
                <a:rect b="b" l="l" r="r" t="t"/>
                <a:pathLst>
                  <a:path extrusionOk="0" h="275" w="598">
                    <a:moveTo>
                      <a:pt x="1" y="0"/>
                    </a:moveTo>
                    <a:cubicBezTo>
                      <a:pt x="16" y="152"/>
                      <a:pt x="146" y="274"/>
                      <a:pt x="303" y="274"/>
                    </a:cubicBezTo>
                    <a:cubicBezTo>
                      <a:pt x="454" y="274"/>
                      <a:pt x="584" y="152"/>
                      <a:pt x="5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9" name="Google Shape;8679;p72"/>
              <p:cNvSpPr/>
              <p:nvPr/>
            </p:nvSpPr>
            <p:spPr>
              <a:xfrm>
                <a:off x="6882624" y="2275947"/>
                <a:ext cx="245" cy="26902"/>
              </a:xfrm>
              <a:custGeom>
                <a:rect b="b" l="l" r="r" t="t"/>
                <a:pathLst>
                  <a:path extrusionOk="0" fill="none" h="110" w="1">
                    <a:moveTo>
                      <a:pt x="1" y="0"/>
                    </a:moveTo>
                    <a:lnTo>
                      <a:pt x="1" y="109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0" name="Google Shape;8680;p72"/>
              <p:cNvSpPr/>
              <p:nvPr/>
            </p:nvSpPr>
            <p:spPr>
              <a:xfrm>
                <a:off x="6933737" y="2262007"/>
                <a:ext cx="12473" cy="24701"/>
              </a:xfrm>
              <a:custGeom>
                <a:rect b="b" l="l" r="r" t="t"/>
                <a:pathLst>
                  <a:path extrusionOk="0" fill="none" h="101" w="51">
                    <a:moveTo>
                      <a:pt x="0" y="0"/>
                    </a:moveTo>
                    <a:lnTo>
                      <a:pt x="50" y="10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1" name="Google Shape;8681;p72"/>
              <p:cNvSpPr/>
              <p:nvPr/>
            </p:nvSpPr>
            <p:spPr>
              <a:xfrm>
                <a:off x="6968709" y="2227034"/>
                <a:ext cx="25190" cy="12473"/>
              </a:xfrm>
              <a:custGeom>
                <a:rect b="b" l="l" r="r" t="t"/>
                <a:pathLst>
                  <a:path extrusionOk="0" fill="none" h="51" w="103">
                    <a:moveTo>
                      <a:pt x="1" y="0"/>
                    </a:moveTo>
                    <a:lnTo>
                      <a:pt x="102" y="5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2" name="Google Shape;8682;p72"/>
              <p:cNvSpPr/>
              <p:nvPr/>
            </p:nvSpPr>
            <p:spPr>
              <a:xfrm>
                <a:off x="6773795" y="2227034"/>
                <a:ext cx="24701" cy="12473"/>
              </a:xfrm>
              <a:custGeom>
                <a:rect b="b" l="l" r="r" t="t"/>
                <a:pathLst>
                  <a:path extrusionOk="0" fill="none" h="51" w="101">
                    <a:moveTo>
                      <a:pt x="101" y="0"/>
                    </a:moveTo>
                    <a:lnTo>
                      <a:pt x="1" y="5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3" name="Google Shape;8683;p72"/>
              <p:cNvSpPr/>
              <p:nvPr/>
            </p:nvSpPr>
            <p:spPr>
              <a:xfrm>
                <a:off x="6819283" y="2262007"/>
                <a:ext cx="14674" cy="24701"/>
              </a:xfrm>
              <a:custGeom>
                <a:rect b="b" l="l" r="r" t="t"/>
                <a:pathLst>
                  <a:path extrusionOk="0" fill="none" h="101" w="60">
                    <a:moveTo>
                      <a:pt x="60" y="0"/>
                    </a:moveTo>
                    <a:lnTo>
                      <a:pt x="1" y="100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4" name="Google Shape;8684;p72"/>
              <p:cNvSpPr/>
              <p:nvPr/>
            </p:nvSpPr>
            <p:spPr>
              <a:xfrm>
                <a:off x="6884336" y="1105236"/>
                <a:ext cx="245" cy="796785"/>
              </a:xfrm>
              <a:custGeom>
                <a:rect b="b" l="l" r="r" t="t"/>
                <a:pathLst>
                  <a:path extrusionOk="0" fill="none" h="3258" w="1">
                    <a:moveTo>
                      <a:pt x="1" y="325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5" name="Google Shape;8685;p72"/>
              <p:cNvSpPr/>
              <p:nvPr/>
            </p:nvSpPr>
            <p:spPr>
              <a:xfrm>
                <a:off x="6717790" y="1901769"/>
                <a:ext cx="332116" cy="281247"/>
              </a:xfrm>
              <a:custGeom>
                <a:rect b="b" l="l" r="r" t="t"/>
                <a:pathLst>
                  <a:path extrusionOk="0" h="1150" w="1358">
                    <a:moveTo>
                      <a:pt x="682" y="0"/>
                    </a:moveTo>
                    <a:cubicBezTo>
                      <a:pt x="280" y="0"/>
                      <a:pt x="0" y="302"/>
                      <a:pt x="0" y="761"/>
                    </a:cubicBezTo>
                    <a:lnTo>
                      <a:pt x="0" y="1149"/>
                    </a:lnTo>
                    <a:lnTo>
                      <a:pt x="1358" y="1149"/>
                    </a:lnTo>
                    <a:lnTo>
                      <a:pt x="1358" y="761"/>
                    </a:lnTo>
                    <a:cubicBezTo>
                      <a:pt x="1358" y="302"/>
                      <a:pt x="1078" y="0"/>
                      <a:pt x="6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86" name="Google Shape;8686;p72"/>
            <p:cNvGrpSpPr/>
            <p:nvPr/>
          </p:nvGrpSpPr>
          <p:grpSpPr>
            <a:xfrm>
              <a:off x="5174573" y="1686988"/>
              <a:ext cx="3460537" cy="3199975"/>
              <a:chOff x="5603086" y="1871688"/>
              <a:chExt cx="3260966" cy="3015431"/>
            </a:xfrm>
          </p:grpSpPr>
          <p:sp>
            <p:nvSpPr>
              <p:cNvPr id="8687" name="Google Shape;8687;p72"/>
              <p:cNvSpPr/>
              <p:nvPr/>
            </p:nvSpPr>
            <p:spPr>
              <a:xfrm>
                <a:off x="5692595" y="3645485"/>
                <a:ext cx="114455" cy="237715"/>
              </a:xfrm>
              <a:custGeom>
                <a:rect b="b" l="l" r="r" t="t"/>
                <a:pathLst>
                  <a:path extrusionOk="0" h="972" w="468">
                    <a:moveTo>
                      <a:pt x="152" y="0"/>
                    </a:moveTo>
                    <a:lnTo>
                      <a:pt x="0" y="345"/>
                    </a:lnTo>
                    <a:lnTo>
                      <a:pt x="252" y="971"/>
                    </a:lnTo>
                    <a:lnTo>
                      <a:pt x="468" y="468"/>
                    </a:lnTo>
                    <a:cubicBezTo>
                      <a:pt x="361" y="288"/>
                      <a:pt x="252" y="123"/>
                      <a:pt x="1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8" name="Google Shape;8688;p72"/>
              <p:cNvSpPr/>
              <p:nvPr/>
            </p:nvSpPr>
            <p:spPr>
              <a:xfrm>
                <a:off x="5632922" y="3577008"/>
                <a:ext cx="96847" cy="153096"/>
              </a:xfrm>
              <a:custGeom>
                <a:rect b="b" l="l" r="r" t="t"/>
                <a:pathLst>
                  <a:path extrusionOk="0" h="626" w="396">
                    <a:moveTo>
                      <a:pt x="39" y="1"/>
                    </a:moveTo>
                    <a:cubicBezTo>
                      <a:pt x="26" y="1"/>
                      <a:pt x="13" y="3"/>
                      <a:pt x="1" y="7"/>
                    </a:cubicBezTo>
                    <a:lnTo>
                      <a:pt x="244" y="625"/>
                    </a:lnTo>
                    <a:lnTo>
                      <a:pt x="396" y="280"/>
                    </a:lnTo>
                    <a:cubicBezTo>
                      <a:pt x="258" y="104"/>
                      <a:pt x="131" y="1"/>
                      <a:pt x="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9" name="Google Shape;8689;p72"/>
              <p:cNvSpPr/>
              <p:nvPr/>
            </p:nvSpPr>
            <p:spPr>
              <a:xfrm>
                <a:off x="5603086" y="3578720"/>
                <a:ext cx="89754" cy="151384"/>
              </a:xfrm>
              <a:custGeom>
                <a:rect b="b" l="l" r="r" t="t"/>
                <a:pathLst>
                  <a:path extrusionOk="0" h="619" w="367">
                    <a:moveTo>
                      <a:pt x="123" y="0"/>
                    </a:moveTo>
                    <a:cubicBezTo>
                      <a:pt x="30" y="37"/>
                      <a:pt x="0" y="216"/>
                      <a:pt x="14" y="468"/>
                    </a:cubicBezTo>
                    <a:lnTo>
                      <a:pt x="366" y="618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0" name="Google Shape;8690;p72"/>
              <p:cNvSpPr/>
              <p:nvPr/>
            </p:nvSpPr>
            <p:spPr>
              <a:xfrm>
                <a:off x="5606510" y="3692929"/>
                <a:ext cx="147960" cy="190270"/>
              </a:xfrm>
              <a:custGeom>
                <a:rect b="b" l="l" r="r" t="t"/>
                <a:pathLst>
                  <a:path extrusionOk="0" h="778" w="605">
                    <a:moveTo>
                      <a:pt x="0" y="1"/>
                    </a:moveTo>
                    <a:lnTo>
                      <a:pt x="0" y="1"/>
                    </a:lnTo>
                    <a:cubicBezTo>
                      <a:pt x="16" y="165"/>
                      <a:pt x="50" y="360"/>
                      <a:pt x="102" y="562"/>
                    </a:cubicBezTo>
                    <a:lnTo>
                      <a:pt x="604" y="777"/>
                    </a:lnTo>
                    <a:lnTo>
                      <a:pt x="352" y="1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1" name="Google Shape;8691;p72"/>
              <p:cNvSpPr/>
              <p:nvPr/>
            </p:nvSpPr>
            <p:spPr>
              <a:xfrm>
                <a:off x="5631455" y="3830128"/>
                <a:ext cx="182688" cy="205677"/>
              </a:xfrm>
              <a:custGeom>
                <a:rect b="b" l="l" r="r" t="t"/>
                <a:pathLst>
                  <a:path extrusionOk="0" h="841" w="747">
                    <a:moveTo>
                      <a:pt x="0" y="1"/>
                    </a:moveTo>
                    <a:lnTo>
                      <a:pt x="0" y="1"/>
                    </a:lnTo>
                    <a:cubicBezTo>
                      <a:pt x="50" y="194"/>
                      <a:pt x="107" y="403"/>
                      <a:pt x="186" y="596"/>
                    </a:cubicBezTo>
                    <a:lnTo>
                      <a:pt x="747" y="841"/>
                    </a:lnTo>
                    <a:lnTo>
                      <a:pt x="502" y="21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2" name="Google Shape;8692;p72"/>
              <p:cNvSpPr/>
              <p:nvPr/>
            </p:nvSpPr>
            <p:spPr>
              <a:xfrm>
                <a:off x="5631455" y="3830128"/>
                <a:ext cx="0" cy="245"/>
              </a:xfrm>
              <a:custGeom>
                <a:rect b="b" l="l" r="r" t="t"/>
                <a:pathLst>
                  <a:path extrusionOk="0" fill="none" h="1" w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3" name="Google Shape;8693;p72"/>
              <p:cNvSpPr/>
              <p:nvPr/>
            </p:nvSpPr>
            <p:spPr>
              <a:xfrm>
                <a:off x="5770120" y="4466474"/>
                <a:ext cx="42554" cy="387142"/>
              </a:xfrm>
              <a:custGeom>
                <a:rect b="b" l="l" r="r" t="t"/>
                <a:pathLst>
                  <a:path extrusionOk="0" h="1583" w="174">
                    <a:moveTo>
                      <a:pt x="1" y="0"/>
                    </a:moveTo>
                    <a:lnTo>
                      <a:pt x="1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4" name="Google Shape;8694;p72"/>
              <p:cNvSpPr/>
              <p:nvPr/>
            </p:nvSpPr>
            <p:spPr>
              <a:xfrm>
                <a:off x="6422362" y="3619317"/>
                <a:ext cx="337741" cy="1267567"/>
              </a:xfrm>
              <a:custGeom>
                <a:rect b="b" l="l" r="r" t="t"/>
                <a:pathLst>
                  <a:path extrusionOk="0" h="5183" w="1381">
                    <a:moveTo>
                      <a:pt x="1193" y="0"/>
                    </a:moveTo>
                    <a:lnTo>
                      <a:pt x="1" y="5182"/>
                    </a:lnTo>
                    <a:lnTo>
                      <a:pt x="187" y="5182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5" name="Google Shape;8695;p72"/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6" name="Google Shape;8696;p72"/>
              <p:cNvSpPr/>
              <p:nvPr/>
            </p:nvSpPr>
            <p:spPr>
              <a:xfrm>
                <a:off x="6467850" y="3619317"/>
                <a:ext cx="381762" cy="1267567"/>
              </a:xfrm>
              <a:custGeom>
                <a:rect b="b" l="l" r="r" t="t"/>
                <a:pathLst>
                  <a:path extrusionOk="0" h="5183" w="1561">
                    <a:moveTo>
                      <a:pt x="1195" y="0"/>
                    </a:moveTo>
                    <a:lnTo>
                      <a:pt x="1" y="5182"/>
                    </a:lnTo>
                    <a:lnTo>
                      <a:pt x="367" y="518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7" name="Google Shape;8697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rect b="b" l="l" r="r" t="t"/>
                <a:pathLst>
                  <a:path extrusionOk="0" h="8" w="7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8" name="Google Shape;8698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rect b="b" l="l" r="r" t="t"/>
                <a:pathLst>
                  <a:path extrusionOk="0" h="8" w="1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9" name="Google Shape;8699;p72"/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0" name="Google Shape;8700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rect b="b" l="l" r="r" t="t"/>
                <a:pathLst>
                  <a:path extrusionOk="0" h="14" w="35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1" name="Google Shape;8701;p72"/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2" name="Google Shape;8702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rect b="b" l="l" r="r" t="t"/>
                <a:pathLst>
                  <a:path extrusionOk="0" h="8" w="1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3" name="Google Shape;8703;p72"/>
              <p:cNvSpPr/>
              <p:nvPr/>
            </p:nvSpPr>
            <p:spPr>
              <a:xfrm>
                <a:off x="6940829" y="3619317"/>
                <a:ext cx="276111" cy="1014445"/>
              </a:xfrm>
              <a:custGeom>
                <a:rect b="b" l="l" r="r" t="t"/>
                <a:pathLst>
                  <a:path extrusionOk="0" h="4148" w="1129">
                    <a:moveTo>
                      <a:pt x="1" y="0"/>
                    </a:moveTo>
                    <a:lnTo>
                      <a:pt x="956" y="4147"/>
                    </a:lnTo>
                    <a:lnTo>
                      <a:pt x="977" y="4082"/>
                    </a:lnTo>
                    <a:cubicBezTo>
                      <a:pt x="956" y="4075"/>
                      <a:pt x="943" y="4068"/>
                      <a:pt x="943" y="4068"/>
                    </a:cubicBezTo>
                    <a:cubicBezTo>
                      <a:pt x="943" y="4068"/>
                      <a:pt x="977" y="3916"/>
                      <a:pt x="1036" y="3687"/>
                    </a:cubicBezTo>
                    <a:cubicBezTo>
                      <a:pt x="1057" y="3571"/>
                      <a:pt x="1093" y="3435"/>
                      <a:pt x="1129" y="3292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4" name="Google Shape;8704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rect b="b" l="l" r="r" t="t"/>
                <a:pathLst>
                  <a:path extrusionOk="0" h="14" w="35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5" name="Google Shape;8705;p72"/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6" name="Google Shape;8706;p72"/>
              <p:cNvSpPr/>
              <p:nvPr/>
            </p:nvSpPr>
            <p:spPr>
              <a:xfrm>
                <a:off x="7241393" y="4832092"/>
                <a:ext cx="82907" cy="54782"/>
              </a:xfrm>
              <a:custGeom>
                <a:rect b="b" l="l" r="r" t="t"/>
                <a:pathLst>
                  <a:path extrusionOk="0" h="224" w="339">
                    <a:moveTo>
                      <a:pt x="79" y="1"/>
                    </a:moveTo>
                    <a:cubicBezTo>
                      <a:pt x="73" y="28"/>
                      <a:pt x="66" y="58"/>
                      <a:pt x="59" y="87"/>
                    </a:cubicBezTo>
                    <a:cubicBezTo>
                      <a:pt x="59" y="87"/>
                      <a:pt x="43" y="180"/>
                      <a:pt x="29" y="201"/>
                    </a:cubicBezTo>
                    <a:cubicBezTo>
                      <a:pt x="22" y="216"/>
                      <a:pt x="7" y="223"/>
                      <a:pt x="0" y="223"/>
                    </a:cubicBezTo>
                    <a:lnTo>
                      <a:pt x="338" y="223"/>
                    </a:lnTo>
                    <a:lnTo>
                      <a:pt x="295" y="65"/>
                    </a:lnTo>
                    <a:cubicBezTo>
                      <a:pt x="231" y="44"/>
                      <a:pt x="166" y="28"/>
                      <a:pt x="102" y="8"/>
                    </a:cubicBezTo>
                    <a:cubicBezTo>
                      <a:pt x="93" y="8"/>
                      <a:pt x="86" y="1"/>
                      <a:pt x="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7" name="Google Shape;8707;p72"/>
              <p:cNvSpPr/>
              <p:nvPr/>
            </p:nvSpPr>
            <p:spPr>
              <a:xfrm>
                <a:off x="7183433" y="4870488"/>
                <a:ext cx="54782" cy="16386"/>
              </a:xfrm>
              <a:custGeom>
                <a:rect b="b" l="l" r="r" t="t"/>
                <a:pathLst>
                  <a:path extrusionOk="0" h="67" w="224">
                    <a:moveTo>
                      <a:pt x="1" y="1"/>
                    </a:moveTo>
                    <a:lnTo>
                      <a:pt x="15" y="66"/>
                    </a:lnTo>
                    <a:lnTo>
                      <a:pt x="223" y="66"/>
                    </a:lnTo>
                    <a:cubicBezTo>
                      <a:pt x="223" y="66"/>
                      <a:pt x="216" y="59"/>
                      <a:pt x="201" y="59"/>
                    </a:cubicBezTo>
                    <a:cubicBezTo>
                      <a:pt x="166" y="51"/>
                      <a:pt x="101" y="3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8" name="Google Shape;8708;p72"/>
              <p:cNvSpPr/>
              <p:nvPr/>
            </p:nvSpPr>
            <p:spPr>
              <a:xfrm>
                <a:off x="6629504" y="3531030"/>
                <a:ext cx="84619" cy="88532"/>
              </a:xfrm>
              <a:custGeom>
                <a:rect b="b" l="l" r="r" t="t"/>
                <a:pathLst>
                  <a:path extrusionOk="0" h="362" w="346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302"/>
                      <a:pt x="59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296" y="332"/>
                      <a:pt x="266" y="289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9" name="Google Shape;8709;p72"/>
              <p:cNvSpPr/>
              <p:nvPr/>
            </p:nvSpPr>
            <p:spPr>
              <a:xfrm>
                <a:off x="6713877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6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0" name="Google Shape;8710;p72"/>
              <p:cNvSpPr/>
              <p:nvPr/>
            </p:nvSpPr>
            <p:spPr>
              <a:xfrm>
                <a:off x="6694557" y="3531030"/>
                <a:ext cx="388854" cy="88532"/>
              </a:xfrm>
              <a:custGeom>
                <a:rect b="b" l="l" r="r" t="t"/>
                <a:pathLst>
                  <a:path extrusionOk="0" h="362" w="159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89"/>
                      <a:pt x="30" y="332"/>
                      <a:pt x="80" y="352"/>
                    </a:cubicBezTo>
                    <a:cubicBezTo>
                      <a:pt x="95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1" name="Google Shape;8711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rect b="b" l="l" r="r" t="t"/>
                <a:pathLst>
                  <a:path extrusionOk="0" h="30" w="8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2" name="Google Shape;8712;p72"/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rect b="b" l="l" r="r" t="t"/>
                <a:pathLst>
                  <a:path extrusionOk="0" h="223" w="36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3" name="Google Shape;8713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4" name="Google Shape;8714;p72"/>
              <p:cNvSpPr/>
              <p:nvPr/>
            </p:nvSpPr>
            <p:spPr>
              <a:xfrm>
                <a:off x="8239932" y="3531030"/>
                <a:ext cx="203965" cy="438256"/>
              </a:xfrm>
              <a:custGeom>
                <a:rect b="b" l="l" r="r" t="t"/>
                <a:pathLst>
                  <a:path extrusionOk="0" h="1792" w="834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32" y="1791"/>
                    </a:lnTo>
                    <a:cubicBezTo>
                      <a:pt x="409" y="1748"/>
                      <a:pt x="475" y="1669"/>
                      <a:pt x="489" y="1582"/>
                    </a:cubicBezTo>
                    <a:lnTo>
                      <a:pt x="83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5" name="Google Shape;8715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rect b="b" l="l" r="r" t="t"/>
                <a:pathLst>
                  <a:path extrusionOk="0" h="166" w="598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6" name="Google Shape;8716;p72"/>
              <p:cNvSpPr/>
              <p:nvPr/>
            </p:nvSpPr>
            <p:spPr>
              <a:xfrm>
                <a:off x="8281996" y="2961449"/>
                <a:ext cx="278068" cy="495973"/>
              </a:xfrm>
              <a:custGeom>
                <a:rect b="b" l="l" r="r" t="t"/>
                <a:pathLst>
                  <a:path extrusionOk="0" h="2028" w="1137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727" y="2028"/>
                    </a:lnTo>
                    <a:lnTo>
                      <a:pt x="1108" y="253"/>
                    </a:lnTo>
                    <a:cubicBezTo>
                      <a:pt x="1136" y="109"/>
                      <a:pt x="1043" y="1"/>
                      <a:pt x="9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7" name="Google Shape;8717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rect b="b" l="l" r="r" t="t"/>
                <a:pathLst>
                  <a:path extrusionOk="0" h="30" w="8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8" name="Google Shape;8718;p72"/>
              <p:cNvSpPr/>
              <p:nvPr/>
            </p:nvSpPr>
            <p:spPr>
              <a:xfrm>
                <a:off x="8092218" y="3893469"/>
                <a:ext cx="88043" cy="54537"/>
              </a:xfrm>
              <a:custGeom>
                <a:rect b="b" l="l" r="r" t="t"/>
                <a:pathLst>
                  <a:path extrusionOk="0" h="223" w="360">
                    <a:moveTo>
                      <a:pt x="309" y="0"/>
                    </a:moveTo>
                    <a:cubicBezTo>
                      <a:pt x="237" y="94"/>
                      <a:pt x="137" y="173"/>
                      <a:pt x="1" y="223"/>
                    </a:cubicBezTo>
                    <a:lnTo>
                      <a:pt x="359" y="223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9" name="Google Shape;8719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0" name="Google Shape;8720;p72"/>
              <p:cNvSpPr/>
              <p:nvPr/>
            </p:nvSpPr>
            <p:spPr>
              <a:xfrm>
                <a:off x="7779181" y="3977842"/>
                <a:ext cx="49646" cy="1957"/>
              </a:xfrm>
              <a:custGeom>
                <a:rect b="b" l="l" r="r" t="t"/>
                <a:pathLst>
                  <a:path extrusionOk="0" h="8" w="203">
                    <a:moveTo>
                      <a:pt x="145" y="0"/>
                    </a:moveTo>
                    <a:cubicBezTo>
                      <a:pt x="59" y="7"/>
                      <a:pt x="1" y="7"/>
                      <a:pt x="1" y="7"/>
                    </a:cubicBezTo>
                    <a:lnTo>
                      <a:pt x="202" y="7"/>
                    </a:lnTo>
                    <a:cubicBezTo>
                      <a:pt x="180" y="7"/>
                      <a:pt x="159" y="7"/>
                      <a:pt x="1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1" name="Google Shape;8721;p72"/>
              <p:cNvSpPr/>
              <p:nvPr/>
            </p:nvSpPr>
            <p:spPr>
              <a:xfrm>
                <a:off x="7730269" y="3531030"/>
                <a:ext cx="40353" cy="100760"/>
              </a:xfrm>
              <a:custGeom>
                <a:rect b="b" l="l" r="r" t="t"/>
                <a:pathLst>
                  <a:path extrusionOk="0" h="412" w="165">
                    <a:moveTo>
                      <a:pt x="87" y="1"/>
                    </a:moveTo>
                    <a:lnTo>
                      <a:pt x="0" y="411"/>
                    </a:lnTo>
                    <a:cubicBezTo>
                      <a:pt x="64" y="382"/>
                      <a:pt x="114" y="352"/>
                      <a:pt x="151" y="332"/>
                    </a:cubicBezTo>
                    <a:cubicBezTo>
                      <a:pt x="151" y="332"/>
                      <a:pt x="157" y="202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2" name="Google Shape;8722;p72"/>
              <p:cNvSpPr/>
              <p:nvPr/>
            </p:nvSpPr>
            <p:spPr>
              <a:xfrm>
                <a:off x="8239932" y="3531030"/>
                <a:ext cx="93423" cy="255079"/>
              </a:xfrm>
              <a:custGeom>
                <a:rect b="b" l="l" r="r" t="t"/>
                <a:pathLst>
                  <a:path extrusionOk="0" h="1043" w="382">
                    <a:moveTo>
                      <a:pt x="216" y="1"/>
                    </a:moveTo>
                    <a:lnTo>
                      <a:pt x="216" y="232"/>
                    </a:lnTo>
                    <a:cubicBezTo>
                      <a:pt x="216" y="302"/>
                      <a:pt x="159" y="361"/>
                      <a:pt x="87" y="361"/>
                    </a:cubicBezTo>
                    <a:lnTo>
                      <a:pt x="0" y="361"/>
                    </a:lnTo>
                    <a:lnTo>
                      <a:pt x="159" y="1043"/>
                    </a:lnTo>
                    <a:lnTo>
                      <a:pt x="38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3" name="Google Shape;8723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rect b="b" l="l" r="r" t="t"/>
                <a:pathLst>
                  <a:path extrusionOk="0" h="166" w="598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4" name="Google Shape;8724;p72"/>
              <p:cNvSpPr/>
              <p:nvPr/>
            </p:nvSpPr>
            <p:spPr>
              <a:xfrm>
                <a:off x="8281996" y="2961449"/>
                <a:ext cx="168993" cy="495973"/>
              </a:xfrm>
              <a:custGeom>
                <a:rect b="b" l="l" r="r" t="t"/>
                <a:pathLst>
                  <a:path extrusionOk="0" h="2028" w="691">
                    <a:moveTo>
                      <a:pt x="332" y="1"/>
                    </a:moveTo>
                    <a:cubicBezTo>
                      <a:pt x="367" y="66"/>
                      <a:pt x="382" y="159"/>
                      <a:pt x="375" y="318"/>
                    </a:cubicBezTo>
                    <a:cubicBezTo>
                      <a:pt x="367" y="454"/>
                      <a:pt x="123" y="1884"/>
                      <a:pt x="108" y="1934"/>
                    </a:cubicBezTo>
                    <a:cubicBezTo>
                      <a:pt x="101" y="1985"/>
                      <a:pt x="37" y="2028"/>
                      <a:pt x="1" y="2028"/>
                    </a:cubicBezTo>
                    <a:lnTo>
                      <a:pt x="273" y="2028"/>
                    </a:lnTo>
                    <a:lnTo>
                      <a:pt x="655" y="253"/>
                    </a:lnTo>
                    <a:cubicBezTo>
                      <a:pt x="691" y="109"/>
                      <a:pt x="598" y="1"/>
                      <a:pt x="4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5" name="Google Shape;8725;p72"/>
              <p:cNvSpPr/>
              <p:nvPr/>
            </p:nvSpPr>
            <p:spPr>
              <a:xfrm>
                <a:off x="7967248" y="4053411"/>
                <a:ext cx="60162" cy="660808"/>
              </a:xfrm>
              <a:custGeom>
                <a:rect b="b" l="l" r="r" t="t"/>
                <a:pathLst>
                  <a:path extrusionOk="0" h="2702" w="246">
                    <a:moveTo>
                      <a:pt x="1" y="0"/>
                    </a:moveTo>
                    <a:lnTo>
                      <a:pt x="1" y="2702"/>
                    </a:lnTo>
                    <a:lnTo>
                      <a:pt x="246" y="2702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6" name="Google Shape;8726;p72"/>
              <p:cNvSpPr/>
              <p:nvPr/>
            </p:nvSpPr>
            <p:spPr>
              <a:xfrm>
                <a:off x="7766953" y="4713969"/>
                <a:ext cx="497685" cy="172906"/>
              </a:xfrm>
              <a:custGeom>
                <a:rect b="b" l="l" r="r" t="t"/>
                <a:pathLst>
                  <a:path extrusionOk="0" h="707" w="2035">
                    <a:moveTo>
                      <a:pt x="713" y="1"/>
                    </a:moveTo>
                    <a:lnTo>
                      <a:pt x="73" y="375"/>
                    </a:lnTo>
                    <a:lnTo>
                      <a:pt x="1" y="706"/>
                    </a:lnTo>
                    <a:lnTo>
                      <a:pt x="159" y="706"/>
                    </a:lnTo>
                    <a:lnTo>
                      <a:pt x="159" y="620"/>
                    </a:lnTo>
                    <a:lnTo>
                      <a:pt x="713" y="289"/>
                    </a:lnTo>
                    <a:lnTo>
                      <a:pt x="1172" y="289"/>
                    </a:lnTo>
                    <a:lnTo>
                      <a:pt x="1726" y="620"/>
                    </a:lnTo>
                    <a:lnTo>
                      <a:pt x="1726" y="706"/>
                    </a:lnTo>
                    <a:lnTo>
                      <a:pt x="2034" y="706"/>
                    </a:lnTo>
                    <a:lnTo>
                      <a:pt x="2034" y="511"/>
                    </a:lnTo>
                    <a:lnTo>
                      <a:pt x="117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7" name="Google Shape;8727;p72"/>
              <p:cNvSpPr/>
              <p:nvPr/>
            </p:nvSpPr>
            <p:spPr>
              <a:xfrm>
                <a:off x="7754725" y="3977842"/>
                <a:ext cx="86331" cy="75814"/>
              </a:xfrm>
              <a:custGeom>
                <a:rect b="b" l="l" r="r" t="t"/>
                <a:pathLst>
                  <a:path extrusionOk="0" h="310" w="353">
                    <a:moveTo>
                      <a:pt x="245" y="0"/>
                    </a:moveTo>
                    <a:cubicBezTo>
                      <a:pt x="159" y="7"/>
                      <a:pt x="101" y="7"/>
                      <a:pt x="101" y="7"/>
                    </a:cubicBezTo>
                    <a:cubicBezTo>
                      <a:pt x="101" y="7"/>
                      <a:pt x="57" y="137"/>
                      <a:pt x="1" y="309"/>
                    </a:cubicBezTo>
                    <a:lnTo>
                      <a:pt x="280" y="309"/>
                    </a:lnTo>
                    <a:lnTo>
                      <a:pt x="352" y="7"/>
                    </a:lnTo>
                    <a:lnTo>
                      <a:pt x="302" y="7"/>
                    </a:lnTo>
                    <a:cubicBezTo>
                      <a:pt x="280" y="7"/>
                      <a:pt x="259" y="7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8" name="Google Shape;8728;p72"/>
              <p:cNvSpPr/>
              <p:nvPr/>
            </p:nvSpPr>
            <p:spPr>
              <a:xfrm>
                <a:off x="7958443" y="3947761"/>
                <a:ext cx="246764" cy="105896"/>
              </a:xfrm>
              <a:custGeom>
                <a:rect b="b" l="l" r="r" t="t"/>
                <a:pathLst>
                  <a:path extrusionOk="0" h="433" w="1009">
                    <a:moveTo>
                      <a:pt x="548" y="1"/>
                    </a:moveTo>
                    <a:cubicBezTo>
                      <a:pt x="504" y="15"/>
                      <a:pt x="454" y="29"/>
                      <a:pt x="396" y="37"/>
                    </a:cubicBezTo>
                    <a:cubicBezTo>
                      <a:pt x="368" y="44"/>
                      <a:pt x="325" y="51"/>
                      <a:pt x="282" y="58"/>
                    </a:cubicBezTo>
                    <a:cubicBezTo>
                      <a:pt x="223" y="65"/>
                      <a:pt x="159" y="72"/>
                      <a:pt x="87" y="72"/>
                    </a:cubicBezTo>
                    <a:lnTo>
                      <a:pt x="73" y="130"/>
                    </a:lnTo>
                    <a:lnTo>
                      <a:pt x="37" y="274"/>
                    </a:lnTo>
                    <a:lnTo>
                      <a:pt x="1" y="432"/>
                    </a:lnTo>
                    <a:lnTo>
                      <a:pt x="1008" y="432"/>
                    </a:lnTo>
                    <a:lnTo>
                      <a:pt x="936" y="130"/>
                    </a:lnTo>
                    <a:lnTo>
                      <a:pt x="936" y="123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9" name="Google Shape;8729;p72"/>
              <p:cNvSpPr/>
              <p:nvPr/>
            </p:nvSpPr>
            <p:spPr>
              <a:xfrm>
                <a:off x="7216937" y="3353480"/>
                <a:ext cx="191737" cy="63586"/>
              </a:xfrm>
              <a:custGeom>
                <a:rect b="b" l="l" r="r" t="t"/>
                <a:pathLst>
                  <a:path extrusionOk="0" h="260" w="784">
                    <a:moveTo>
                      <a:pt x="279" y="0"/>
                    </a:moveTo>
                    <a:cubicBezTo>
                      <a:pt x="266" y="0"/>
                      <a:pt x="193" y="37"/>
                      <a:pt x="150" y="66"/>
                    </a:cubicBezTo>
                    <a:cubicBezTo>
                      <a:pt x="129" y="80"/>
                      <a:pt x="57" y="166"/>
                      <a:pt x="0" y="259"/>
                    </a:cubicBezTo>
                    <a:lnTo>
                      <a:pt x="783" y="259"/>
                    </a:lnTo>
                    <a:lnTo>
                      <a:pt x="783" y="138"/>
                    </a:lnTo>
                    <a:cubicBezTo>
                      <a:pt x="668" y="102"/>
                      <a:pt x="295" y="0"/>
                      <a:pt x="279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0" name="Google Shape;8730;p72"/>
              <p:cNvSpPr/>
              <p:nvPr/>
            </p:nvSpPr>
            <p:spPr>
              <a:xfrm>
                <a:off x="7408428" y="2923053"/>
                <a:ext cx="478120" cy="494016"/>
              </a:xfrm>
              <a:custGeom>
                <a:rect b="b" l="l" r="r" t="t"/>
                <a:pathLst>
                  <a:path extrusionOk="0" h="2020" w="1955">
                    <a:moveTo>
                      <a:pt x="1955" y="1"/>
                    </a:moveTo>
                    <a:cubicBezTo>
                      <a:pt x="1948" y="8"/>
                      <a:pt x="1762" y="151"/>
                      <a:pt x="1510" y="863"/>
                    </a:cubicBezTo>
                    <a:cubicBezTo>
                      <a:pt x="1430" y="1063"/>
                      <a:pt x="1265" y="1667"/>
                      <a:pt x="1265" y="1667"/>
                    </a:cubicBezTo>
                    <a:lnTo>
                      <a:pt x="0" y="1898"/>
                    </a:lnTo>
                    <a:lnTo>
                      <a:pt x="0" y="2019"/>
                    </a:lnTo>
                    <a:lnTo>
                      <a:pt x="942" y="2019"/>
                    </a:lnTo>
                    <a:cubicBezTo>
                      <a:pt x="1006" y="1933"/>
                      <a:pt x="1078" y="1840"/>
                      <a:pt x="1101" y="1826"/>
                    </a:cubicBezTo>
                    <a:cubicBezTo>
                      <a:pt x="1144" y="1797"/>
                      <a:pt x="1215" y="1760"/>
                      <a:pt x="1230" y="1760"/>
                    </a:cubicBezTo>
                    <a:cubicBezTo>
                      <a:pt x="1237" y="1760"/>
                      <a:pt x="1380" y="1797"/>
                      <a:pt x="1517" y="1833"/>
                    </a:cubicBezTo>
                    <a:cubicBezTo>
                      <a:pt x="1546" y="1358"/>
                      <a:pt x="1610" y="827"/>
                      <a:pt x="1705" y="546"/>
                    </a:cubicBezTo>
                    <a:cubicBezTo>
                      <a:pt x="1782" y="309"/>
                      <a:pt x="1884" y="78"/>
                      <a:pt x="1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1" name="Google Shape;8731;p72"/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rect b="b" l="l" r="r" t="t"/>
                <a:pathLst>
                  <a:path extrusionOk="0" h="28" w="29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2" name="Google Shape;8732;p72"/>
              <p:cNvSpPr/>
              <p:nvPr/>
            </p:nvSpPr>
            <p:spPr>
              <a:xfrm>
                <a:off x="7215225" y="4713969"/>
                <a:ext cx="1712" cy="245"/>
              </a:xfrm>
              <a:custGeom>
                <a:rect b="b" l="l" r="r" t="t"/>
                <a:pathLst>
                  <a:path extrusionOk="0" h="1" w="7">
                    <a:moveTo>
                      <a:pt x="7" y="1"/>
                    </a:moveTo>
                    <a:lnTo>
                      <a:pt x="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3" name="Google Shape;8733;p72"/>
              <p:cNvSpPr/>
              <p:nvPr/>
            </p:nvSpPr>
            <p:spPr>
              <a:xfrm>
                <a:off x="6894852" y="3619317"/>
                <a:ext cx="283448" cy="1059934"/>
              </a:xfrm>
              <a:custGeom>
                <a:rect b="b" l="l" r="r" t="t"/>
                <a:pathLst>
                  <a:path extrusionOk="0" h="4334" w="1159">
                    <a:moveTo>
                      <a:pt x="1" y="0"/>
                    </a:moveTo>
                    <a:lnTo>
                      <a:pt x="1001" y="4334"/>
                    </a:lnTo>
                    <a:cubicBezTo>
                      <a:pt x="1015" y="4327"/>
                      <a:pt x="1022" y="4320"/>
                      <a:pt x="1029" y="4313"/>
                    </a:cubicBezTo>
                    <a:cubicBezTo>
                      <a:pt x="1065" y="4270"/>
                      <a:pt x="1051" y="4227"/>
                      <a:pt x="1051" y="4211"/>
                    </a:cubicBezTo>
                    <a:cubicBezTo>
                      <a:pt x="1051" y="4193"/>
                      <a:pt x="1067" y="4174"/>
                      <a:pt x="1091" y="4174"/>
                    </a:cubicBezTo>
                    <a:cubicBezTo>
                      <a:pt x="1094" y="4174"/>
                      <a:pt x="1098" y="4174"/>
                      <a:pt x="1101" y="4175"/>
                    </a:cubicBezTo>
                    <a:cubicBezTo>
                      <a:pt x="1108" y="4183"/>
                      <a:pt x="1122" y="4183"/>
                      <a:pt x="1131" y="4190"/>
                    </a:cubicBezTo>
                    <a:cubicBezTo>
                      <a:pt x="1138" y="4190"/>
                      <a:pt x="1144" y="4190"/>
                      <a:pt x="1158" y="4197"/>
                    </a:cubicBezTo>
                    <a:lnTo>
                      <a:pt x="1144" y="4147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4" name="Google Shape;8734;p72"/>
              <p:cNvSpPr/>
              <p:nvPr/>
            </p:nvSpPr>
            <p:spPr>
              <a:xfrm>
                <a:off x="7172917" y="4617368"/>
                <a:ext cx="117879" cy="86331"/>
              </a:xfrm>
              <a:custGeom>
                <a:rect b="b" l="l" r="r" t="t"/>
                <a:pathLst>
                  <a:path extrusionOk="0" h="353" w="482">
                    <a:moveTo>
                      <a:pt x="28" y="1"/>
                    </a:moveTo>
                    <a:lnTo>
                      <a:pt x="7" y="66"/>
                    </a:lnTo>
                    <a:lnTo>
                      <a:pt x="21" y="116"/>
                    </a:lnTo>
                    <a:cubicBezTo>
                      <a:pt x="44" y="123"/>
                      <a:pt x="71" y="137"/>
                      <a:pt x="87" y="146"/>
                    </a:cubicBezTo>
                    <a:cubicBezTo>
                      <a:pt x="101" y="153"/>
                      <a:pt x="108" y="232"/>
                      <a:pt x="58" y="289"/>
                    </a:cubicBezTo>
                    <a:cubicBezTo>
                      <a:pt x="44" y="303"/>
                      <a:pt x="28" y="325"/>
                      <a:pt x="1" y="332"/>
                    </a:cubicBezTo>
                    <a:cubicBezTo>
                      <a:pt x="7" y="332"/>
                      <a:pt x="7" y="332"/>
                      <a:pt x="7" y="339"/>
                    </a:cubicBezTo>
                    <a:lnTo>
                      <a:pt x="137" y="339"/>
                    </a:lnTo>
                    <a:cubicBezTo>
                      <a:pt x="144" y="339"/>
                      <a:pt x="151" y="339"/>
                      <a:pt x="158" y="353"/>
                    </a:cubicBezTo>
                    <a:cubicBezTo>
                      <a:pt x="158" y="353"/>
                      <a:pt x="173" y="332"/>
                      <a:pt x="201" y="325"/>
                    </a:cubicBezTo>
                    <a:lnTo>
                      <a:pt x="252" y="325"/>
                    </a:lnTo>
                    <a:lnTo>
                      <a:pt x="252" y="318"/>
                    </a:lnTo>
                    <a:cubicBezTo>
                      <a:pt x="252" y="303"/>
                      <a:pt x="266" y="289"/>
                      <a:pt x="280" y="282"/>
                    </a:cubicBezTo>
                    <a:cubicBezTo>
                      <a:pt x="302" y="282"/>
                      <a:pt x="316" y="296"/>
                      <a:pt x="316" y="318"/>
                    </a:cubicBezTo>
                    <a:lnTo>
                      <a:pt x="316" y="325"/>
                    </a:lnTo>
                    <a:lnTo>
                      <a:pt x="396" y="325"/>
                    </a:lnTo>
                    <a:cubicBezTo>
                      <a:pt x="389" y="303"/>
                      <a:pt x="403" y="289"/>
                      <a:pt x="416" y="282"/>
                    </a:cubicBezTo>
                    <a:lnTo>
                      <a:pt x="432" y="282"/>
                    </a:lnTo>
                    <a:cubicBezTo>
                      <a:pt x="453" y="232"/>
                      <a:pt x="468" y="180"/>
                      <a:pt x="482" y="137"/>
                    </a:cubicBezTo>
                    <a:cubicBezTo>
                      <a:pt x="446" y="130"/>
                      <a:pt x="416" y="123"/>
                      <a:pt x="389" y="116"/>
                    </a:cubicBezTo>
                    <a:cubicBezTo>
                      <a:pt x="316" y="102"/>
                      <a:pt x="252" y="80"/>
                      <a:pt x="187" y="59"/>
                    </a:cubicBezTo>
                    <a:cubicBezTo>
                      <a:pt x="123" y="37"/>
                      <a:pt x="64" y="16"/>
                      <a:pt x="28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5" name="Google Shape;8735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rect b="b" l="l" r="r" t="t"/>
                <a:pathLst>
                  <a:path extrusionOk="0" h="8" w="1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6" name="Google Shape;8736;p72"/>
              <p:cNvSpPr/>
              <p:nvPr/>
            </p:nvSpPr>
            <p:spPr>
              <a:xfrm>
                <a:off x="6852787" y="4738914"/>
                <a:ext cx="403039" cy="147960"/>
              </a:xfrm>
              <a:custGeom>
                <a:rect b="b" l="l" r="r" t="t"/>
                <a:pathLst>
                  <a:path extrusionOk="0" h="605" w="1648">
                    <a:moveTo>
                      <a:pt x="66" y="1"/>
                    </a:moveTo>
                    <a:cubicBezTo>
                      <a:pt x="59" y="1"/>
                      <a:pt x="59" y="7"/>
                      <a:pt x="52" y="7"/>
                    </a:cubicBezTo>
                    <a:cubicBezTo>
                      <a:pt x="36" y="28"/>
                      <a:pt x="9" y="87"/>
                      <a:pt x="0" y="94"/>
                    </a:cubicBezTo>
                    <a:cubicBezTo>
                      <a:pt x="0" y="101"/>
                      <a:pt x="0" y="114"/>
                      <a:pt x="16" y="123"/>
                    </a:cubicBezTo>
                    <a:cubicBezTo>
                      <a:pt x="30" y="130"/>
                      <a:pt x="259" y="230"/>
                      <a:pt x="576" y="323"/>
                    </a:cubicBezTo>
                    <a:cubicBezTo>
                      <a:pt x="849" y="396"/>
                      <a:pt x="1158" y="482"/>
                      <a:pt x="1353" y="539"/>
                    </a:cubicBezTo>
                    <a:cubicBezTo>
                      <a:pt x="1453" y="568"/>
                      <a:pt x="1518" y="589"/>
                      <a:pt x="1553" y="597"/>
                    </a:cubicBezTo>
                    <a:cubicBezTo>
                      <a:pt x="1568" y="597"/>
                      <a:pt x="1575" y="604"/>
                      <a:pt x="1575" y="604"/>
                    </a:cubicBezTo>
                    <a:lnTo>
                      <a:pt x="1589" y="604"/>
                    </a:lnTo>
                    <a:cubicBezTo>
                      <a:pt x="1596" y="604"/>
                      <a:pt x="1611" y="597"/>
                      <a:pt x="1618" y="582"/>
                    </a:cubicBezTo>
                    <a:cubicBezTo>
                      <a:pt x="1632" y="561"/>
                      <a:pt x="1648" y="468"/>
                      <a:pt x="1648" y="468"/>
                    </a:cubicBezTo>
                    <a:cubicBezTo>
                      <a:pt x="1648" y="468"/>
                      <a:pt x="1596" y="453"/>
                      <a:pt x="1518" y="432"/>
                    </a:cubicBezTo>
                    <a:cubicBezTo>
                      <a:pt x="1503" y="432"/>
                      <a:pt x="1489" y="425"/>
                      <a:pt x="1475" y="425"/>
                    </a:cubicBezTo>
                    <a:cubicBezTo>
                      <a:pt x="1467" y="416"/>
                      <a:pt x="1460" y="416"/>
                      <a:pt x="1446" y="416"/>
                    </a:cubicBezTo>
                    <a:cubicBezTo>
                      <a:pt x="1439" y="409"/>
                      <a:pt x="1423" y="409"/>
                      <a:pt x="1417" y="402"/>
                    </a:cubicBezTo>
                    <a:cubicBezTo>
                      <a:pt x="1403" y="402"/>
                      <a:pt x="1396" y="396"/>
                      <a:pt x="1380" y="396"/>
                    </a:cubicBezTo>
                    <a:lnTo>
                      <a:pt x="1373" y="396"/>
                    </a:lnTo>
                    <a:cubicBezTo>
                      <a:pt x="1353" y="389"/>
                      <a:pt x="1337" y="382"/>
                      <a:pt x="1316" y="373"/>
                    </a:cubicBezTo>
                    <a:cubicBezTo>
                      <a:pt x="1294" y="366"/>
                      <a:pt x="1266" y="359"/>
                      <a:pt x="1244" y="359"/>
                    </a:cubicBezTo>
                    <a:cubicBezTo>
                      <a:pt x="1194" y="339"/>
                      <a:pt x="1130" y="323"/>
                      <a:pt x="1072" y="309"/>
                    </a:cubicBezTo>
                    <a:cubicBezTo>
                      <a:pt x="1051" y="302"/>
                      <a:pt x="1021" y="296"/>
                      <a:pt x="1001" y="287"/>
                    </a:cubicBezTo>
                    <a:lnTo>
                      <a:pt x="992" y="287"/>
                    </a:lnTo>
                    <a:cubicBezTo>
                      <a:pt x="915" y="266"/>
                      <a:pt x="835" y="237"/>
                      <a:pt x="756" y="216"/>
                    </a:cubicBezTo>
                    <a:cubicBezTo>
                      <a:pt x="713" y="209"/>
                      <a:pt x="676" y="194"/>
                      <a:pt x="640" y="187"/>
                    </a:cubicBezTo>
                    <a:cubicBezTo>
                      <a:pt x="626" y="180"/>
                      <a:pt x="613" y="180"/>
                      <a:pt x="597" y="173"/>
                    </a:cubicBezTo>
                    <a:lnTo>
                      <a:pt x="583" y="173"/>
                    </a:lnTo>
                    <a:cubicBezTo>
                      <a:pt x="311" y="94"/>
                      <a:pt x="102" y="7"/>
                      <a:pt x="86" y="7"/>
                    </a:cubicBezTo>
                    <a:cubicBezTo>
                      <a:pt x="86" y="7"/>
                      <a:pt x="73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7" name="Google Shape;8737;p72"/>
              <p:cNvSpPr/>
              <p:nvPr/>
            </p:nvSpPr>
            <p:spPr>
              <a:xfrm>
                <a:off x="6997078" y="4696850"/>
                <a:ext cx="24701" cy="21277"/>
              </a:xfrm>
              <a:custGeom>
                <a:rect b="b" l="l" r="r" t="t"/>
                <a:pathLst>
                  <a:path extrusionOk="0" h="87" w="101">
                    <a:moveTo>
                      <a:pt x="43" y="0"/>
                    </a:moveTo>
                    <a:cubicBezTo>
                      <a:pt x="14" y="7"/>
                      <a:pt x="0" y="28"/>
                      <a:pt x="0" y="28"/>
                    </a:cubicBezTo>
                    <a:cubicBezTo>
                      <a:pt x="7" y="36"/>
                      <a:pt x="14" y="50"/>
                      <a:pt x="23" y="71"/>
                    </a:cubicBezTo>
                    <a:cubicBezTo>
                      <a:pt x="30" y="79"/>
                      <a:pt x="43" y="86"/>
                      <a:pt x="57" y="86"/>
                    </a:cubicBezTo>
                    <a:lnTo>
                      <a:pt x="100" y="86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8" name="Google Shape;8738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rect b="b" l="l" r="r" t="t"/>
                <a:pathLst>
                  <a:path extrusionOk="0" h="8" w="7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9" name="Google Shape;8739;p72"/>
              <p:cNvSpPr/>
              <p:nvPr/>
            </p:nvSpPr>
            <p:spPr>
              <a:xfrm>
                <a:off x="7137455" y="4639867"/>
                <a:ext cx="61874" cy="60407"/>
              </a:xfrm>
              <a:custGeom>
                <a:rect b="b" l="l" r="r" t="t"/>
                <a:pathLst>
                  <a:path extrusionOk="0" h="247" w="253">
                    <a:moveTo>
                      <a:pt x="99" y="1"/>
                    </a:moveTo>
                    <a:cubicBezTo>
                      <a:pt x="75" y="1"/>
                      <a:pt x="59" y="20"/>
                      <a:pt x="59" y="38"/>
                    </a:cubicBezTo>
                    <a:cubicBezTo>
                      <a:pt x="59" y="54"/>
                      <a:pt x="73" y="97"/>
                      <a:pt x="37" y="140"/>
                    </a:cubicBezTo>
                    <a:cubicBezTo>
                      <a:pt x="30" y="147"/>
                      <a:pt x="23" y="154"/>
                      <a:pt x="9" y="161"/>
                    </a:cubicBezTo>
                    <a:lnTo>
                      <a:pt x="1" y="167"/>
                    </a:lnTo>
                    <a:lnTo>
                      <a:pt x="23" y="211"/>
                    </a:lnTo>
                    <a:lnTo>
                      <a:pt x="37" y="240"/>
                    </a:lnTo>
                    <a:lnTo>
                      <a:pt x="37" y="247"/>
                    </a:lnTo>
                    <a:lnTo>
                      <a:pt x="152" y="247"/>
                    </a:lnTo>
                    <a:cubicBezTo>
                      <a:pt x="152" y="240"/>
                      <a:pt x="152" y="240"/>
                      <a:pt x="146" y="240"/>
                    </a:cubicBezTo>
                    <a:cubicBezTo>
                      <a:pt x="173" y="233"/>
                      <a:pt x="189" y="211"/>
                      <a:pt x="203" y="197"/>
                    </a:cubicBezTo>
                    <a:cubicBezTo>
                      <a:pt x="253" y="140"/>
                      <a:pt x="246" y="61"/>
                      <a:pt x="232" y="54"/>
                    </a:cubicBezTo>
                    <a:cubicBezTo>
                      <a:pt x="216" y="45"/>
                      <a:pt x="189" y="31"/>
                      <a:pt x="166" y="24"/>
                    </a:cubicBezTo>
                    <a:cubicBezTo>
                      <a:pt x="152" y="17"/>
                      <a:pt x="146" y="17"/>
                      <a:pt x="139" y="17"/>
                    </a:cubicBezTo>
                    <a:cubicBezTo>
                      <a:pt x="130" y="10"/>
                      <a:pt x="116" y="10"/>
                      <a:pt x="109" y="2"/>
                    </a:cubicBezTo>
                    <a:cubicBezTo>
                      <a:pt x="106" y="1"/>
                      <a:pt x="102" y="1"/>
                      <a:pt x="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0" name="Google Shape;8740;p72"/>
              <p:cNvSpPr/>
              <p:nvPr/>
            </p:nvSpPr>
            <p:spPr>
              <a:xfrm>
                <a:off x="7105907" y="4687801"/>
                <a:ext cx="21277" cy="15897"/>
              </a:xfrm>
              <a:custGeom>
                <a:rect b="b" l="l" r="r" t="t"/>
                <a:pathLst>
                  <a:path extrusionOk="0" h="65" w="87">
                    <a:moveTo>
                      <a:pt x="66" y="1"/>
                    </a:moveTo>
                    <a:cubicBezTo>
                      <a:pt x="52" y="8"/>
                      <a:pt x="30" y="8"/>
                      <a:pt x="0" y="15"/>
                    </a:cubicBezTo>
                    <a:lnTo>
                      <a:pt x="16" y="65"/>
                    </a:lnTo>
                    <a:cubicBezTo>
                      <a:pt x="37" y="58"/>
                      <a:pt x="66" y="51"/>
                      <a:pt x="87" y="51"/>
                    </a:cubicBezTo>
                    <a:lnTo>
                      <a:pt x="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1" name="Google Shape;8741;p72"/>
              <p:cNvSpPr/>
              <p:nvPr/>
            </p:nvSpPr>
            <p:spPr>
              <a:xfrm>
                <a:off x="7037430" y="4696850"/>
                <a:ext cx="21521" cy="21277"/>
              </a:xfrm>
              <a:custGeom>
                <a:rect b="b" l="l" r="r" t="t"/>
                <a:pathLst>
                  <a:path extrusionOk="0" h="87" w="88">
                    <a:moveTo>
                      <a:pt x="1" y="0"/>
                    </a:moveTo>
                    <a:lnTo>
                      <a:pt x="8" y="86"/>
                    </a:lnTo>
                    <a:cubicBezTo>
                      <a:pt x="30" y="86"/>
                      <a:pt x="58" y="86"/>
                      <a:pt x="87" y="79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2" name="Google Shape;8742;p72"/>
              <p:cNvSpPr/>
              <p:nvPr/>
            </p:nvSpPr>
            <p:spPr>
              <a:xfrm>
                <a:off x="7072647" y="4692937"/>
                <a:ext cx="22989" cy="21277"/>
              </a:xfrm>
              <a:custGeom>
                <a:rect b="b" l="l" r="r" t="t"/>
                <a:pathLst>
                  <a:path extrusionOk="0" h="87" w="94">
                    <a:moveTo>
                      <a:pt x="72" y="0"/>
                    </a:moveTo>
                    <a:cubicBezTo>
                      <a:pt x="50" y="9"/>
                      <a:pt x="22" y="9"/>
                      <a:pt x="0" y="9"/>
                    </a:cubicBezTo>
                    <a:lnTo>
                      <a:pt x="16" y="87"/>
                    </a:lnTo>
                    <a:cubicBezTo>
                      <a:pt x="36" y="87"/>
                      <a:pt x="66" y="80"/>
                      <a:pt x="93" y="80"/>
                    </a:cubicBez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3" name="Google Shape;8743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rect b="b" l="l" r="r" t="t"/>
                <a:pathLst>
                  <a:path extrusionOk="0" h="8" w="7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4" name="Google Shape;8744;p72"/>
              <p:cNvSpPr/>
              <p:nvPr/>
            </p:nvSpPr>
            <p:spPr>
              <a:xfrm>
                <a:off x="7100771" y="4744050"/>
                <a:ext cx="9049" cy="3913"/>
              </a:xfrm>
              <a:custGeom>
                <a:rect b="b" l="l" r="r" t="t"/>
                <a:pathLst>
                  <a:path extrusionOk="0" h="16" w="37">
                    <a:moveTo>
                      <a:pt x="37" y="16"/>
                    </a:moveTo>
                    <a:cubicBezTo>
                      <a:pt x="21" y="16"/>
                      <a:pt x="14" y="7"/>
                      <a:pt x="1" y="0"/>
                    </a:cubicBezTo>
                    <a:cubicBezTo>
                      <a:pt x="14" y="7"/>
                      <a:pt x="21" y="16"/>
                      <a:pt x="37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5" name="Google Shape;8745;p72"/>
              <p:cNvSpPr/>
              <p:nvPr/>
            </p:nvSpPr>
            <p:spPr>
              <a:xfrm>
                <a:off x="7002458" y="4712257"/>
                <a:ext cx="258503" cy="141357"/>
              </a:xfrm>
              <a:custGeom>
                <a:rect b="b" l="l" r="r" t="t"/>
                <a:pathLst>
                  <a:path extrusionOk="0" h="578" w="1057">
                    <a:moveTo>
                      <a:pt x="380" y="1"/>
                    </a:moveTo>
                    <a:cubicBezTo>
                      <a:pt x="353" y="1"/>
                      <a:pt x="323" y="8"/>
                      <a:pt x="303" y="8"/>
                    </a:cubicBezTo>
                    <a:lnTo>
                      <a:pt x="309" y="37"/>
                    </a:lnTo>
                    <a:lnTo>
                      <a:pt x="309" y="44"/>
                    </a:lnTo>
                    <a:cubicBezTo>
                      <a:pt x="309" y="60"/>
                      <a:pt x="294" y="73"/>
                      <a:pt x="280" y="80"/>
                    </a:cubicBezTo>
                    <a:cubicBezTo>
                      <a:pt x="259" y="80"/>
                      <a:pt x="244" y="73"/>
                      <a:pt x="237" y="51"/>
                    </a:cubicBezTo>
                    <a:lnTo>
                      <a:pt x="230" y="16"/>
                    </a:lnTo>
                    <a:cubicBezTo>
                      <a:pt x="201" y="23"/>
                      <a:pt x="173" y="23"/>
                      <a:pt x="151" y="23"/>
                    </a:cubicBezTo>
                    <a:lnTo>
                      <a:pt x="151" y="51"/>
                    </a:lnTo>
                    <a:lnTo>
                      <a:pt x="151" y="66"/>
                    </a:lnTo>
                    <a:cubicBezTo>
                      <a:pt x="144" y="73"/>
                      <a:pt x="137" y="87"/>
                      <a:pt x="121" y="87"/>
                    </a:cubicBezTo>
                    <a:cubicBezTo>
                      <a:pt x="108" y="87"/>
                      <a:pt x="94" y="80"/>
                      <a:pt x="87" y="66"/>
                    </a:cubicBezTo>
                    <a:lnTo>
                      <a:pt x="87" y="51"/>
                    </a:lnTo>
                    <a:lnTo>
                      <a:pt x="78" y="23"/>
                    </a:lnTo>
                    <a:lnTo>
                      <a:pt x="35" y="23"/>
                    </a:lnTo>
                    <a:cubicBezTo>
                      <a:pt x="21" y="23"/>
                      <a:pt x="8" y="16"/>
                      <a:pt x="1" y="8"/>
                    </a:cubicBezTo>
                    <a:lnTo>
                      <a:pt x="1" y="8"/>
                    </a:lnTo>
                    <a:cubicBezTo>
                      <a:pt x="21" y="66"/>
                      <a:pt x="35" y="160"/>
                      <a:pt x="28" y="296"/>
                    </a:cubicBezTo>
                    <a:cubicBezTo>
                      <a:pt x="64" y="303"/>
                      <a:pt x="101" y="318"/>
                      <a:pt x="144" y="325"/>
                    </a:cubicBezTo>
                    <a:cubicBezTo>
                      <a:pt x="223" y="346"/>
                      <a:pt x="303" y="375"/>
                      <a:pt x="380" y="396"/>
                    </a:cubicBezTo>
                    <a:lnTo>
                      <a:pt x="389" y="396"/>
                    </a:lnTo>
                    <a:cubicBezTo>
                      <a:pt x="409" y="405"/>
                      <a:pt x="439" y="411"/>
                      <a:pt x="460" y="418"/>
                    </a:cubicBezTo>
                    <a:cubicBezTo>
                      <a:pt x="518" y="432"/>
                      <a:pt x="582" y="448"/>
                      <a:pt x="632" y="468"/>
                    </a:cubicBezTo>
                    <a:cubicBezTo>
                      <a:pt x="654" y="468"/>
                      <a:pt x="682" y="475"/>
                      <a:pt x="704" y="482"/>
                    </a:cubicBezTo>
                    <a:cubicBezTo>
                      <a:pt x="725" y="491"/>
                      <a:pt x="741" y="498"/>
                      <a:pt x="761" y="505"/>
                    </a:cubicBezTo>
                    <a:lnTo>
                      <a:pt x="768" y="505"/>
                    </a:lnTo>
                    <a:cubicBezTo>
                      <a:pt x="784" y="505"/>
                      <a:pt x="791" y="511"/>
                      <a:pt x="805" y="511"/>
                    </a:cubicBezTo>
                    <a:cubicBezTo>
                      <a:pt x="811" y="518"/>
                      <a:pt x="827" y="518"/>
                      <a:pt x="834" y="525"/>
                    </a:cubicBezTo>
                    <a:cubicBezTo>
                      <a:pt x="848" y="525"/>
                      <a:pt x="855" y="525"/>
                      <a:pt x="863" y="534"/>
                    </a:cubicBezTo>
                    <a:cubicBezTo>
                      <a:pt x="877" y="534"/>
                      <a:pt x="891" y="541"/>
                      <a:pt x="906" y="541"/>
                    </a:cubicBezTo>
                    <a:cubicBezTo>
                      <a:pt x="984" y="562"/>
                      <a:pt x="1036" y="577"/>
                      <a:pt x="1036" y="577"/>
                    </a:cubicBezTo>
                    <a:cubicBezTo>
                      <a:pt x="1043" y="548"/>
                      <a:pt x="1050" y="518"/>
                      <a:pt x="1056" y="491"/>
                    </a:cubicBezTo>
                    <a:cubicBezTo>
                      <a:pt x="999" y="475"/>
                      <a:pt x="941" y="461"/>
                      <a:pt x="884" y="439"/>
                    </a:cubicBezTo>
                    <a:cubicBezTo>
                      <a:pt x="870" y="439"/>
                      <a:pt x="855" y="432"/>
                      <a:pt x="841" y="432"/>
                    </a:cubicBezTo>
                    <a:cubicBezTo>
                      <a:pt x="784" y="411"/>
                      <a:pt x="734" y="396"/>
                      <a:pt x="682" y="382"/>
                    </a:cubicBezTo>
                    <a:cubicBezTo>
                      <a:pt x="446" y="303"/>
                      <a:pt x="287" y="232"/>
                      <a:pt x="280" y="232"/>
                    </a:cubicBezTo>
                    <a:cubicBezTo>
                      <a:pt x="266" y="223"/>
                      <a:pt x="259" y="210"/>
                      <a:pt x="259" y="203"/>
                    </a:cubicBezTo>
                    <a:cubicBezTo>
                      <a:pt x="266" y="196"/>
                      <a:pt x="294" y="137"/>
                      <a:pt x="316" y="116"/>
                    </a:cubicBezTo>
                    <a:cubicBezTo>
                      <a:pt x="316" y="116"/>
                      <a:pt x="323" y="110"/>
                      <a:pt x="330" y="110"/>
                    </a:cubicBezTo>
                    <a:cubicBezTo>
                      <a:pt x="330" y="110"/>
                      <a:pt x="353" y="66"/>
                      <a:pt x="380" y="30"/>
                    </a:cubicBezTo>
                    <a:cubicBezTo>
                      <a:pt x="380" y="30"/>
                      <a:pt x="380" y="23"/>
                      <a:pt x="389" y="23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6" name="Google Shape;8746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rect b="b" l="l" r="r" t="t"/>
                <a:pathLst>
                  <a:path extrusionOk="0" h="14" w="35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7" name="Google Shape;8747;p72"/>
              <p:cNvSpPr/>
              <p:nvPr/>
            </p:nvSpPr>
            <p:spPr>
              <a:xfrm>
                <a:off x="7266094" y="4796630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1" y="1"/>
                    </a:moveTo>
                    <a:lnTo>
                      <a:pt x="1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8" name="Google Shape;8748;p72"/>
              <p:cNvSpPr/>
              <p:nvPr/>
            </p:nvSpPr>
            <p:spPr>
              <a:xfrm>
                <a:off x="6868684" y="4699295"/>
                <a:ext cx="142580" cy="85352"/>
              </a:xfrm>
              <a:custGeom>
                <a:rect b="b" l="l" r="r" t="t"/>
                <a:pathLst>
                  <a:path extrusionOk="0" h="349" w="583">
                    <a:moveTo>
                      <a:pt x="282" y="1"/>
                    </a:moveTo>
                    <a:cubicBezTo>
                      <a:pt x="237" y="1"/>
                      <a:pt x="199" y="2"/>
                      <a:pt x="187" y="4"/>
                    </a:cubicBezTo>
                    <a:cubicBezTo>
                      <a:pt x="151" y="4"/>
                      <a:pt x="101" y="18"/>
                      <a:pt x="80" y="47"/>
                    </a:cubicBezTo>
                    <a:cubicBezTo>
                      <a:pt x="51" y="76"/>
                      <a:pt x="1" y="163"/>
                      <a:pt x="1" y="163"/>
                    </a:cubicBezTo>
                    <a:cubicBezTo>
                      <a:pt x="8" y="163"/>
                      <a:pt x="21" y="169"/>
                      <a:pt x="21" y="169"/>
                    </a:cubicBezTo>
                    <a:cubicBezTo>
                      <a:pt x="37" y="169"/>
                      <a:pt x="246" y="256"/>
                      <a:pt x="518" y="335"/>
                    </a:cubicBezTo>
                    <a:lnTo>
                      <a:pt x="532" y="335"/>
                    </a:lnTo>
                    <a:cubicBezTo>
                      <a:pt x="548" y="342"/>
                      <a:pt x="561" y="342"/>
                      <a:pt x="575" y="349"/>
                    </a:cubicBezTo>
                    <a:cubicBezTo>
                      <a:pt x="582" y="213"/>
                      <a:pt x="568" y="119"/>
                      <a:pt x="548" y="61"/>
                    </a:cubicBezTo>
                    <a:cubicBezTo>
                      <a:pt x="539" y="40"/>
                      <a:pt x="532" y="26"/>
                      <a:pt x="525" y="18"/>
                    </a:cubicBezTo>
                    <a:cubicBezTo>
                      <a:pt x="518" y="4"/>
                      <a:pt x="511" y="4"/>
                      <a:pt x="511" y="4"/>
                    </a:cubicBezTo>
                    <a:cubicBezTo>
                      <a:pt x="496" y="4"/>
                      <a:pt x="373" y="1"/>
                      <a:pt x="2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9" name="Google Shape;8749;p72"/>
              <p:cNvSpPr/>
              <p:nvPr/>
            </p:nvSpPr>
            <p:spPr>
              <a:xfrm>
                <a:off x="6998790" y="4781223"/>
                <a:ext cx="10761" cy="3424"/>
              </a:xfrm>
              <a:custGeom>
                <a:rect b="b" l="l" r="r" t="t"/>
                <a:pathLst>
                  <a:path extrusionOk="0" h="14" w="44">
                    <a:moveTo>
                      <a:pt x="43" y="14"/>
                    </a:moveTo>
                    <a:lnTo>
                      <a:pt x="43" y="14"/>
                    </a:lnTo>
                    <a:cubicBezTo>
                      <a:pt x="29" y="7"/>
                      <a:pt x="16" y="7"/>
                      <a:pt x="0" y="0"/>
                    </a:cubicBezTo>
                    <a:cubicBezTo>
                      <a:pt x="16" y="7"/>
                      <a:pt x="29" y="7"/>
                      <a:pt x="43" y="14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0" name="Google Shape;8750;p72"/>
              <p:cNvSpPr/>
              <p:nvPr/>
            </p:nvSpPr>
            <p:spPr>
              <a:xfrm>
                <a:off x="7019822" y="4686089"/>
                <a:ext cx="19565" cy="47690"/>
              </a:xfrm>
              <a:custGeom>
                <a:rect b="b" l="l" r="r" t="t"/>
                <a:pathLst>
                  <a:path extrusionOk="0" h="195" w="80">
                    <a:moveTo>
                      <a:pt x="30" y="1"/>
                    </a:moveTo>
                    <a:cubicBezTo>
                      <a:pt x="16" y="8"/>
                      <a:pt x="0" y="22"/>
                      <a:pt x="0" y="44"/>
                    </a:cubicBezTo>
                    <a:lnTo>
                      <a:pt x="7" y="130"/>
                    </a:lnTo>
                    <a:lnTo>
                      <a:pt x="16" y="158"/>
                    </a:lnTo>
                    <a:lnTo>
                      <a:pt x="16" y="173"/>
                    </a:lnTo>
                    <a:cubicBezTo>
                      <a:pt x="23" y="187"/>
                      <a:pt x="37" y="194"/>
                      <a:pt x="50" y="194"/>
                    </a:cubicBezTo>
                    <a:cubicBezTo>
                      <a:pt x="66" y="194"/>
                      <a:pt x="73" y="180"/>
                      <a:pt x="80" y="173"/>
                    </a:cubicBezTo>
                    <a:lnTo>
                      <a:pt x="80" y="158"/>
                    </a:lnTo>
                    <a:lnTo>
                      <a:pt x="80" y="130"/>
                    </a:lnTo>
                    <a:lnTo>
                      <a:pt x="73" y="44"/>
                    </a:lnTo>
                    <a:lnTo>
                      <a:pt x="73" y="37"/>
                    </a:lnTo>
                    <a:cubicBezTo>
                      <a:pt x="66" y="15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1" name="Google Shape;8751;p72"/>
              <p:cNvSpPr/>
              <p:nvPr/>
            </p:nvSpPr>
            <p:spPr>
              <a:xfrm>
                <a:off x="7055283" y="4686089"/>
                <a:ext cx="22989" cy="45978"/>
              </a:xfrm>
              <a:custGeom>
                <a:rect b="b" l="l" r="r" t="t"/>
                <a:pathLst>
                  <a:path extrusionOk="0" h="188" w="94">
                    <a:moveTo>
                      <a:pt x="28" y="1"/>
                    </a:moveTo>
                    <a:cubicBezTo>
                      <a:pt x="7" y="8"/>
                      <a:pt x="0" y="22"/>
                      <a:pt x="0" y="44"/>
                    </a:cubicBezTo>
                    <a:lnTo>
                      <a:pt x="14" y="123"/>
                    </a:lnTo>
                    <a:lnTo>
                      <a:pt x="21" y="158"/>
                    </a:lnTo>
                    <a:cubicBezTo>
                      <a:pt x="28" y="180"/>
                      <a:pt x="43" y="187"/>
                      <a:pt x="64" y="187"/>
                    </a:cubicBezTo>
                    <a:cubicBezTo>
                      <a:pt x="78" y="180"/>
                      <a:pt x="93" y="167"/>
                      <a:pt x="93" y="151"/>
                    </a:cubicBezTo>
                    <a:lnTo>
                      <a:pt x="93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64" y="15"/>
                      <a:pt x="50" y="1"/>
                      <a:pt x="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2" name="Google Shape;8752;p72"/>
              <p:cNvSpPr/>
              <p:nvPr/>
            </p:nvSpPr>
            <p:spPr>
              <a:xfrm>
                <a:off x="7086831" y="4680709"/>
                <a:ext cx="22989" cy="37418"/>
              </a:xfrm>
              <a:custGeom>
                <a:rect b="b" l="l" r="r" t="t"/>
                <a:pathLst>
                  <a:path extrusionOk="0" h="153" w="94">
                    <a:moveTo>
                      <a:pt x="28" y="0"/>
                    </a:moveTo>
                    <a:cubicBezTo>
                      <a:pt x="14" y="7"/>
                      <a:pt x="1" y="23"/>
                      <a:pt x="8" y="44"/>
                    </a:cubicBezTo>
                    <a:lnTo>
                      <a:pt x="14" y="50"/>
                    </a:lnTo>
                    <a:lnTo>
                      <a:pt x="35" y="130"/>
                    </a:lnTo>
                    <a:lnTo>
                      <a:pt x="44" y="152"/>
                    </a:lnTo>
                    <a:cubicBezTo>
                      <a:pt x="44" y="137"/>
                      <a:pt x="51" y="130"/>
                      <a:pt x="58" y="123"/>
                    </a:cubicBezTo>
                    <a:cubicBezTo>
                      <a:pt x="71" y="109"/>
                      <a:pt x="78" y="102"/>
                      <a:pt x="94" y="94"/>
                    </a:cubicBezTo>
                    <a:lnTo>
                      <a:pt x="78" y="44"/>
                    </a:lnTo>
                    <a:lnTo>
                      <a:pt x="71" y="23"/>
                    </a:lnTo>
                    <a:cubicBezTo>
                      <a:pt x="71" y="7"/>
                      <a:pt x="58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3" name="Google Shape;8753;p72"/>
              <p:cNvSpPr/>
              <p:nvPr/>
            </p:nvSpPr>
            <p:spPr>
              <a:xfrm>
                <a:off x="7120092" y="4673861"/>
                <a:ext cx="26413" cy="26413"/>
              </a:xfrm>
              <a:custGeom>
                <a:rect b="b" l="l" r="r" t="t"/>
                <a:pathLst>
                  <a:path extrusionOk="0" h="108" w="108">
                    <a:moveTo>
                      <a:pt x="44" y="1"/>
                    </a:moveTo>
                    <a:cubicBezTo>
                      <a:pt x="37" y="1"/>
                      <a:pt x="29" y="1"/>
                      <a:pt x="29" y="8"/>
                    </a:cubicBezTo>
                    <a:cubicBezTo>
                      <a:pt x="8" y="15"/>
                      <a:pt x="1" y="28"/>
                      <a:pt x="8" y="51"/>
                    </a:cubicBezTo>
                    <a:lnTo>
                      <a:pt x="8" y="58"/>
                    </a:lnTo>
                    <a:lnTo>
                      <a:pt x="29" y="108"/>
                    </a:lnTo>
                    <a:lnTo>
                      <a:pt x="101" y="108"/>
                    </a:lnTo>
                    <a:cubicBezTo>
                      <a:pt x="101" y="101"/>
                      <a:pt x="108" y="101"/>
                      <a:pt x="108" y="101"/>
                    </a:cubicBezTo>
                    <a:lnTo>
                      <a:pt x="94" y="72"/>
                    </a:lnTo>
                    <a:lnTo>
                      <a:pt x="72" y="28"/>
                    </a:lnTo>
                    <a:lnTo>
                      <a:pt x="72" y="22"/>
                    </a:lnTo>
                    <a:cubicBezTo>
                      <a:pt x="65" y="8"/>
                      <a:pt x="51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4" name="Google Shape;8754;p72"/>
              <p:cNvSpPr/>
              <p:nvPr/>
            </p:nvSpPr>
            <p:spPr>
              <a:xfrm>
                <a:off x="7144792" y="4698317"/>
                <a:ext cx="1712" cy="1957"/>
              </a:xfrm>
              <a:custGeom>
                <a:rect b="b" l="l" r="r" t="t"/>
                <a:pathLst>
                  <a:path extrusionOk="0" h="8" w="7">
                    <a:moveTo>
                      <a:pt x="7" y="1"/>
                    </a:moveTo>
                    <a:cubicBezTo>
                      <a:pt x="7" y="1"/>
                      <a:pt x="0" y="1"/>
                      <a:pt x="0" y="8"/>
                    </a:cubicBezTo>
                    <a:lnTo>
                      <a:pt x="7" y="8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5" name="Google Shape;8755;p72"/>
              <p:cNvSpPr/>
              <p:nvPr/>
            </p:nvSpPr>
            <p:spPr>
              <a:xfrm>
                <a:off x="7171205" y="3611980"/>
                <a:ext cx="694313" cy="1044526"/>
              </a:xfrm>
              <a:custGeom>
                <a:rect b="b" l="l" r="r" t="t"/>
                <a:pathLst>
                  <a:path extrusionOk="0" h="4271" w="2839">
                    <a:moveTo>
                      <a:pt x="2437" y="1"/>
                    </a:moveTo>
                    <a:cubicBezTo>
                      <a:pt x="2400" y="21"/>
                      <a:pt x="2350" y="51"/>
                      <a:pt x="2286" y="80"/>
                    </a:cubicBezTo>
                    <a:cubicBezTo>
                      <a:pt x="2035" y="210"/>
                      <a:pt x="1603" y="432"/>
                      <a:pt x="970" y="791"/>
                    </a:cubicBezTo>
                    <a:cubicBezTo>
                      <a:pt x="798" y="893"/>
                      <a:pt x="725" y="1122"/>
                      <a:pt x="675" y="1301"/>
                    </a:cubicBezTo>
                    <a:cubicBezTo>
                      <a:pt x="648" y="1424"/>
                      <a:pt x="373" y="2538"/>
                      <a:pt x="187" y="3322"/>
                    </a:cubicBezTo>
                    <a:cubicBezTo>
                      <a:pt x="151" y="3465"/>
                      <a:pt x="115" y="3601"/>
                      <a:pt x="94" y="3717"/>
                    </a:cubicBezTo>
                    <a:cubicBezTo>
                      <a:pt x="35" y="3946"/>
                      <a:pt x="1" y="4098"/>
                      <a:pt x="1" y="4098"/>
                    </a:cubicBezTo>
                    <a:cubicBezTo>
                      <a:pt x="1" y="4098"/>
                      <a:pt x="14" y="4105"/>
                      <a:pt x="35" y="4112"/>
                    </a:cubicBezTo>
                    <a:cubicBezTo>
                      <a:pt x="71" y="4127"/>
                      <a:pt x="130" y="4148"/>
                      <a:pt x="194" y="4170"/>
                    </a:cubicBezTo>
                    <a:cubicBezTo>
                      <a:pt x="259" y="4191"/>
                      <a:pt x="323" y="4213"/>
                      <a:pt x="396" y="4227"/>
                    </a:cubicBezTo>
                    <a:cubicBezTo>
                      <a:pt x="423" y="4234"/>
                      <a:pt x="453" y="4241"/>
                      <a:pt x="489" y="4248"/>
                    </a:cubicBezTo>
                    <a:cubicBezTo>
                      <a:pt x="525" y="4257"/>
                      <a:pt x="568" y="4264"/>
                      <a:pt x="604" y="4270"/>
                    </a:cubicBezTo>
                    <a:lnTo>
                      <a:pt x="648" y="3989"/>
                    </a:lnTo>
                    <a:cubicBezTo>
                      <a:pt x="648" y="3989"/>
                      <a:pt x="1036" y="3040"/>
                      <a:pt x="1165" y="2754"/>
                    </a:cubicBezTo>
                    <a:lnTo>
                      <a:pt x="1172" y="2747"/>
                    </a:lnTo>
                    <a:cubicBezTo>
                      <a:pt x="1322" y="2071"/>
                      <a:pt x="1474" y="1374"/>
                      <a:pt x="1502" y="1281"/>
                    </a:cubicBezTo>
                    <a:cubicBezTo>
                      <a:pt x="1553" y="1093"/>
                      <a:pt x="1596" y="943"/>
                      <a:pt x="1760" y="841"/>
                    </a:cubicBezTo>
                    <a:cubicBezTo>
                      <a:pt x="1912" y="741"/>
                      <a:pt x="2048" y="655"/>
                      <a:pt x="2178" y="582"/>
                    </a:cubicBezTo>
                    <a:cubicBezTo>
                      <a:pt x="2380" y="453"/>
                      <a:pt x="2552" y="353"/>
                      <a:pt x="2695" y="273"/>
                    </a:cubicBezTo>
                    <a:cubicBezTo>
                      <a:pt x="2745" y="246"/>
                      <a:pt x="2795" y="216"/>
                      <a:pt x="2839" y="194"/>
                    </a:cubicBezTo>
                    <a:cubicBezTo>
                      <a:pt x="2788" y="180"/>
                      <a:pt x="2752" y="173"/>
                      <a:pt x="2718" y="166"/>
                    </a:cubicBezTo>
                    <a:cubicBezTo>
                      <a:pt x="2509" y="101"/>
                      <a:pt x="2450" y="15"/>
                      <a:pt x="24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6" name="Google Shape;8756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7" name="Google Shape;8757;p72"/>
              <p:cNvSpPr/>
              <p:nvPr/>
            </p:nvSpPr>
            <p:spPr>
              <a:xfrm>
                <a:off x="7385684" y="4617368"/>
                <a:ext cx="117879" cy="120814"/>
              </a:xfrm>
              <a:custGeom>
                <a:rect b="b" l="l" r="r" t="t"/>
                <a:pathLst>
                  <a:path extrusionOk="0" h="494" w="482">
                    <a:moveTo>
                      <a:pt x="36" y="1"/>
                    </a:moveTo>
                    <a:lnTo>
                      <a:pt x="0" y="109"/>
                    </a:lnTo>
                    <a:cubicBezTo>
                      <a:pt x="29" y="116"/>
                      <a:pt x="73" y="130"/>
                      <a:pt x="86" y="146"/>
                    </a:cubicBezTo>
                    <a:cubicBezTo>
                      <a:pt x="107" y="159"/>
                      <a:pt x="116" y="282"/>
                      <a:pt x="7" y="332"/>
                    </a:cubicBezTo>
                    <a:cubicBezTo>
                      <a:pt x="36" y="382"/>
                      <a:pt x="79" y="475"/>
                      <a:pt x="159" y="491"/>
                    </a:cubicBezTo>
                    <a:cubicBezTo>
                      <a:pt x="173" y="493"/>
                      <a:pt x="187" y="494"/>
                      <a:pt x="202" y="494"/>
                    </a:cubicBezTo>
                    <a:cubicBezTo>
                      <a:pt x="268" y="494"/>
                      <a:pt x="335" y="474"/>
                      <a:pt x="370" y="474"/>
                    </a:cubicBezTo>
                    <a:cubicBezTo>
                      <a:pt x="374" y="474"/>
                      <a:pt x="378" y="474"/>
                      <a:pt x="381" y="475"/>
                    </a:cubicBezTo>
                    <a:cubicBezTo>
                      <a:pt x="409" y="353"/>
                      <a:pt x="452" y="223"/>
                      <a:pt x="481" y="137"/>
                    </a:cubicBezTo>
                    <a:cubicBezTo>
                      <a:pt x="302" y="102"/>
                      <a:pt x="116" y="30"/>
                      <a:pt x="36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8" name="Google Shape;8758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9" name="Google Shape;8759;p72"/>
              <p:cNvSpPr/>
              <p:nvPr/>
            </p:nvSpPr>
            <p:spPr>
              <a:xfrm>
                <a:off x="7352179" y="4639867"/>
                <a:ext cx="61874" cy="58695"/>
              </a:xfrm>
              <a:custGeom>
                <a:rect b="b" l="l" r="r" t="t"/>
                <a:pathLst>
                  <a:path extrusionOk="0" h="240" w="253">
                    <a:moveTo>
                      <a:pt x="97" y="1"/>
                    </a:moveTo>
                    <a:cubicBezTo>
                      <a:pt x="73" y="1"/>
                      <a:pt x="51" y="20"/>
                      <a:pt x="51" y="38"/>
                    </a:cubicBezTo>
                    <a:cubicBezTo>
                      <a:pt x="51" y="54"/>
                      <a:pt x="65" y="97"/>
                      <a:pt x="28" y="140"/>
                    </a:cubicBezTo>
                    <a:cubicBezTo>
                      <a:pt x="28" y="140"/>
                      <a:pt x="21" y="147"/>
                      <a:pt x="15" y="154"/>
                    </a:cubicBezTo>
                    <a:cubicBezTo>
                      <a:pt x="15" y="154"/>
                      <a:pt x="8" y="161"/>
                      <a:pt x="1" y="167"/>
                    </a:cubicBezTo>
                    <a:lnTo>
                      <a:pt x="28" y="240"/>
                    </a:lnTo>
                    <a:cubicBezTo>
                      <a:pt x="37" y="240"/>
                      <a:pt x="44" y="233"/>
                      <a:pt x="58" y="233"/>
                    </a:cubicBezTo>
                    <a:cubicBezTo>
                      <a:pt x="73" y="228"/>
                      <a:pt x="88" y="223"/>
                      <a:pt x="101" y="223"/>
                    </a:cubicBezTo>
                    <a:cubicBezTo>
                      <a:pt x="106" y="223"/>
                      <a:pt x="110" y="224"/>
                      <a:pt x="115" y="226"/>
                    </a:cubicBezTo>
                    <a:cubicBezTo>
                      <a:pt x="130" y="226"/>
                      <a:pt x="137" y="233"/>
                      <a:pt x="144" y="240"/>
                    </a:cubicBezTo>
                    <a:cubicBezTo>
                      <a:pt x="253" y="190"/>
                      <a:pt x="244" y="67"/>
                      <a:pt x="223" y="54"/>
                    </a:cubicBezTo>
                    <a:cubicBezTo>
                      <a:pt x="210" y="38"/>
                      <a:pt x="166" y="24"/>
                      <a:pt x="137" y="17"/>
                    </a:cubicBezTo>
                    <a:cubicBezTo>
                      <a:pt x="123" y="10"/>
                      <a:pt x="115" y="10"/>
                      <a:pt x="108" y="2"/>
                    </a:cubicBezTo>
                    <a:cubicBezTo>
                      <a:pt x="104" y="1"/>
                      <a:pt x="101" y="1"/>
                      <a:pt x="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0" name="Google Shape;8760;p72"/>
              <p:cNvSpPr/>
              <p:nvPr/>
            </p:nvSpPr>
            <p:spPr>
              <a:xfrm>
                <a:off x="7065799" y="4738914"/>
                <a:ext cx="404506" cy="148205"/>
              </a:xfrm>
              <a:custGeom>
                <a:rect b="b" l="l" r="r" t="t"/>
                <a:pathLst>
                  <a:path extrusionOk="0" h="606" w="1654">
                    <a:moveTo>
                      <a:pt x="71" y="1"/>
                    </a:moveTo>
                    <a:cubicBezTo>
                      <a:pt x="64" y="1"/>
                      <a:pt x="57" y="7"/>
                      <a:pt x="57" y="7"/>
                    </a:cubicBezTo>
                    <a:cubicBezTo>
                      <a:pt x="35" y="28"/>
                      <a:pt x="7" y="87"/>
                      <a:pt x="0" y="94"/>
                    </a:cubicBezTo>
                    <a:cubicBezTo>
                      <a:pt x="0" y="101"/>
                      <a:pt x="7" y="114"/>
                      <a:pt x="21" y="123"/>
                    </a:cubicBezTo>
                    <a:cubicBezTo>
                      <a:pt x="28" y="123"/>
                      <a:pt x="187" y="194"/>
                      <a:pt x="423" y="273"/>
                    </a:cubicBezTo>
                    <a:cubicBezTo>
                      <a:pt x="475" y="287"/>
                      <a:pt x="525" y="302"/>
                      <a:pt x="582" y="323"/>
                    </a:cubicBezTo>
                    <a:cubicBezTo>
                      <a:pt x="596" y="323"/>
                      <a:pt x="611" y="330"/>
                      <a:pt x="625" y="330"/>
                    </a:cubicBezTo>
                    <a:cubicBezTo>
                      <a:pt x="682" y="352"/>
                      <a:pt x="740" y="366"/>
                      <a:pt x="797" y="382"/>
                    </a:cubicBezTo>
                    <a:cubicBezTo>
                      <a:pt x="804" y="382"/>
                      <a:pt x="811" y="389"/>
                      <a:pt x="820" y="389"/>
                    </a:cubicBezTo>
                    <a:cubicBezTo>
                      <a:pt x="884" y="409"/>
                      <a:pt x="949" y="425"/>
                      <a:pt x="1013" y="446"/>
                    </a:cubicBezTo>
                    <a:cubicBezTo>
                      <a:pt x="1322" y="532"/>
                      <a:pt x="1574" y="604"/>
                      <a:pt x="1574" y="604"/>
                    </a:cubicBezTo>
                    <a:cubicBezTo>
                      <a:pt x="1574" y="604"/>
                      <a:pt x="1577" y="605"/>
                      <a:pt x="1583" y="605"/>
                    </a:cubicBezTo>
                    <a:cubicBezTo>
                      <a:pt x="1595" y="605"/>
                      <a:pt x="1614" y="602"/>
                      <a:pt x="1624" y="582"/>
                    </a:cubicBezTo>
                    <a:cubicBezTo>
                      <a:pt x="1631" y="561"/>
                      <a:pt x="1653" y="468"/>
                      <a:pt x="1653" y="468"/>
                    </a:cubicBezTo>
                    <a:cubicBezTo>
                      <a:pt x="1653" y="468"/>
                      <a:pt x="1544" y="439"/>
                      <a:pt x="1387" y="396"/>
                    </a:cubicBezTo>
                    <a:cubicBezTo>
                      <a:pt x="1365" y="389"/>
                      <a:pt x="1351" y="389"/>
                      <a:pt x="1329" y="382"/>
                    </a:cubicBezTo>
                    <a:cubicBezTo>
                      <a:pt x="1322" y="382"/>
                      <a:pt x="1322" y="373"/>
                      <a:pt x="1315" y="373"/>
                    </a:cubicBezTo>
                    <a:cubicBezTo>
                      <a:pt x="1294" y="366"/>
                      <a:pt x="1272" y="359"/>
                      <a:pt x="1251" y="359"/>
                    </a:cubicBezTo>
                    <a:cubicBezTo>
                      <a:pt x="1192" y="339"/>
                      <a:pt x="1136" y="323"/>
                      <a:pt x="1079" y="309"/>
                    </a:cubicBezTo>
                    <a:cubicBezTo>
                      <a:pt x="1049" y="302"/>
                      <a:pt x="1027" y="296"/>
                      <a:pt x="999" y="287"/>
                    </a:cubicBezTo>
                    <a:cubicBezTo>
                      <a:pt x="992" y="287"/>
                      <a:pt x="984" y="280"/>
                      <a:pt x="977" y="280"/>
                    </a:cubicBezTo>
                    <a:cubicBezTo>
                      <a:pt x="927" y="266"/>
                      <a:pt x="877" y="252"/>
                      <a:pt x="820" y="237"/>
                    </a:cubicBezTo>
                    <a:lnTo>
                      <a:pt x="811" y="237"/>
                    </a:lnTo>
                    <a:cubicBezTo>
                      <a:pt x="804" y="230"/>
                      <a:pt x="791" y="230"/>
                      <a:pt x="784" y="223"/>
                    </a:cubicBezTo>
                    <a:lnTo>
                      <a:pt x="761" y="223"/>
                    </a:lnTo>
                    <a:cubicBezTo>
                      <a:pt x="740" y="216"/>
                      <a:pt x="711" y="209"/>
                      <a:pt x="682" y="201"/>
                    </a:cubicBezTo>
                    <a:cubicBezTo>
                      <a:pt x="682" y="194"/>
                      <a:pt x="675" y="194"/>
                      <a:pt x="675" y="194"/>
                    </a:cubicBezTo>
                    <a:cubicBezTo>
                      <a:pt x="661" y="194"/>
                      <a:pt x="654" y="187"/>
                      <a:pt x="639" y="187"/>
                    </a:cubicBezTo>
                    <a:cubicBezTo>
                      <a:pt x="632" y="180"/>
                      <a:pt x="618" y="180"/>
                      <a:pt x="604" y="173"/>
                    </a:cubicBezTo>
                    <a:lnTo>
                      <a:pt x="582" y="173"/>
                    </a:lnTo>
                    <a:cubicBezTo>
                      <a:pt x="561" y="166"/>
                      <a:pt x="532" y="158"/>
                      <a:pt x="509" y="151"/>
                    </a:cubicBezTo>
                    <a:cubicBezTo>
                      <a:pt x="466" y="137"/>
                      <a:pt x="423" y="123"/>
                      <a:pt x="380" y="107"/>
                    </a:cubicBezTo>
                    <a:cubicBezTo>
                      <a:pt x="302" y="80"/>
                      <a:pt x="230" y="57"/>
                      <a:pt x="180" y="37"/>
                    </a:cubicBezTo>
                    <a:cubicBezTo>
                      <a:pt x="164" y="37"/>
                      <a:pt x="157" y="28"/>
                      <a:pt x="144" y="21"/>
                    </a:cubicBezTo>
                    <a:lnTo>
                      <a:pt x="130" y="21"/>
                    </a:lnTo>
                    <a:cubicBezTo>
                      <a:pt x="121" y="14"/>
                      <a:pt x="121" y="14"/>
                      <a:pt x="114" y="14"/>
                    </a:cubicBezTo>
                    <a:cubicBezTo>
                      <a:pt x="100" y="7"/>
                      <a:pt x="94" y="7"/>
                      <a:pt x="87" y="7"/>
                    </a:cubicBezTo>
                    <a:cubicBezTo>
                      <a:pt x="87" y="7"/>
                      <a:pt x="78" y="1"/>
                      <a:pt x="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1" name="Google Shape;8761;p72"/>
              <p:cNvSpPr/>
              <p:nvPr/>
            </p:nvSpPr>
            <p:spPr>
              <a:xfrm>
                <a:off x="7211312" y="4696850"/>
                <a:ext cx="25190" cy="21277"/>
              </a:xfrm>
              <a:custGeom>
                <a:rect b="b" l="l" r="r" t="t"/>
                <a:pathLst>
                  <a:path extrusionOk="0" h="87" w="103">
                    <a:moveTo>
                      <a:pt x="44" y="0"/>
                    </a:moveTo>
                    <a:cubicBezTo>
                      <a:pt x="16" y="7"/>
                      <a:pt x="1" y="28"/>
                      <a:pt x="1" y="28"/>
                    </a:cubicBezTo>
                    <a:cubicBezTo>
                      <a:pt x="9" y="36"/>
                      <a:pt x="16" y="50"/>
                      <a:pt x="16" y="71"/>
                    </a:cubicBezTo>
                    <a:lnTo>
                      <a:pt x="23" y="71"/>
                    </a:lnTo>
                    <a:cubicBezTo>
                      <a:pt x="30" y="79"/>
                      <a:pt x="44" y="86"/>
                      <a:pt x="59" y="86"/>
                    </a:cubicBezTo>
                    <a:lnTo>
                      <a:pt x="102" y="86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2" name="Google Shape;8762;p72"/>
              <p:cNvSpPr/>
              <p:nvPr/>
            </p:nvSpPr>
            <p:spPr>
              <a:xfrm>
                <a:off x="7250198" y="4696850"/>
                <a:ext cx="22989" cy="21277"/>
              </a:xfrm>
              <a:custGeom>
                <a:rect b="b" l="l" r="r" t="t"/>
                <a:pathLst>
                  <a:path extrusionOk="0" h="87" w="94">
                    <a:moveTo>
                      <a:pt x="0" y="0"/>
                    </a:moveTo>
                    <a:lnTo>
                      <a:pt x="7" y="86"/>
                    </a:lnTo>
                    <a:cubicBezTo>
                      <a:pt x="30" y="86"/>
                      <a:pt x="50" y="86"/>
                      <a:pt x="80" y="79"/>
                    </a:cubicBezTo>
                    <a:lnTo>
                      <a:pt x="93" y="79"/>
                    </a:lnTo>
                    <a:lnTo>
                      <a:pt x="87" y="50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3" name="Google Shape;8763;p72"/>
              <p:cNvSpPr/>
              <p:nvPr/>
            </p:nvSpPr>
            <p:spPr>
              <a:xfrm>
                <a:off x="7320631" y="4687801"/>
                <a:ext cx="22989" cy="21521"/>
              </a:xfrm>
              <a:custGeom>
                <a:rect b="b" l="l" r="r" t="t"/>
                <a:pathLst>
                  <a:path extrusionOk="0" h="88" w="94">
                    <a:moveTo>
                      <a:pt x="64" y="1"/>
                    </a:moveTo>
                    <a:cubicBezTo>
                      <a:pt x="57" y="1"/>
                      <a:pt x="44" y="8"/>
                      <a:pt x="37" y="8"/>
                    </a:cubicBezTo>
                    <a:cubicBezTo>
                      <a:pt x="21" y="8"/>
                      <a:pt x="7" y="15"/>
                      <a:pt x="0" y="15"/>
                    </a:cubicBezTo>
                    <a:lnTo>
                      <a:pt x="21" y="87"/>
                    </a:lnTo>
                    <a:cubicBezTo>
                      <a:pt x="44" y="87"/>
                      <a:pt x="71" y="80"/>
                      <a:pt x="94" y="73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4" name="Google Shape;8764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5" name="Google Shape;8765;p72"/>
              <p:cNvSpPr/>
              <p:nvPr/>
            </p:nvSpPr>
            <p:spPr>
              <a:xfrm>
                <a:off x="7285170" y="4692937"/>
                <a:ext cx="23478" cy="21277"/>
              </a:xfrm>
              <a:custGeom>
                <a:rect b="b" l="l" r="r" t="t"/>
                <a:pathLst>
                  <a:path extrusionOk="0" h="87" w="96">
                    <a:moveTo>
                      <a:pt x="73" y="0"/>
                    </a:moveTo>
                    <a:cubicBezTo>
                      <a:pt x="52" y="9"/>
                      <a:pt x="30" y="9"/>
                      <a:pt x="0" y="9"/>
                    </a:cubicBezTo>
                    <a:lnTo>
                      <a:pt x="16" y="87"/>
                    </a:lnTo>
                    <a:cubicBezTo>
                      <a:pt x="44" y="87"/>
                      <a:pt x="73" y="80"/>
                      <a:pt x="95" y="80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6" name="Google Shape;8766;p72"/>
              <p:cNvSpPr/>
              <p:nvPr/>
            </p:nvSpPr>
            <p:spPr>
              <a:xfrm>
                <a:off x="7216937" y="4694160"/>
                <a:ext cx="268774" cy="159455"/>
              </a:xfrm>
              <a:custGeom>
                <a:rect b="b" l="l" r="r" t="t"/>
                <a:pathLst>
                  <a:path extrusionOk="0" h="652" w="1099">
                    <a:moveTo>
                      <a:pt x="654" y="1"/>
                    </a:moveTo>
                    <a:cubicBezTo>
                      <a:pt x="641" y="1"/>
                      <a:pt x="626" y="6"/>
                      <a:pt x="611" y="11"/>
                    </a:cubicBezTo>
                    <a:cubicBezTo>
                      <a:pt x="597" y="11"/>
                      <a:pt x="590" y="18"/>
                      <a:pt x="581" y="18"/>
                    </a:cubicBezTo>
                    <a:lnTo>
                      <a:pt x="597" y="47"/>
                    </a:lnTo>
                    <a:lnTo>
                      <a:pt x="597" y="54"/>
                    </a:lnTo>
                    <a:cubicBezTo>
                      <a:pt x="604" y="68"/>
                      <a:pt x="597" y="90"/>
                      <a:pt x="574" y="97"/>
                    </a:cubicBezTo>
                    <a:cubicBezTo>
                      <a:pt x="571" y="99"/>
                      <a:pt x="567" y="100"/>
                      <a:pt x="563" y="100"/>
                    </a:cubicBezTo>
                    <a:cubicBezTo>
                      <a:pt x="551" y="100"/>
                      <a:pt x="537" y="92"/>
                      <a:pt x="531" y="75"/>
                    </a:cubicBezTo>
                    <a:lnTo>
                      <a:pt x="531" y="68"/>
                    </a:lnTo>
                    <a:lnTo>
                      <a:pt x="518" y="47"/>
                    </a:lnTo>
                    <a:cubicBezTo>
                      <a:pt x="495" y="54"/>
                      <a:pt x="468" y="61"/>
                      <a:pt x="445" y="61"/>
                    </a:cubicBezTo>
                    <a:lnTo>
                      <a:pt x="452" y="82"/>
                    </a:lnTo>
                    <a:lnTo>
                      <a:pt x="452" y="90"/>
                    </a:lnTo>
                    <a:cubicBezTo>
                      <a:pt x="452" y="104"/>
                      <a:pt x="438" y="118"/>
                      <a:pt x="424" y="125"/>
                    </a:cubicBezTo>
                    <a:cubicBezTo>
                      <a:pt x="421" y="127"/>
                      <a:pt x="418" y="127"/>
                      <a:pt x="415" y="127"/>
                    </a:cubicBezTo>
                    <a:cubicBezTo>
                      <a:pt x="401" y="127"/>
                      <a:pt x="388" y="115"/>
                      <a:pt x="388" y="104"/>
                    </a:cubicBezTo>
                    <a:lnTo>
                      <a:pt x="381" y="104"/>
                    </a:lnTo>
                    <a:lnTo>
                      <a:pt x="374" y="75"/>
                    </a:lnTo>
                    <a:cubicBezTo>
                      <a:pt x="352" y="75"/>
                      <a:pt x="323" y="82"/>
                      <a:pt x="295" y="82"/>
                    </a:cubicBezTo>
                    <a:lnTo>
                      <a:pt x="302" y="111"/>
                    </a:lnTo>
                    <a:lnTo>
                      <a:pt x="302" y="118"/>
                    </a:lnTo>
                    <a:cubicBezTo>
                      <a:pt x="302" y="134"/>
                      <a:pt x="295" y="140"/>
                      <a:pt x="288" y="147"/>
                    </a:cubicBezTo>
                    <a:cubicBezTo>
                      <a:pt x="288" y="154"/>
                      <a:pt x="279" y="154"/>
                      <a:pt x="273" y="154"/>
                    </a:cubicBezTo>
                    <a:cubicBezTo>
                      <a:pt x="259" y="154"/>
                      <a:pt x="245" y="147"/>
                      <a:pt x="236" y="125"/>
                    </a:cubicBezTo>
                    <a:lnTo>
                      <a:pt x="229" y="90"/>
                    </a:lnTo>
                    <a:lnTo>
                      <a:pt x="216" y="90"/>
                    </a:lnTo>
                    <a:cubicBezTo>
                      <a:pt x="186" y="97"/>
                      <a:pt x="166" y="97"/>
                      <a:pt x="143" y="97"/>
                    </a:cubicBezTo>
                    <a:lnTo>
                      <a:pt x="150" y="125"/>
                    </a:lnTo>
                    <a:cubicBezTo>
                      <a:pt x="150" y="125"/>
                      <a:pt x="150" y="134"/>
                      <a:pt x="143" y="140"/>
                    </a:cubicBezTo>
                    <a:cubicBezTo>
                      <a:pt x="143" y="147"/>
                      <a:pt x="129" y="161"/>
                      <a:pt x="116" y="161"/>
                    </a:cubicBezTo>
                    <a:lnTo>
                      <a:pt x="107" y="161"/>
                    </a:lnTo>
                    <a:cubicBezTo>
                      <a:pt x="93" y="154"/>
                      <a:pt x="86" y="147"/>
                      <a:pt x="86" y="140"/>
                    </a:cubicBezTo>
                    <a:cubicBezTo>
                      <a:pt x="79" y="140"/>
                      <a:pt x="79" y="134"/>
                      <a:pt x="79" y="125"/>
                    </a:cubicBezTo>
                    <a:lnTo>
                      <a:pt x="79" y="97"/>
                    </a:lnTo>
                    <a:lnTo>
                      <a:pt x="36" y="97"/>
                    </a:lnTo>
                    <a:cubicBezTo>
                      <a:pt x="21" y="97"/>
                      <a:pt x="7" y="90"/>
                      <a:pt x="0" y="82"/>
                    </a:cubicBezTo>
                    <a:lnTo>
                      <a:pt x="0" y="82"/>
                    </a:lnTo>
                    <a:cubicBezTo>
                      <a:pt x="7" y="104"/>
                      <a:pt x="14" y="140"/>
                      <a:pt x="21" y="177"/>
                    </a:cubicBezTo>
                    <a:cubicBezTo>
                      <a:pt x="21" y="204"/>
                      <a:pt x="21" y="234"/>
                      <a:pt x="29" y="270"/>
                    </a:cubicBezTo>
                    <a:cubicBezTo>
                      <a:pt x="29" y="297"/>
                      <a:pt x="29" y="334"/>
                      <a:pt x="21" y="370"/>
                    </a:cubicBezTo>
                    <a:cubicBezTo>
                      <a:pt x="36" y="370"/>
                      <a:pt x="43" y="377"/>
                      <a:pt x="57" y="377"/>
                    </a:cubicBezTo>
                    <a:cubicBezTo>
                      <a:pt x="57" y="377"/>
                      <a:pt x="64" y="377"/>
                      <a:pt x="64" y="384"/>
                    </a:cubicBezTo>
                    <a:cubicBezTo>
                      <a:pt x="93" y="392"/>
                      <a:pt x="122" y="399"/>
                      <a:pt x="143" y="406"/>
                    </a:cubicBezTo>
                    <a:lnTo>
                      <a:pt x="166" y="406"/>
                    </a:lnTo>
                    <a:cubicBezTo>
                      <a:pt x="173" y="413"/>
                      <a:pt x="186" y="413"/>
                      <a:pt x="193" y="420"/>
                    </a:cubicBezTo>
                    <a:lnTo>
                      <a:pt x="202" y="420"/>
                    </a:lnTo>
                    <a:cubicBezTo>
                      <a:pt x="259" y="435"/>
                      <a:pt x="309" y="449"/>
                      <a:pt x="359" y="463"/>
                    </a:cubicBezTo>
                    <a:cubicBezTo>
                      <a:pt x="366" y="463"/>
                      <a:pt x="374" y="470"/>
                      <a:pt x="381" y="470"/>
                    </a:cubicBezTo>
                    <a:cubicBezTo>
                      <a:pt x="409" y="479"/>
                      <a:pt x="431" y="485"/>
                      <a:pt x="461" y="492"/>
                    </a:cubicBezTo>
                    <a:cubicBezTo>
                      <a:pt x="518" y="506"/>
                      <a:pt x="574" y="522"/>
                      <a:pt x="633" y="542"/>
                    </a:cubicBezTo>
                    <a:cubicBezTo>
                      <a:pt x="654" y="542"/>
                      <a:pt x="676" y="549"/>
                      <a:pt x="697" y="556"/>
                    </a:cubicBezTo>
                    <a:cubicBezTo>
                      <a:pt x="704" y="556"/>
                      <a:pt x="704" y="565"/>
                      <a:pt x="711" y="565"/>
                    </a:cubicBezTo>
                    <a:cubicBezTo>
                      <a:pt x="733" y="572"/>
                      <a:pt x="747" y="572"/>
                      <a:pt x="769" y="579"/>
                    </a:cubicBezTo>
                    <a:cubicBezTo>
                      <a:pt x="926" y="622"/>
                      <a:pt x="1035" y="651"/>
                      <a:pt x="1035" y="651"/>
                    </a:cubicBezTo>
                    <a:cubicBezTo>
                      <a:pt x="1099" y="384"/>
                      <a:pt x="1092" y="197"/>
                      <a:pt x="1078" y="168"/>
                    </a:cubicBezTo>
                    <a:cubicBezTo>
                      <a:pt x="1078" y="161"/>
                      <a:pt x="1078" y="161"/>
                      <a:pt x="1071" y="161"/>
                    </a:cubicBezTo>
                    <a:cubicBezTo>
                      <a:pt x="1068" y="160"/>
                      <a:pt x="1064" y="160"/>
                      <a:pt x="1060" y="160"/>
                    </a:cubicBezTo>
                    <a:cubicBezTo>
                      <a:pt x="1025" y="160"/>
                      <a:pt x="958" y="180"/>
                      <a:pt x="892" y="180"/>
                    </a:cubicBezTo>
                    <a:cubicBezTo>
                      <a:pt x="877" y="180"/>
                      <a:pt x="863" y="179"/>
                      <a:pt x="849" y="177"/>
                    </a:cubicBezTo>
                    <a:cubicBezTo>
                      <a:pt x="769" y="161"/>
                      <a:pt x="726" y="68"/>
                      <a:pt x="697" y="18"/>
                    </a:cubicBezTo>
                    <a:cubicBezTo>
                      <a:pt x="690" y="11"/>
                      <a:pt x="683" y="4"/>
                      <a:pt x="668" y="4"/>
                    </a:cubicBezTo>
                    <a:cubicBezTo>
                      <a:pt x="663" y="2"/>
                      <a:pt x="659" y="1"/>
                      <a:pt x="6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7" name="Google Shape;8767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8" name="Google Shape;8768;p72"/>
              <p:cNvSpPr/>
              <p:nvPr/>
            </p:nvSpPr>
            <p:spPr>
              <a:xfrm>
                <a:off x="7083163" y="4700029"/>
                <a:ext cx="141113" cy="84619"/>
              </a:xfrm>
              <a:custGeom>
                <a:rect b="b" l="l" r="r" t="t"/>
                <a:pathLst>
                  <a:path extrusionOk="0" h="346" w="577">
                    <a:moveTo>
                      <a:pt x="180" y="1"/>
                    </a:moveTo>
                    <a:cubicBezTo>
                      <a:pt x="159" y="1"/>
                      <a:pt x="130" y="8"/>
                      <a:pt x="109" y="15"/>
                    </a:cubicBezTo>
                    <a:cubicBezTo>
                      <a:pt x="93" y="23"/>
                      <a:pt x="86" y="30"/>
                      <a:pt x="73" y="44"/>
                    </a:cubicBezTo>
                    <a:cubicBezTo>
                      <a:pt x="66" y="51"/>
                      <a:pt x="59" y="58"/>
                      <a:pt x="59" y="73"/>
                    </a:cubicBezTo>
                    <a:cubicBezTo>
                      <a:pt x="50" y="73"/>
                      <a:pt x="50" y="80"/>
                      <a:pt x="50" y="80"/>
                    </a:cubicBezTo>
                    <a:cubicBezTo>
                      <a:pt x="23" y="116"/>
                      <a:pt x="0" y="160"/>
                      <a:pt x="0" y="160"/>
                    </a:cubicBezTo>
                    <a:cubicBezTo>
                      <a:pt x="7" y="160"/>
                      <a:pt x="16" y="166"/>
                      <a:pt x="16" y="166"/>
                    </a:cubicBezTo>
                    <a:cubicBezTo>
                      <a:pt x="23" y="166"/>
                      <a:pt x="29" y="166"/>
                      <a:pt x="43" y="173"/>
                    </a:cubicBezTo>
                    <a:cubicBezTo>
                      <a:pt x="50" y="173"/>
                      <a:pt x="50" y="173"/>
                      <a:pt x="59" y="180"/>
                    </a:cubicBezTo>
                    <a:lnTo>
                      <a:pt x="73" y="180"/>
                    </a:lnTo>
                    <a:cubicBezTo>
                      <a:pt x="86" y="187"/>
                      <a:pt x="93" y="196"/>
                      <a:pt x="109" y="196"/>
                    </a:cubicBezTo>
                    <a:cubicBezTo>
                      <a:pt x="159" y="216"/>
                      <a:pt x="231" y="239"/>
                      <a:pt x="309" y="266"/>
                    </a:cubicBezTo>
                    <a:cubicBezTo>
                      <a:pt x="352" y="282"/>
                      <a:pt x="395" y="296"/>
                      <a:pt x="438" y="310"/>
                    </a:cubicBezTo>
                    <a:cubicBezTo>
                      <a:pt x="461" y="317"/>
                      <a:pt x="490" y="325"/>
                      <a:pt x="511" y="332"/>
                    </a:cubicBezTo>
                    <a:lnTo>
                      <a:pt x="533" y="332"/>
                    </a:lnTo>
                    <a:cubicBezTo>
                      <a:pt x="547" y="339"/>
                      <a:pt x="554" y="339"/>
                      <a:pt x="568" y="346"/>
                    </a:cubicBezTo>
                    <a:cubicBezTo>
                      <a:pt x="576" y="310"/>
                      <a:pt x="576" y="273"/>
                      <a:pt x="576" y="246"/>
                    </a:cubicBezTo>
                    <a:cubicBezTo>
                      <a:pt x="568" y="210"/>
                      <a:pt x="568" y="180"/>
                      <a:pt x="568" y="153"/>
                    </a:cubicBezTo>
                    <a:cubicBezTo>
                      <a:pt x="561" y="116"/>
                      <a:pt x="554" y="80"/>
                      <a:pt x="547" y="58"/>
                    </a:cubicBezTo>
                    <a:lnTo>
                      <a:pt x="540" y="58"/>
                    </a:lnTo>
                    <a:cubicBezTo>
                      <a:pt x="540" y="37"/>
                      <a:pt x="533" y="23"/>
                      <a:pt x="525" y="15"/>
                    </a:cubicBezTo>
                    <a:cubicBezTo>
                      <a:pt x="518" y="1"/>
                      <a:pt x="511" y="1"/>
                      <a:pt x="5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9" name="Google Shape;8769;p72"/>
              <p:cNvSpPr/>
              <p:nvPr/>
            </p:nvSpPr>
            <p:spPr>
              <a:xfrm>
                <a:off x="7213514" y="4781223"/>
                <a:ext cx="8560" cy="3424"/>
              </a:xfrm>
              <a:custGeom>
                <a:rect b="b" l="l" r="r" t="t"/>
                <a:pathLst>
                  <a:path extrusionOk="0" h="14" w="35">
                    <a:moveTo>
                      <a:pt x="0" y="0"/>
                    </a:moveTo>
                    <a:lnTo>
                      <a:pt x="0" y="0"/>
                    </a:lnTo>
                    <a:cubicBezTo>
                      <a:pt x="14" y="7"/>
                      <a:pt x="21" y="7"/>
                      <a:pt x="35" y="14"/>
                    </a:cubicBezTo>
                    <a:cubicBezTo>
                      <a:pt x="28" y="7"/>
                      <a:pt x="14" y="7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0" name="Google Shape;8770;p72"/>
              <p:cNvSpPr/>
              <p:nvPr/>
            </p:nvSpPr>
            <p:spPr>
              <a:xfrm>
                <a:off x="7234546" y="4686089"/>
                <a:ext cx="19320" cy="47690"/>
              </a:xfrm>
              <a:custGeom>
                <a:rect b="b" l="l" r="r" t="t"/>
                <a:pathLst>
                  <a:path extrusionOk="0" h="195" w="79">
                    <a:moveTo>
                      <a:pt x="28" y="1"/>
                    </a:moveTo>
                    <a:cubicBezTo>
                      <a:pt x="14" y="8"/>
                      <a:pt x="0" y="22"/>
                      <a:pt x="0" y="37"/>
                    </a:cubicBezTo>
                    <a:lnTo>
                      <a:pt x="0" y="44"/>
                    </a:lnTo>
                    <a:lnTo>
                      <a:pt x="7" y="130"/>
                    </a:lnTo>
                    <a:lnTo>
                      <a:pt x="7" y="158"/>
                    </a:lnTo>
                    <a:cubicBezTo>
                      <a:pt x="7" y="167"/>
                      <a:pt x="7" y="173"/>
                      <a:pt x="14" y="173"/>
                    </a:cubicBezTo>
                    <a:cubicBezTo>
                      <a:pt x="14" y="180"/>
                      <a:pt x="21" y="187"/>
                      <a:pt x="35" y="194"/>
                    </a:cubicBezTo>
                    <a:lnTo>
                      <a:pt x="44" y="194"/>
                    </a:lnTo>
                    <a:cubicBezTo>
                      <a:pt x="57" y="194"/>
                      <a:pt x="71" y="180"/>
                      <a:pt x="71" y="173"/>
                    </a:cubicBezTo>
                    <a:cubicBezTo>
                      <a:pt x="78" y="167"/>
                      <a:pt x="78" y="158"/>
                      <a:pt x="78" y="158"/>
                    </a:cubicBezTo>
                    <a:lnTo>
                      <a:pt x="71" y="130"/>
                    </a:lnTo>
                    <a:lnTo>
                      <a:pt x="64" y="44"/>
                    </a:lnTo>
                    <a:lnTo>
                      <a:pt x="64" y="37"/>
                    </a:lnTo>
                    <a:cubicBezTo>
                      <a:pt x="64" y="15"/>
                      <a:pt x="50" y="1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1" name="Google Shape;8771;p72"/>
              <p:cNvSpPr/>
              <p:nvPr/>
            </p:nvSpPr>
            <p:spPr>
              <a:xfrm>
                <a:off x="7234546" y="4695138"/>
                <a:ext cx="245" cy="1957"/>
              </a:xfrm>
              <a:custGeom>
                <a:rect b="b" l="l" r="r" t="t"/>
                <a:pathLst>
                  <a:path extrusionOk="0" h="8" w="1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2" name="Google Shape;8772;p72"/>
              <p:cNvSpPr/>
              <p:nvPr/>
            </p:nvSpPr>
            <p:spPr>
              <a:xfrm>
                <a:off x="7267806" y="4686089"/>
                <a:ext cx="22989" cy="45978"/>
              </a:xfrm>
              <a:custGeom>
                <a:rect b="b" l="l" r="r" t="t"/>
                <a:pathLst>
                  <a:path extrusionOk="0" h="188" w="94">
                    <a:moveTo>
                      <a:pt x="28" y="1"/>
                    </a:moveTo>
                    <a:cubicBezTo>
                      <a:pt x="15" y="8"/>
                      <a:pt x="1" y="22"/>
                      <a:pt x="8" y="44"/>
                    </a:cubicBezTo>
                    <a:lnTo>
                      <a:pt x="15" y="94"/>
                    </a:lnTo>
                    <a:lnTo>
                      <a:pt x="21" y="123"/>
                    </a:lnTo>
                    <a:lnTo>
                      <a:pt x="28" y="158"/>
                    </a:lnTo>
                    <a:cubicBezTo>
                      <a:pt x="37" y="180"/>
                      <a:pt x="51" y="187"/>
                      <a:pt x="65" y="187"/>
                    </a:cubicBezTo>
                    <a:cubicBezTo>
                      <a:pt x="71" y="187"/>
                      <a:pt x="80" y="187"/>
                      <a:pt x="80" y="180"/>
                    </a:cubicBezTo>
                    <a:cubicBezTo>
                      <a:pt x="87" y="173"/>
                      <a:pt x="94" y="167"/>
                      <a:pt x="94" y="151"/>
                    </a:cubicBezTo>
                    <a:lnTo>
                      <a:pt x="94" y="144"/>
                    </a:lnTo>
                    <a:lnTo>
                      <a:pt x="87" y="115"/>
                    </a:lnTo>
                    <a:lnTo>
                      <a:pt x="71" y="37"/>
                    </a:lnTo>
                    <a:lnTo>
                      <a:pt x="71" y="28"/>
                    </a:lnTo>
                    <a:cubicBezTo>
                      <a:pt x="71" y="15"/>
                      <a:pt x="58" y="1"/>
                      <a:pt x="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3" name="Google Shape;8773;p72"/>
              <p:cNvSpPr/>
              <p:nvPr/>
            </p:nvSpPr>
            <p:spPr>
              <a:xfrm>
                <a:off x="7301311" y="4680709"/>
                <a:ext cx="26168" cy="44755"/>
              </a:xfrm>
              <a:custGeom>
                <a:rect b="b" l="l" r="r" t="t"/>
                <a:pathLst>
                  <a:path extrusionOk="0" h="183" w="107">
                    <a:moveTo>
                      <a:pt x="29" y="0"/>
                    </a:moveTo>
                    <a:cubicBezTo>
                      <a:pt x="7" y="7"/>
                      <a:pt x="0" y="23"/>
                      <a:pt x="7" y="44"/>
                    </a:cubicBezTo>
                    <a:lnTo>
                      <a:pt x="7" y="50"/>
                    </a:lnTo>
                    <a:lnTo>
                      <a:pt x="29" y="130"/>
                    </a:lnTo>
                    <a:lnTo>
                      <a:pt x="36" y="159"/>
                    </a:lnTo>
                    <a:lnTo>
                      <a:pt x="43" y="159"/>
                    </a:lnTo>
                    <a:cubicBezTo>
                      <a:pt x="43" y="170"/>
                      <a:pt x="56" y="182"/>
                      <a:pt x="70" y="182"/>
                    </a:cubicBezTo>
                    <a:cubicBezTo>
                      <a:pt x="73" y="182"/>
                      <a:pt x="76" y="182"/>
                      <a:pt x="79" y="180"/>
                    </a:cubicBezTo>
                    <a:cubicBezTo>
                      <a:pt x="93" y="173"/>
                      <a:pt x="107" y="159"/>
                      <a:pt x="107" y="145"/>
                    </a:cubicBezTo>
                    <a:lnTo>
                      <a:pt x="107" y="137"/>
                    </a:lnTo>
                    <a:lnTo>
                      <a:pt x="100" y="116"/>
                    </a:lnTo>
                    <a:lnTo>
                      <a:pt x="79" y="44"/>
                    </a:lnTo>
                    <a:lnTo>
                      <a:pt x="72" y="23"/>
                    </a:lnTo>
                    <a:cubicBezTo>
                      <a:pt x="64" y="7"/>
                      <a:pt x="50" y="0"/>
                      <a:pt x="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4" name="Google Shape;8774;p72"/>
              <p:cNvSpPr/>
              <p:nvPr/>
            </p:nvSpPr>
            <p:spPr>
              <a:xfrm>
                <a:off x="7334571" y="4673861"/>
                <a:ext cx="30081" cy="44755"/>
              </a:xfrm>
              <a:custGeom>
                <a:rect b="b" l="l" r="r" t="t"/>
                <a:pathLst>
                  <a:path extrusionOk="0" h="183" w="123">
                    <a:moveTo>
                      <a:pt x="37" y="1"/>
                    </a:moveTo>
                    <a:cubicBezTo>
                      <a:pt x="30" y="1"/>
                      <a:pt x="30" y="1"/>
                      <a:pt x="23" y="8"/>
                    </a:cubicBezTo>
                    <a:cubicBezTo>
                      <a:pt x="7" y="15"/>
                      <a:pt x="0" y="28"/>
                      <a:pt x="7" y="51"/>
                    </a:cubicBezTo>
                    <a:lnTo>
                      <a:pt x="7" y="58"/>
                    </a:lnTo>
                    <a:lnTo>
                      <a:pt x="37" y="130"/>
                    </a:lnTo>
                    <a:lnTo>
                      <a:pt x="50" y="151"/>
                    </a:lnTo>
                    <a:lnTo>
                      <a:pt x="50" y="158"/>
                    </a:lnTo>
                    <a:cubicBezTo>
                      <a:pt x="56" y="175"/>
                      <a:pt x="70" y="183"/>
                      <a:pt x="82" y="183"/>
                    </a:cubicBezTo>
                    <a:cubicBezTo>
                      <a:pt x="86" y="183"/>
                      <a:pt x="90" y="182"/>
                      <a:pt x="93" y="180"/>
                    </a:cubicBezTo>
                    <a:cubicBezTo>
                      <a:pt x="116" y="173"/>
                      <a:pt x="123" y="151"/>
                      <a:pt x="116" y="137"/>
                    </a:cubicBezTo>
                    <a:lnTo>
                      <a:pt x="116" y="130"/>
                    </a:lnTo>
                    <a:lnTo>
                      <a:pt x="100" y="101"/>
                    </a:lnTo>
                    <a:lnTo>
                      <a:pt x="73" y="28"/>
                    </a:lnTo>
                    <a:lnTo>
                      <a:pt x="66" y="22"/>
                    </a:lnTo>
                    <a:cubicBezTo>
                      <a:pt x="66" y="8"/>
                      <a:pt x="50" y="1"/>
                      <a:pt x="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5" name="Google Shape;8775;p72"/>
              <p:cNvSpPr/>
              <p:nvPr/>
            </p:nvSpPr>
            <p:spPr>
              <a:xfrm>
                <a:off x="7362695" y="4705654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6" name="Google Shape;8776;p72"/>
              <p:cNvSpPr/>
              <p:nvPr/>
            </p:nvSpPr>
            <p:spPr>
              <a:xfrm>
                <a:off x="7383972" y="3659180"/>
                <a:ext cx="529233" cy="997326"/>
              </a:xfrm>
              <a:custGeom>
                <a:rect b="b" l="l" r="r" t="t"/>
                <a:pathLst>
                  <a:path extrusionOk="0" h="4078" w="2164">
                    <a:moveTo>
                      <a:pt x="1969" y="1"/>
                    </a:moveTo>
                    <a:cubicBezTo>
                      <a:pt x="1925" y="23"/>
                      <a:pt x="1875" y="53"/>
                      <a:pt x="1825" y="80"/>
                    </a:cubicBezTo>
                    <a:cubicBezTo>
                      <a:pt x="1682" y="160"/>
                      <a:pt x="1510" y="260"/>
                      <a:pt x="1308" y="389"/>
                    </a:cubicBezTo>
                    <a:cubicBezTo>
                      <a:pt x="1178" y="462"/>
                      <a:pt x="1042" y="548"/>
                      <a:pt x="890" y="648"/>
                    </a:cubicBezTo>
                    <a:cubicBezTo>
                      <a:pt x="726" y="750"/>
                      <a:pt x="683" y="900"/>
                      <a:pt x="632" y="1088"/>
                    </a:cubicBezTo>
                    <a:cubicBezTo>
                      <a:pt x="604" y="1181"/>
                      <a:pt x="452" y="1878"/>
                      <a:pt x="302" y="2554"/>
                    </a:cubicBezTo>
                    <a:cubicBezTo>
                      <a:pt x="150" y="3236"/>
                      <a:pt x="0" y="3905"/>
                      <a:pt x="0" y="3905"/>
                    </a:cubicBezTo>
                    <a:cubicBezTo>
                      <a:pt x="0" y="3905"/>
                      <a:pt x="14" y="3912"/>
                      <a:pt x="43" y="3919"/>
                    </a:cubicBezTo>
                    <a:cubicBezTo>
                      <a:pt x="123" y="3948"/>
                      <a:pt x="309" y="4020"/>
                      <a:pt x="488" y="4055"/>
                    </a:cubicBezTo>
                    <a:cubicBezTo>
                      <a:pt x="531" y="4064"/>
                      <a:pt x="575" y="4071"/>
                      <a:pt x="611" y="4077"/>
                    </a:cubicBezTo>
                    <a:lnTo>
                      <a:pt x="654" y="3796"/>
                    </a:lnTo>
                    <a:cubicBezTo>
                      <a:pt x="654" y="3796"/>
                      <a:pt x="1042" y="2847"/>
                      <a:pt x="1172" y="2561"/>
                    </a:cubicBezTo>
                    <a:cubicBezTo>
                      <a:pt x="1251" y="2382"/>
                      <a:pt x="1408" y="1921"/>
                      <a:pt x="1517" y="1612"/>
                    </a:cubicBezTo>
                    <a:cubicBezTo>
                      <a:pt x="1573" y="1440"/>
                      <a:pt x="1617" y="1310"/>
                      <a:pt x="1617" y="1310"/>
                    </a:cubicBezTo>
                    <a:cubicBezTo>
                      <a:pt x="1617" y="1310"/>
                      <a:pt x="1675" y="1310"/>
                      <a:pt x="1761" y="1303"/>
                    </a:cubicBezTo>
                    <a:cubicBezTo>
                      <a:pt x="1775" y="1310"/>
                      <a:pt x="1796" y="1310"/>
                      <a:pt x="1818" y="1310"/>
                    </a:cubicBezTo>
                    <a:lnTo>
                      <a:pt x="1868" y="1310"/>
                    </a:lnTo>
                    <a:lnTo>
                      <a:pt x="1868" y="1295"/>
                    </a:lnTo>
                    <a:lnTo>
                      <a:pt x="1898" y="1181"/>
                    </a:lnTo>
                    <a:lnTo>
                      <a:pt x="1962" y="886"/>
                    </a:lnTo>
                    <a:lnTo>
                      <a:pt x="2163" y="23"/>
                    </a:lnTo>
                    <a:cubicBezTo>
                      <a:pt x="2091" y="17"/>
                      <a:pt x="2027" y="10"/>
                      <a:pt x="19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7" name="Google Shape;8777;p72"/>
              <p:cNvSpPr/>
              <p:nvPr/>
            </p:nvSpPr>
            <p:spPr>
              <a:xfrm>
                <a:off x="7979720" y="3664805"/>
                <a:ext cx="188313" cy="300567"/>
              </a:xfrm>
              <a:custGeom>
                <a:rect b="b" l="l" r="r" t="t"/>
                <a:pathLst>
                  <a:path extrusionOk="0" h="1229" w="770">
                    <a:moveTo>
                      <a:pt x="547" y="0"/>
                    </a:moveTo>
                    <a:cubicBezTo>
                      <a:pt x="468" y="7"/>
                      <a:pt x="381" y="14"/>
                      <a:pt x="281" y="14"/>
                    </a:cubicBezTo>
                    <a:lnTo>
                      <a:pt x="129" y="654"/>
                    </a:lnTo>
                    <a:lnTo>
                      <a:pt x="16" y="1158"/>
                    </a:lnTo>
                    <a:lnTo>
                      <a:pt x="0" y="1229"/>
                    </a:lnTo>
                    <a:cubicBezTo>
                      <a:pt x="72" y="1229"/>
                      <a:pt x="136" y="1222"/>
                      <a:pt x="195" y="1215"/>
                    </a:cubicBezTo>
                    <a:cubicBezTo>
                      <a:pt x="238" y="1208"/>
                      <a:pt x="281" y="1201"/>
                      <a:pt x="309" y="1194"/>
                    </a:cubicBezTo>
                    <a:cubicBezTo>
                      <a:pt x="367" y="1186"/>
                      <a:pt x="417" y="1172"/>
                      <a:pt x="461" y="1158"/>
                    </a:cubicBezTo>
                    <a:cubicBezTo>
                      <a:pt x="597" y="1108"/>
                      <a:pt x="697" y="1029"/>
                      <a:pt x="769" y="935"/>
                    </a:cubicBezTo>
                    <a:lnTo>
                      <a:pt x="554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8" name="Google Shape;8778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rect b="b" l="l" r="r" t="t"/>
                <a:pathLst>
                  <a:path extrusionOk="0" h="30" w="8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9" name="Google Shape;8779;p72"/>
              <p:cNvSpPr/>
              <p:nvPr/>
            </p:nvSpPr>
            <p:spPr>
              <a:xfrm>
                <a:off x="8048441" y="3619317"/>
                <a:ext cx="65054" cy="49157"/>
              </a:xfrm>
              <a:custGeom>
                <a:rect b="b" l="l" r="r" t="t"/>
                <a:pathLst>
                  <a:path extrusionOk="0" h="201" w="266">
                    <a:moveTo>
                      <a:pt x="43" y="0"/>
                    </a:moveTo>
                    <a:lnTo>
                      <a:pt x="36" y="35"/>
                    </a:lnTo>
                    <a:lnTo>
                      <a:pt x="0" y="200"/>
                    </a:lnTo>
                    <a:cubicBezTo>
                      <a:pt x="100" y="200"/>
                      <a:pt x="187" y="193"/>
                      <a:pt x="266" y="186"/>
                    </a:cubicBezTo>
                    <a:lnTo>
                      <a:pt x="266" y="157"/>
                    </a:lnTo>
                    <a:lnTo>
                      <a:pt x="237" y="35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0" name="Google Shape;8780;p72"/>
              <p:cNvSpPr/>
              <p:nvPr/>
            </p:nvSpPr>
            <p:spPr>
              <a:xfrm>
                <a:off x="8113250" y="3657713"/>
                <a:ext cx="1957" cy="7337"/>
              </a:xfrm>
              <a:custGeom>
                <a:rect b="b" l="l" r="r" t="t"/>
                <a:pathLst>
                  <a:path extrusionOk="0" h="30" w="8">
                    <a:moveTo>
                      <a:pt x="1" y="0"/>
                    </a:moveTo>
                    <a:lnTo>
                      <a:pt x="1" y="29"/>
                    </a:lnTo>
                    <a:lnTo>
                      <a:pt x="8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1" name="Google Shape;8781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2" name="Google Shape;8782;p72"/>
              <p:cNvSpPr/>
              <p:nvPr/>
            </p:nvSpPr>
            <p:spPr>
              <a:xfrm>
                <a:off x="7766953" y="3531030"/>
                <a:ext cx="156765" cy="134020"/>
              </a:xfrm>
              <a:custGeom>
                <a:rect b="b" l="l" r="r" t="t"/>
                <a:pathLst>
                  <a:path extrusionOk="0" h="548" w="641">
                    <a:moveTo>
                      <a:pt x="14" y="1"/>
                    </a:moveTo>
                    <a:cubicBezTo>
                      <a:pt x="7" y="202"/>
                      <a:pt x="1" y="332"/>
                      <a:pt x="1" y="332"/>
                    </a:cubicBezTo>
                    <a:cubicBezTo>
                      <a:pt x="14" y="346"/>
                      <a:pt x="73" y="432"/>
                      <a:pt x="282" y="497"/>
                    </a:cubicBezTo>
                    <a:cubicBezTo>
                      <a:pt x="316" y="504"/>
                      <a:pt x="352" y="511"/>
                      <a:pt x="403" y="525"/>
                    </a:cubicBezTo>
                    <a:cubicBezTo>
                      <a:pt x="461" y="534"/>
                      <a:pt x="525" y="541"/>
                      <a:pt x="597" y="547"/>
                    </a:cubicBezTo>
                    <a:lnTo>
                      <a:pt x="634" y="396"/>
                    </a:lnTo>
                    <a:lnTo>
                      <a:pt x="641" y="361"/>
                    </a:lnTo>
                    <a:lnTo>
                      <a:pt x="425" y="361"/>
                    </a:lnTo>
                    <a:cubicBezTo>
                      <a:pt x="382" y="361"/>
                      <a:pt x="346" y="339"/>
                      <a:pt x="316" y="309"/>
                    </a:cubicBezTo>
                    <a:cubicBezTo>
                      <a:pt x="309" y="296"/>
                      <a:pt x="309" y="289"/>
                      <a:pt x="302" y="275"/>
                    </a:cubicBezTo>
                    <a:cubicBezTo>
                      <a:pt x="296" y="259"/>
                      <a:pt x="296" y="246"/>
                      <a:pt x="296" y="232"/>
                    </a:cubicBezTo>
                    <a:lnTo>
                      <a:pt x="29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3" name="Google Shape;8783;p72"/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rect b="b" l="l" r="r" t="t"/>
                <a:pathLst>
                  <a:path extrusionOk="0" h="28" w="29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4" name="Google Shape;8784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rect b="b" l="l" r="r" t="t"/>
                <a:pathLst>
                  <a:path extrusionOk="0" h="166" w="598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5" name="Google Shape;8785;p72"/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rect b="b" l="l" r="r" t="t"/>
                <a:pathLst>
                  <a:path extrusionOk="0" h="15" w="15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6" name="Google Shape;8786;p72"/>
              <p:cNvSpPr/>
              <p:nvPr/>
            </p:nvSpPr>
            <p:spPr>
              <a:xfrm>
                <a:off x="7891923" y="2551811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0" y="1"/>
                    </a:moveTo>
                    <a:lnTo>
                      <a:pt x="50" y="9"/>
                    </a:lnTo>
                    <a:lnTo>
                      <a:pt x="5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7" name="Google Shape;8787;p72"/>
              <p:cNvSpPr/>
              <p:nvPr/>
            </p:nvSpPr>
            <p:spPr>
              <a:xfrm>
                <a:off x="7896814" y="2592408"/>
                <a:ext cx="7581" cy="7337"/>
              </a:xfrm>
              <a:custGeom>
                <a:rect b="b" l="l" r="r" t="t"/>
                <a:pathLst>
                  <a:path extrusionOk="0" h="30" w="31">
                    <a:moveTo>
                      <a:pt x="30" y="0"/>
                    </a:moveTo>
                    <a:cubicBezTo>
                      <a:pt x="16" y="0"/>
                      <a:pt x="10" y="7"/>
                      <a:pt x="1" y="23"/>
                    </a:cubicBezTo>
                    <a:cubicBezTo>
                      <a:pt x="10" y="30"/>
                      <a:pt x="23" y="30"/>
                      <a:pt x="30" y="3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8" name="Google Shape;8788;p72"/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rect b="b" l="l" r="r" t="t"/>
                <a:pathLst>
                  <a:path extrusionOk="0" h="15" w="15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9" name="Google Shape;8789;p72"/>
              <p:cNvSpPr/>
              <p:nvPr/>
            </p:nvSpPr>
            <p:spPr>
              <a:xfrm>
                <a:off x="7995617" y="2690966"/>
                <a:ext cx="179509" cy="232334"/>
              </a:xfrm>
              <a:custGeom>
                <a:rect b="b" l="l" r="r" t="t"/>
                <a:pathLst>
                  <a:path extrusionOk="0" h="950" w="734">
                    <a:moveTo>
                      <a:pt x="727" y="1"/>
                    </a:moveTo>
                    <a:cubicBezTo>
                      <a:pt x="727" y="8"/>
                      <a:pt x="718" y="15"/>
                      <a:pt x="718" y="15"/>
                    </a:cubicBezTo>
                    <a:cubicBezTo>
                      <a:pt x="575" y="267"/>
                      <a:pt x="280" y="403"/>
                      <a:pt x="57" y="439"/>
                    </a:cubicBezTo>
                    <a:cubicBezTo>
                      <a:pt x="51" y="453"/>
                      <a:pt x="51" y="467"/>
                      <a:pt x="44" y="475"/>
                    </a:cubicBezTo>
                    <a:cubicBezTo>
                      <a:pt x="44" y="489"/>
                      <a:pt x="37" y="496"/>
                      <a:pt x="28" y="510"/>
                    </a:cubicBezTo>
                    <a:lnTo>
                      <a:pt x="21" y="668"/>
                    </a:lnTo>
                    <a:lnTo>
                      <a:pt x="7" y="820"/>
                    </a:lnTo>
                    <a:lnTo>
                      <a:pt x="1" y="950"/>
                    </a:lnTo>
                    <a:lnTo>
                      <a:pt x="366" y="682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25" y="420"/>
                      <a:pt x="726" y="422"/>
                      <a:pt x="727" y="424"/>
                    </a:cubicBezTo>
                    <a:lnTo>
                      <a:pt x="727" y="417"/>
                    </a:lnTo>
                    <a:lnTo>
                      <a:pt x="724" y="419"/>
                    </a:lnTo>
                    <a:lnTo>
                      <a:pt x="724" y="419"/>
                    </a:lnTo>
                    <a:cubicBezTo>
                      <a:pt x="718" y="408"/>
                      <a:pt x="718" y="402"/>
                      <a:pt x="718" y="396"/>
                    </a:cubicBezTo>
                    <a:lnTo>
                      <a:pt x="718" y="294"/>
                    </a:lnTo>
                    <a:lnTo>
                      <a:pt x="718" y="267"/>
                    </a:lnTo>
                    <a:lnTo>
                      <a:pt x="718" y="230"/>
                    </a:lnTo>
                    <a:lnTo>
                      <a:pt x="718" y="201"/>
                    </a:lnTo>
                    <a:cubicBezTo>
                      <a:pt x="718" y="151"/>
                      <a:pt x="727" y="108"/>
                      <a:pt x="727" y="65"/>
                    </a:cubicBezTo>
                    <a:lnTo>
                      <a:pt x="727" y="44"/>
                    </a:lnTo>
                    <a:cubicBezTo>
                      <a:pt x="734" y="44"/>
                      <a:pt x="734" y="35"/>
                      <a:pt x="734" y="35"/>
                    </a:cubicBezTo>
                    <a:lnTo>
                      <a:pt x="734" y="1"/>
                    </a:lnTo>
                    <a:close/>
                  </a:path>
                </a:pathLst>
              </a:custGeom>
              <a:solidFill>
                <a:srgbClr val="9999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0" name="Google Shape;8790;p72"/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rect b="b" l="l" r="r" t="t"/>
                <a:pathLst>
                  <a:path extrusionOk="0" h="17" w="94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1" name="Google Shape;8791;p72"/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rect b="b" l="l" r="r" t="t"/>
                <a:pathLst>
                  <a:path extrusionOk="0" h="144" w="103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2" name="Google Shape;8792;p72"/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rect b="b" l="l" r="r" t="t"/>
                <a:pathLst>
                  <a:path extrusionOk="0" h="94" w="51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3" name="Google Shape;8793;p72"/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rect b="b" l="l" r="r" t="t"/>
                <a:pathLst>
                  <a:path extrusionOk="0" h="63" w="253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4" name="Google Shape;8794;p72"/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rect b="b" l="l" r="r" t="t"/>
                <a:pathLst>
                  <a:path extrusionOk="0" h="159" w="13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5" name="Google Shape;8795;p72"/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rect b="b" l="l" r="r" t="t"/>
                <a:pathLst>
                  <a:path extrusionOk="0" h="29" w="216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6" name="Google Shape;8796;p72"/>
              <p:cNvSpPr/>
              <p:nvPr/>
            </p:nvSpPr>
            <p:spPr>
              <a:xfrm>
                <a:off x="7891923" y="2551811"/>
                <a:ext cx="152852" cy="180732"/>
              </a:xfrm>
              <a:custGeom>
                <a:rect b="b" l="l" r="r" t="t"/>
                <a:pathLst>
                  <a:path extrusionOk="0" h="739" w="625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  <a:moveTo>
                      <a:pt x="554" y="109"/>
                    </a:moveTo>
                    <a:cubicBezTo>
                      <a:pt x="525" y="116"/>
                      <a:pt x="495" y="152"/>
                      <a:pt x="504" y="196"/>
                    </a:cubicBezTo>
                    <a:cubicBezTo>
                      <a:pt x="504" y="239"/>
                      <a:pt x="538" y="268"/>
                      <a:pt x="568" y="268"/>
                    </a:cubicBezTo>
                    <a:cubicBezTo>
                      <a:pt x="604" y="268"/>
                      <a:pt x="625" y="225"/>
                      <a:pt x="625" y="182"/>
                    </a:cubicBezTo>
                    <a:cubicBezTo>
                      <a:pt x="618" y="139"/>
                      <a:pt x="590" y="109"/>
                      <a:pt x="554" y="109"/>
                    </a:cubicBezTo>
                    <a:close/>
                    <a:moveTo>
                      <a:pt x="57" y="159"/>
                    </a:moveTo>
                    <a:cubicBezTo>
                      <a:pt x="57" y="159"/>
                      <a:pt x="50" y="159"/>
                      <a:pt x="50" y="166"/>
                    </a:cubicBezTo>
                    <a:cubicBezTo>
                      <a:pt x="36" y="166"/>
                      <a:pt x="30" y="173"/>
                      <a:pt x="21" y="189"/>
                    </a:cubicBezTo>
                    <a:cubicBezTo>
                      <a:pt x="14" y="202"/>
                      <a:pt x="14" y="216"/>
                      <a:pt x="14" y="239"/>
                    </a:cubicBezTo>
                    <a:cubicBezTo>
                      <a:pt x="14" y="275"/>
                      <a:pt x="43" y="302"/>
                      <a:pt x="64" y="302"/>
                    </a:cubicBezTo>
                    <a:cubicBezTo>
                      <a:pt x="93" y="296"/>
                      <a:pt x="116" y="268"/>
                      <a:pt x="116" y="225"/>
                    </a:cubicBezTo>
                    <a:cubicBezTo>
                      <a:pt x="107" y="189"/>
                      <a:pt x="86" y="159"/>
                      <a:pt x="57" y="159"/>
                    </a:cubicBezTo>
                    <a:close/>
                    <a:moveTo>
                      <a:pt x="209" y="447"/>
                    </a:moveTo>
                    <a:lnTo>
                      <a:pt x="209" y="447"/>
                    </a:lnTo>
                    <a:cubicBezTo>
                      <a:pt x="187" y="518"/>
                      <a:pt x="237" y="541"/>
                      <a:pt x="237" y="541"/>
                    </a:cubicBezTo>
                    <a:lnTo>
                      <a:pt x="209" y="447"/>
                    </a:lnTo>
                    <a:close/>
                    <a:moveTo>
                      <a:pt x="488" y="677"/>
                    </a:moveTo>
                    <a:lnTo>
                      <a:pt x="237" y="734"/>
                    </a:lnTo>
                    <a:cubicBezTo>
                      <a:pt x="237" y="734"/>
                      <a:pt x="258" y="739"/>
                      <a:pt x="291" y="739"/>
                    </a:cubicBezTo>
                    <a:cubicBezTo>
                      <a:pt x="340" y="739"/>
                      <a:pt x="415" y="728"/>
                      <a:pt x="488" y="677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7" name="Google Shape;8797;p72"/>
              <p:cNvSpPr/>
              <p:nvPr/>
            </p:nvSpPr>
            <p:spPr>
              <a:xfrm>
                <a:off x="7840810" y="2324369"/>
                <a:ext cx="444859" cy="438745"/>
              </a:xfrm>
              <a:custGeom>
                <a:rect b="b" l="l" r="r" t="t"/>
                <a:pathLst>
                  <a:path extrusionOk="0" h="1794" w="1819">
                    <a:moveTo>
                      <a:pt x="935" y="1"/>
                    </a:moveTo>
                    <a:cubicBezTo>
                      <a:pt x="603" y="1"/>
                      <a:pt x="281" y="158"/>
                      <a:pt x="109" y="449"/>
                    </a:cubicBezTo>
                    <a:cubicBezTo>
                      <a:pt x="109" y="449"/>
                      <a:pt x="23" y="644"/>
                      <a:pt x="7" y="837"/>
                    </a:cubicBezTo>
                    <a:cubicBezTo>
                      <a:pt x="0" y="989"/>
                      <a:pt x="73" y="1082"/>
                      <a:pt x="173" y="1112"/>
                    </a:cubicBezTo>
                    <a:cubicBezTo>
                      <a:pt x="173" y="1082"/>
                      <a:pt x="173" y="1039"/>
                      <a:pt x="166" y="996"/>
                    </a:cubicBezTo>
                    <a:cubicBezTo>
                      <a:pt x="152" y="853"/>
                      <a:pt x="159" y="708"/>
                      <a:pt x="202" y="579"/>
                    </a:cubicBezTo>
                    <a:cubicBezTo>
                      <a:pt x="209" y="608"/>
                      <a:pt x="223" y="658"/>
                      <a:pt x="259" y="724"/>
                    </a:cubicBezTo>
                    <a:cubicBezTo>
                      <a:pt x="309" y="824"/>
                      <a:pt x="396" y="939"/>
                      <a:pt x="540" y="1010"/>
                    </a:cubicBezTo>
                    <a:cubicBezTo>
                      <a:pt x="525" y="924"/>
                      <a:pt x="504" y="837"/>
                      <a:pt x="489" y="767"/>
                    </a:cubicBezTo>
                    <a:lnTo>
                      <a:pt x="489" y="767"/>
                    </a:lnTo>
                    <a:cubicBezTo>
                      <a:pt x="575" y="817"/>
                      <a:pt x="684" y="867"/>
                      <a:pt x="813" y="903"/>
                    </a:cubicBezTo>
                    <a:cubicBezTo>
                      <a:pt x="834" y="910"/>
                      <a:pt x="849" y="910"/>
                      <a:pt x="870" y="910"/>
                    </a:cubicBezTo>
                    <a:lnTo>
                      <a:pt x="842" y="917"/>
                    </a:lnTo>
                    <a:cubicBezTo>
                      <a:pt x="956" y="946"/>
                      <a:pt x="1086" y="974"/>
                      <a:pt x="1230" y="989"/>
                    </a:cubicBezTo>
                    <a:lnTo>
                      <a:pt x="1331" y="1248"/>
                    </a:lnTo>
                    <a:cubicBezTo>
                      <a:pt x="1331" y="1248"/>
                      <a:pt x="1367" y="1219"/>
                      <a:pt x="1403" y="1162"/>
                    </a:cubicBezTo>
                    <a:cubicBezTo>
                      <a:pt x="1403" y="1155"/>
                      <a:pt x="1417" y="1126"/>
                      <a:pt x="1446" y="1096"/>
                    </a:cubicBezTo>
                    <a:lnTo>
                      <a:pt x="1446" y="1089"/>
                    </a:lnTo>
                    <a:cubicBezTo>
                      <a:pt x="1446" y="1089"/>
                      <a:pt x="1453" y="1082"/>
                      <a:pt x="1460" y="1075"/>
                    </a:cubicBezTo>
                    <a:cubicBezTo>
                      <a:pt x="1460" y="1069"/>
                      <a:pt x="1467" y="1060"/>
                      <a:pt x="1474" y="1060"/>
                    </a:cubicBezTo>
                    <a:cubicBezTo>
                      <a:pt x="1474" y="1060"/>
                      <a:pt x="1474" y="1053"/>
                      <a:pt x="1481" y="1053"/>
                    </a:cubicBezTo>
                    <a:lnTo>
                      <a:pt x="1496" y="1039"/>
                    </a:lnTo>
                    <a:cubicBezTo>
                      <a:pt x="1496" y="1039"/>
                      <a:pt x="1503" y="1032"/>
                      <a:pt x="1517" y="1025"/>
                    </a:cubicBezTo>
                    <a:cubicBezTo>
                      <a:pt x="1524" y="1017"/>
                      <a:pt x="1532" y="1010"/>
                      <a:pt x="1546" y="1010"/>
                    </a:cubicBezTo>
                    <a:cubicBezTo>
                      <a:pt x="1553" y="1003"/>
                      <a:pt x="1560" y="1003"/>
                      <a:pt x="1567" y="996"/>
                    </a:cubicBezTo>
                    <a:lnTo>
                      <a:pt x="1596" y="996"/>
                    </a:lnTo>
                    <a:cubicBezTo>
                      <a:pt x="1603" y="996"/>
                      <a:pt x="1610" y="989"/>
                      <a:pt x="1619" y="989"/>
                    </a:cubicBezTo>
                    <a:cubicBezTo>
                      <a:pt x="1669" y="989"/>
                      <a:pt x="1689" y="1017"/>
                      <a:pt x="1705" y="1053"/>
                    </a:cubicBezTo>
                    <a:cubicBezTo>
                      <a:pt x="1732" y="1126"/>
                      <a:pt x="1705" y="1255"/>
                      <a:pt x="1646" y="1334"/>
                    </a:cubicBezTo>
                    <a:cubicBezTo>
                      <a:pt x="1639" y="1341"/>
                      <a:pt x="1639" y="1348"/>
                      <a:pt x="1632" y="1355"/>
                    </a:cubicBezTo>
                    <a:cubicBezTo>
                      <a:pt x="1553" y="1457"/>
                      <a:pt x="1437" y="1500"/>
                      <a:pt x="1374" y="1500"/>
                    </a:cubicBezTo>
                    <a:lnTo>
                      <a:pt x="1367" y="1500"/>
                    </a:lnTo>
                    <a:lnTo>
                      <a:pt x="1367" y="1534"/>
                    </a:lnTo>
                    <a:cubicBezTo>
                      <a:pt x="1367" y="1534"/>
                      <a:pt x="1367" y="1543"/>
                      <a:pt x="1360" y="1543"/>
                    </a:cubicBezTo>
                    <a:lnTo>
                      <a:pt x="1360" y="1564"/>
                    </a:lnTo>
                    <a:cubicBezTo>
                      <a:pt x="1360" y="1607"/>
                      <a:pt x="1351" y="1650"/>
                      <a:pt x="1351" y="1700"/>
                    </a:cubicBezTo>
                    <a:lnTo>
                      <a:pt x="1351" y="1729"/>
                    </a:lnTo>
                    <a:lnTo>
                      <a:pt x="1351" y="1766"/>
                    </a:lnTo>
                    <a:lnTo>
                      <a:pt x="1351" y="1793"/>
                    </a:lnTo>
                    <a:cubicBezTo>
                      <a:pt x="1351" y="1793"/>
                      <a:pt x="1532" y="1593"/>
                      <a:pt x="1619" y="1471"/>
                    </a:cubicBezTo>
                    <a:cubicBezTo>
                      <a:pt x="1712" y="1348"/>
                      <a:pt x="1819" y="1089"/>
                      <a:pt x="1819" y="837"/>
                    </a:cubicBezTo>
                    <a:cubicBezTo>
                      <a:pt x="1819" y="586"/>
                      <a:pt x="1696" y="197"/>
                      <a:pt x="1265" y="54"/>
                    </a:cubicBezTo>
                    <a:cubicBezTo>
                      <a:pt x="1157" y="18"/>
                      <a:pt x="1045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8" name="Google Shape;8798;p72"/>
              <p:cNvSpPr/>
              <p:nvPr/>
            </p:nvSpPr>
            <p:spPr>
              <a:xfrm>
                <a:off x="7877983" y="2465725"/>
                <a:ext cx="386653" cy="336029"/>
              </a:xfrm>
              <a:custGeom>
                <a:rect b="b" l="l" r="r" t="t"/>
                <a:pathLst>
                  <a:path extrusionOk="0" h="1374" w="1581">
                    <a:moveTo>
                      <a:pt x="50" y="1"/>
                    </a:moveTo>
                    <a:cubicBezTo>
                      <a:pt x="7" y="130"/>
                      <a:pt x="0" y="275"/>
                      <a:pt x="14" y="418"/>
                    </a:cubicBezTo>
                    <a:cubicBezTo>
                      <a:pt x="21" y="461"/>
                      <a:pt x="21" y="504"/>
                      <a:pt x="21" y="534"/>
                    </a:cubicBezTo>
                    <a:cubicBezTo>
                      <a:pt x="35" y="706"/>
                      <a:pt x="43" y="734"/>
                      <a:pt x="35" y="856"/>
                    </a:cubicBezTo>
                    <a:cubicBezTo>
                      <a:pt x="35" y="999"/>
                      <a:pt x="200" y="1360"/>
                      <a:pt x="380" y="1374"/>
                    </a:cubicBezTo>
                    <a:cubicBezTo>
                      <a:pt x="423" y="1374"/>
                      <a:pt x="482" y="1374"/>
                      <a:pt x="538" y="1360"/>
                    </a:cubicBezTo>
                    <a:cubicBezTo>
                      <a:pt x="761" y="1324"/>
                      <a:pt x="1056" y="1188"/>
                      <a:pt x="1199" y="936"/>
                    </a:cubicBezTo>
                    <a:cubicBezTo>
                      <a:pt x="1199" y="936"/>
                      <a:pt x="1208" y="929"/>
                      <a:pt x="1208" y="922"/>
                    </a:cubicBezTo>
                    <a:lnTo>
                      <a:pt x="1222" y="922"/>
                    </a:lnTo>
                    <a:cubicBezTo>
                      <a:pt x="1285" y="922"/>
                      <a:pt x="1401" y="879"/>
                      <a:pt x="1480" y="777"/>
                    </a:cubicBezTo>
                    <a:cubicBezTo>
                      <a:pt x="1487" y="770"/>
                      <a:pt x="1487" y="763"/>
                      <a:pt x="1494" y="756"/>
                    </a:cubicBezTo>
                    <a:cubicBezTo>
                      <a:pt x="1553" y="677"/>
                      <a:pt x="1580" y="548"/>
                      <a:pt x="1553" y="475"/>
                    </a:cubicBezTo>
                    <a:cubicBezTo>
                      <a:pt x="1537" y="439"/>
                      <a:pt x="1517" y="411"/>
                      <a:pt x="1467" y="411"/>
                    </a:cubicBezTo>
                    <a:cubicBezTo>
                      <a:pt x="1458" y="411"/>
                      <a:pt x="1451" y="418"/>
                      <a:pt x="1444" y="418"/>
                    </a:cubicBezTo>
                    <a:lnTo>
                      <a:pt x="1415" y="418"/>
                    </a:lnTo>
                    <a:cubicBezTo>
                      <a:pt x="1408" y="425"/>
                      <a:pt x="1401" y="425"/>
                      <a:pt x="1394" y="432"/>
                    </a:cubicBezTo>
                    <a:cubicBezTo>
                      <a:pt x="1380" y="432"/>
                      <a:pt x="1372" y="439"/>
                      <a:pt x="1365" y="447"/>
                    </a:cubicBezTo>
                    <a:cubicBezTo>
                      <a:pt x="1351" y="454"/>
                      <a:pt x="1344" y="461"/>
                      <a:pt x="1344" y="461"/>
                    </a:cubicBezTo>
                    <a:lnTo>
                      <a:pt x="1329" y="475"/>
                    </a:lnTo>
                    <a:cubicBezTo>
                      <a:pt x="1322" y="475"/>
                      <a:pt x="1322" y="482"/>
                      <a:pt x="1322" y="482"/>
                    </a:cubicBezTo>
                    <a:cubicBezTo>
                      <a:pt x="1315" y="482"/>
                      <a:pt x="1308" y="491"/>
                      <a:pt x="1308" y="497"/>
                    </a:cubicBezTo>
                    <a:cubicBezTo>
                      <a:pt x="1301" y="504"/>
                      <a:pt x="1294" y="511"/>
                      <a:pt x="1294" y="511"/>
                    </a:cubicBezTo>
                    <a:lnTo>
                      <a:pt x="1294" y="518"/>
                    </a:lnTo>
                    <a:cubicBezTo>
                      <a:pt x="1265" y="548"/>
                      <a:pt x="1251" y="577"/>
                      <a:pt x="1251" y="584"/>
                    </a:cubicBezTo>
                    <a:cubicBezTo>
                      <a:pt x="1215" y="641"/>
                      <a:pt x="1179" y="670"/>
                      <a:pt x="1179" y="670"/>
                    </a:cubicBezTo>
                    <a:lnTo>
                      <a:pt x="1078" y="411"/>
                    </a:lnTo>
                    <a:cubicBezTo>
                      <a:pt x="934" y="396"/>
                      <a:pt x="804" y="368"/>
                      <a:pt x="690" y="339"/>
                    </a:cubicBezTo>
                    <a:lnTo>
                      <a:pt x="502" y="353"/>
                    </a:lnTo>
                    <a:cubicBezTo>
                      <a:pt x="502" y="353"/>
                      <a:pt x="552" y="325"/>
                      <a:pt x="661" y="325"/>
                    </a:cubicBezTo>
                    <a:cubicBezTo>
                      <a:pt x="532" y="289"/>
                      <a:pt x="423" y="239"/>
                      <a:pt x="337" y="189"/>
                    </a:cubicBezTo>
                    <a:lnTo>
                      <a:pt x="337" y="189"/>
                    </a:lnTo>
                    <a:cubicBezTo>
                      <a:pt x="352" y="259"/>
                      <a:pt x="373" y="346"/>
                      <a:pt x="388" y="432"/>
                    </a:cubicBezTo>
                    <a:cubicBezTo>
                      <a:pt x="244" y="361"/>
                      <a:pt x="157" y="246"/>
                      <a:pt x="107" y="146"/>
                    </a:cubicBezTo>
                    <a:cubicBezTo>
                      <a:pt x="71" y="80"/>
                      <a:pt x="57" y="30"/>
                      <a:pt x="50" y="1"/>
                    </a:cubicBezTo>
                    <a:close/>
                  </a:path>
                </a:pathLst>
              </a:custGeom>
              <a:solidFill>
                <a:srgbClr val="9999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9" name="Google Shape;8799;p72"/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rect b="b" l="l" r="r" t="t"/>
                <a:pathLst>
                  <a:path extrusionOk="0" h="87" w="58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0" name="Google Shape;8800;p72"/>
              <p:cNvSpPr/>
              <p:nvPr/>
            </p:nvSpPr>
            <p:spPr>
              <a:xfrm>
                <a:off x="8197623" y="2580180"/>
                <a:ext cx="5380" cy="7337"/>
              </a:xfrm>
              <a:custGeom>
                <a:rect b="b" l="l" r="r" t="t"/>
                <a:pathLst>
                  <a:path extrusionOk="0" h="30" w="22">
                    <a:moveTo>
                      <a:pt x="22" y="0"/>
                    </a:moveTo>
                    <a:lnTo>
                      <a:pt x="11" y="15"/>
                    </a:lnTo>
                    <a:lnTo>
                      <a:pt x="11" y="15"/>
                    </a:lnTo>
                    <a:cubicBezTo>
                      <a:pt x="12" y="14"/>
                      <a:pt x="14" y="14"/>
                      <a:pt x="15" y="14"/>
                    </a:cubicBezTo>
                    <a:cubicBezTo>
                      <a:pt x="15" y="14"/>
                      <a:pt x="15" y="7"/>
                      <a:pt x="22" y="7"/>
                    </a:cubicBezTo>
                    <a:lnTo>
                      <a:pt x="22" y="0"/>
                    </a:lnTo>
                    <a:close/>
                    <a:moveTo>
                      <a:pt x="11" y="15"/>
                    </a:moveTo>
                    <a:cubicBezTo>
                      <a:pt x="6" y="17"/>
                      <a:pt x="1" y="24"/>
                      <a:pt x="1" y="29"/>
                    </a:cubicBezTo>
                    <a:lnTo>
                      <a:pt x="11" y="15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1" name="Google Shape;8801;p72"/>
              <p:cNvSpPr/>
              <p:nvPr/>
            </p:nvSpPr>
            <p:spPr>
              <a:xfrm>
                <a:off x="7888499" y="2460590"/>
                <a:ext cx="3668" cy="1956"/>
              </a:xfrm>
              <a:custGeom>
                <a:rect b="b" l="l" r="r" t="t"/>
                <a:pathLst>
                  <a:path extrusionOk="0" h="8" w="15">
                    <a:moveTo>
                      <a:pt x="0" y="1"/>
                    </a:moveTo>
                    <a:cubicBezTo>
                      <a:pt x="7" y="1"/>
                      <a:pt x="7" y="1"/>
                      <a:pt x="7" y="8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2" name="Google Shape;8802;p72"/>
              <p:cNvSpPr/>
              <p:nvPr/>
            </p:nvSpPr>
            <p:spPr>
              <a:xfrm>
                <a:off x="8039393" y="2544963"/>
                <a:ext cx="14185" cy="3668"/>
              </a:xfrm>
              <a:custGeom>
                <a:rect b="b" l="l" r="r" t="t"/>
                <a:pathLst>
                  <a:path extrusionOk="0" h="15" w="58">
                    <a:moveTo>
                      <a:pt x="1" y="1"/>
                    </a:moveTo>
                    <a:cubicBezTo>
                      <a:pt x="15" y="8"/>
                      <a:pt x="22" y="8"/>
                      <a:pt x="30" y="15"/>
                    </a:cubicBezTo>
                    <a:lnTo>
                      <a:pt x="58" y="8"/>
                    </a:lnTo>
                    <a:cubicBezTo>
                      <a:pt x="37" y="8"/>
                      <a:pt x="22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3" name="Google Shape;8803;p72"/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rect b="b" l="l" r="r" t="t"/>
                <a:pathLst>
                  <a:path extrusionOk="0" h="87" w="58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4" name="Google Shape;8804;p72"/>
              <p:cNvSpPr/>
              <p:nvPr/>
            </p:nvSpPr>
            <p:spPr>
              <a:xfrm>
                <a:off x="8190531" y="2587272"/>
                <a:ext cx="7337" cy="10761"/>
              </a:xfrm>
              <a:custGeom>
                <a:rect b="b" l="l" r="r" t="t"/>
                <a:pathLst>
                  <a:path extrusionOk="0" h="44" w="30">
                    <a:moveTo>
                      <a:pt x="30" y="0"/>
                    </a:moveTo>
                    <a:lnTo>
                      <a:pt x="30" y="0"/>
                    </a:lnTo>
                    <a:cubicBezTo>
                      <a:pt x="23" y="7"/>
                      <a:pt x="16" y="14"/>
                      <a:pt x="16" y="14"/>
                    </a:cubicBezTo>
                    <a:lnTo>
                      <a:pt x="16" y="21"/>
                    </a:lnTo>
                    <a:lnTo>
                      <a:pt x="30" y="0"/>
                    </a:lnTo>
                    <a:close/>
                    <a:moveTo>
                      <a:pt x="16" y="21"/>
                    </a:moveTo>
                    <a:lnTo>
                      <a:pt x="15" y="22"/>
                    </a:lnTo>
                    <a:lnTo>
                      <a:pt x="15" y="22"/>
                    </a:lnTo>
                    <a:cubicBezTo>
                      <a:pt x="16" y="22"/>
                      <a:pt x="16" y="21"/>
                      <a:pt x="16" y="21"/>
                    </a:cubicBezTo>
                    <a:lnTo>
                      <a:pt x="16" y="21"/>
                    </a:lnTo>
                    <a:close/>
                    <a:moveTo>
                      <a:pt x="15" y="22"/>
                    </a:moveTo>
                    <a:lnTo>
                      <a:pt x="15" y="22"/>
                    </a:lnTo>
                    <a:cubicBezTo>
                      <a:pt x="7" y="28"/>
                      <a:pt x="1" y="37"/>
                      <a:pt x="1" y="44"/>
                    </a:cubicBezTo>
                    <a:lnTo>
                      <a:pt x="15" y="2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5" name="Google Shape;8805;p72"/>
              <p:cNvSpPr/>
              <p:nvPr/>
            </p:nvSpPr>
            <p:spPr>
              <a:xfrm>
                <a:off x="8183683" y="2587272"/>
                <a:ext cx="14185" cy="21277"/>
              </a:xfrm>
              <a:custGeom>
                <a:rect b="b" l="l" r="r" t="t"/>
                <a:pathLst>
                  <a:path extrusionOk="0" h="87" w="58">
                    <a:moveTo>
                      <a:pt x="58" y="0"/>
                    </a:moveTo>
                    <a:lnTo>
                      <a:pt x="58" y="0"/>
                    </a:lnTo>
                    <a:cubicBezTo>
                      <a:pt x="51" y="7"/>
                      <a:pt x="44" y="14"/>
                      <a:pt x="44" y="14"/>
                    </a:cubicBezTo>
                    <a:lnTo>
                      <a:pt x="44" y="21"/>
                    </a:lnTo>
                    <a:lnTo>
                      <a:pt x="58" y="0"/>
                    </a:lnTo>
                    <a:close/>
                    <a:moveTo>
                      <a:pt x="44" y="21"/>
                    </a:moveTo>
                    <a:lnTo>
                      <a:pt x="43" y="22"/>
                    </a:lnTo>
                    <a:lnTo>
                      <a:pt x="43" y="22"/>
                    </a:lnTo>
                    <a:cubicBezTo>
                      <a:pt x="44" y="22"/>
                      <a:pt x="44" y="21"/>
                      <a:pt x="44" y="21"/>
                    </a:cubicBezTo>
                    <a:lnTo>
                      <a:pt x="44" y="21"/>
                    </a:lnTo>
                    <a:close/>
                    <a:moveTo>
                      <a:pt x="43" y="22"/>
                    </a:moveTo>
                    <a:cubicBezTo>
                      <a:pt x="14" y="51"/>
                      <a:pt x="1" y="80"/>
                      <a:pt x="1" y="87"/>
                    </a:cubicBezTo>
                    <a:lnTo>
                      <a:pt x="29" y="44"/>
                    </a:lnTo>
                    <a:lnTo>
                      <a:pt x="43" y="22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6" name="Google Shape;8806;p72"/>
              <p:cNvSpPr/>
              <p:nvPr/>
            </p:nvSpPr>
            <p:spPr>
              <a:xfrm>
                <a:off x="8012980" y="2578468"/>
                <a:ext cx="31793" cy="38885"/>
              </a:xfrm>
              <a:custGeom>
                <a:rect b="b" l="l" r="r" t="t"/>
                <a:pathLst>
                  <a:path extrusionOk="0" h="159" w="130">
                    <a:moveTo>
                      <a:pt x="59" y="0"/>
                    </a:moveTo>
                    <a:cubicBezTo>
                      <a:pt x="30" y="7"/>
                      <a:pt x="0" y="43"/>
                      <a:pt x="9" y="87"/>
                    </a:cubicBezTo>
                    <a:cubicBezTo>
                      <a:pt x="9" y="130"/>
                      <a:pt x="43" y="159"/>
                      <a:pt x="73" y="159"/>
                    </a:cubicBezTo>
                    <a:cubicBezTo>
                      <a:pt x="109" y="159"/>
                      <a:pt x="130" y="116"/>
                      <a:pt x="130" y="73"/>
                    </a:cubicBezTo>
                    <a:cubicBezTo>
                      <a:pt x="123" y="30"/>
                      <a:pt x="95" y="0"/>
                      <a:pt x="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7" name="Google Shape;8807;p72"/>
              <p:cNvSpPr/>
              <p:nvPr/>
            </p:nvSpPr>
            <p:spPr>
              <a:xfrm>
                <a:off x="7895102" y="2590696"/>
                <a:ext cx="25190" cy="35217"/>
              </a:xfrm>
              <a:custGeom>
                <a:rect b="b" l="l" r="r" t="t"/>
                <a:pathLst>
                  <a:path extrusionOk="0" h="144" w="103">
                    <a:moveTo>
                      <a:pt x="44" y="0"/>
                    </a:moveTo>
                    <a:cubicBezTo>
                      <a:pt x="44" y="0"/>
                      <a:pt x="37" y="0"/>
                      <a:pt x="37" y="7"/>
                    </a:cubicBezTo>
                    <a:cubicBezTo>
                      <a:pt x="23" y="7"/>
                      <a:pt x="17" y="14"/>
                      <a:pt x="8" y="30"/>
                    </a:cubicBezTo>
                    <a:cubicBezTo>
                      <a:pt x="1" y="43"/>
                      <a:pt x="1" y="57"/>
                      <a:pt x="1" y="80"/>
                    </a:cubicBezTo>
                    <a:cubicBezTo>
                      <a:pt x="1" y="116"/>
                      <a:pt x="30" y="143"/>
                      <a:pt x="51" y="143"/>
                    </a:cubicBezTo>
                    <a:cubicBezTo>
                      <a:pt x="80" y="137"/>
                      <a:pt x="103" y="109"/>
                      <a:pt x="103" y="66"/>
                    </a:cubicBezTo>
                    <a:cubicBezTo>
                      <a:pt x="94" y="30"/>
                      <a:pt x="73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8" name="Google Shape;8808;p72"/>
              <p:cNvSpPr/>
              <p:nvPr/>
            </p:nvSpPr>
            <p:spPr>
              <a:xfrm>
                <a:off x="7937411" y="2661129"/>
                <a:ext cx="12473" cy="22989"/>
              </a:xfrm>
              <a:custGeom>
                <a:rect b="b" l="l" r="r" t="t"/>
                <a:pathLst>
                  <a:path extrusionOk="0" h="94" w="51">
                    <a:moveTo>
                      <a:pt x="23" y="0"/>
                    </a:moveTo>
                    <a:lnTo>
                      <a:pt x="23" y="0"/>
                    </a:lnTo>
                    <a:cubicBezTo>
                      <a:pt x="1" y="71"/>
                      <a:pt x="51" y="94"/>
                      <a:pt x="51" y="94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9" name="Google Shape;8809;p72"/>
              <p:cNvSpPr/>
              <p:nvPr/>
            </p:nvSpPr>
            <p:spPr>
              <a:xfrm>
                <a:off x="7949639" y="2717133"/>
                <a:ext cx="61874" cy="15407"/>
              </a:xfrm>
              <a:custGeom>
                <a:rect b="b" l="l" r="r" t="t"/>
                <a:pathLst>
                  <a:path extrusionOk="0" h="63" w="253">
                    <a:moveTo>
                      <a:pt x="252" y="1"/>
                    </a:moveTo>
                    <a:lnTo>
                      <a:pt x="1" y="58"/>
                    </a:lnTo>
                    <a:cubicBezTo>
                      <a:pt x="1" y="58"/>
                      <a:pt x="22" y="63"/>
                      <a:pt x="55" y="63"/>
                    </a:cubicBezTo>
                    <a:cubicBezTo>
                      <a:pt x="104" y="63"/>
                      <a:pt x="179" y="52"/>
                      <a:pt x="2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0" name="Google Shape;8810;p72"/>
              <p:cNvSpPr/>
              <p:nvPr/>
            </p:nvSpPr>
            <p:spPr>
              <a:xfrm>
                <a:off x="8000752" y="2544963"/>
                <a:ext cx="52826" cy="7092"/>
              </a:xfrm>
              <a:custGeom>
                <a:rect b="b" l="l" r="r" t="t"/>
                <a:pathLst>
                  <a:path extrusionOk="0" h="29" w="216">
                    <a:moveTo>
                      <a:pt x="159" y="1"/>
                    </a:moveTo>
                    <a:cubicBezTo>
                      <a:pt x="50" y="1"/>
                      <a:pt x="0" y="29"/>
                      <a:pt x="0" y="29"/>
                    </a:cubicBezTo>
                    <a:lnTo>
                      <a:pt x="188" y="15"/>
                    </a:lnTo>
                    <a:lnTo>
                      <a:pt x="216" y="8"/>
                    </a:lnTo>
                    <a:cubicBezTo>
                      <a:pt x="195" y="8"/>
                      <a:pt x="180" y="8"/>
                      <a:pt x="1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1" name="Google Shape;8811;p72"/>
              <p:cNvSpPr/>
              <p:nvPr/>
            </p:nvSpPr>
            <p:spPr>
              <a:xfrm>
                <a:off x="7891923" y="2551811"/>
                <a:ext cx="22989" cy="4158"/>
              </a:xfrm>
              <a:custGeom>
                <a:rect b="b" l="l" r="r" t="t"/>
                <a:pathLst>
                  <a:path extrusionOk="0" h="17" w="94">
                    <a:moveTo>
                      <a:pt x="0" y="1"/>
                    </a:moveTo>
                    <a:lnTo>
                      <a:pt x="50" y="9"/>
                    </a:lnTo>
                    <a:lnTo>
                      <a:pt x="93" y="16"/>
                    </a:lnTo>
                    <a:cubicBezTo>
                      <a:pt x="86" y="9"/>
                      <a:pt x="73" y="9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2" name="Google Shape;8812;p72"/>
              <p:cNvSpPr/>
              <p:nvPr/>
            </p:nvSpPr>
            <p:spPr>
              <a:xfrm>
                <a:off x="7888499" y="2460590"/>
                <a:ext cx="3668" cy="3668"/>
              </a:xfrm>
              <a:custGeom>
                <a:rect b="b" l="l" r="r" t="t"/>
                <a:pathLst>
                  <a:path extrusionOk="0" h="15" w="15">
                    <a:moveTo>
                      <a:pt x="0" y="1"/>
                    </a:moveTo>
                    <a:cubicBezTo>
                      <a:pt x="0" y="1"/>
                      <a:pt x="7" y="8"/>
                      <a:pt x="7" y="15"/>
                    </a:cubicBezTo>
                    <a:lnTo>
                      <a:pt x="7" y="8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3" name="Google Shape;8813;p72"/>
              <p:cNvSpPr/>
              <p:nvPr/>
            </p:nvSpPr>
            <p:spPr>
              <a:xfrm>
                <a:off x="7995617" y="2792703"/>
                <a:ext cx="211302" cy="218394"/>
              </a:xfrm>
              <a:custGeom>
                <a:rect b="b" l="l" r="r" t="t"/>
                <a:pathLst>
                  <a:path extrusionOk="0" h="893" w="864">
                    <a:moveTo>
                      <a:pt x="727" y="1"/>
                    </a:moveTo>
                    <a:lnTo>
                      <a:pt x="366" y="266"/>
                    </a:lnTo>
                    <a:lnTo>
                      <a:pt x="1" y="534"/>
                    </a:lnTo>
                    <a:lnTo>
                      <a:pt x="187" y="691"/>
                    </a:lnTo>
                    <a:lnTo>
                      <a:pt x="425" y="892"/>
                    </a:lnTo>
                    <a:lnTo>
                      <a:pt x="568" y="691"/>
                    </a:lnTo>
                    <a:lnTo>
                      <a:pt x="863" y="275"/>
                    </a:lnTo>
                    <a:lnTo>
                      <a:pt x="727" y="8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4" name="Google Shape;8814;p72"/>
              <p:cNvSpPr/>
              <p:nvPr/>
            </p:nvSpPr>
            <p:spPr>
              <a:xfrm>
                <a:off x="7912955" y="2815447"/>
                <a:ext cx="89754" cy="142824"/>
              </a:xfrm>
              <a:custGeom>
                <a:rect b="b" l="l" r="r" t="t"/>
                <a:pathLst>
                  <a:path extrusionOk="0" h="584" w="367">
                    <a:moveTo>
                      <a:pt x="366" y="1"/>
                    </a:moveTo>
                    <a:lnTo>
                      <a:pt x="194" y="146"/>
                    </a:lnTo>
                    <a:lnTo>
                      <a:pt x="173" y="196"/>
                    </a:lnTo>
                    <a:lnTo>
                      <a:pt x="0" y="570"/>
                    </a:lnTo>
                    <a:cubicBezTo>
                      <a:pt x="0" y="577"/>
                      <a:pt x="7" y="577"/>
                      <a:pt x="14" y="584"/>
                    </a:cubicBezTo>
                    <a:lnTo>
                      <a:pt x="339" y="441"/>
                    </a:lnTo>
                    <a:lnTo>
                      <a:pt x="345" y="311"/>
                    </a:lnTo>
                    <a:lnTo>
                      <a:pt x="359" y="159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5" name="Google Shape;8815;p72"/>
              <p:cNvSpPr/>
              <p:nvPr/>
            </p:nvSpPr>
            <p:spPr>
              <a:xfrm>
                <a:off x="7909531" y="2954846"/>
                <a:ext cx="7092" cy="6848"/>
              </a:xfrm>
              <a:custGeom>
                <a:rect b="b" l="l" r="r" t="t"/>
                <a:pathLst>
                  <a:path extrusionOk="0" h="28" w="29">
                    <a:moveTo>
                      <a:pt x="14" y="0"/>
                    </a:moveTo>
                    <a:lnTo>
                      <a:pt x="1" y="28"/>
                    </a:lnTo>
                    <a:lnTo>
                      <a:pt x="1" y="28"/>
                    </a:lnTo>
                    <a:lnTo>
                      <a:pt x="28" y="14"/>
                    </a:lnTo>
                    <a:cubicBezTo>
                      <a:pt x="21" y="7"/>
                      <a:pt x="14" y="7"/>
                      <a:pt x="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6" name="Google Shape;8816;p72"/>
              <p:cNvSpPr/>
              <p:nvPr/>
            </p:nvSpPr>
            <p:spPr>
              <a:xfrm>
                <a:off x="7832006" y="3355436"/>
                <a:ext cx="188313" cy="101983"/>
              </a:xfrm>
              <a:custGeom>
                <a:rect b="b" l="l" r="r" t="t"/>
                <a:pathLst>
                  <a:path extrusionOk="0" h="417" w="770">
                    <a:moveTo>
                      <a:pt x="713" y="1"/>
                    </a:moveTo>
                    <a:lnTo>
                      <a:pt x="266" y="79"/>
                    </a:lnTo>
                    <a:lnTo>
                      <a:pt x="259" y="79"/>
                    </a:lnTo>
                    <a:lnTo>
                      <a:pt x="0" y="130"/>
                    </a:lnTo>
                    <a:lnTo>
                      <a:pt x="0" y="317"/>
                    </a:lnTo>
                    <a:lnTo>
                      <a:pt x="36" y="317"/>
                    </a:lnTo>
                    <a:lnTo>
                      <a:pt x="202" y="330"/>
                    </a:lnTo>
                    <a:lnTo>
                      <a:pt x="216" y="330"/>
                    </a:lnTo>
                    <a:lnTo>
                      <a:pt x="447" y="353"/>
                    </a:lnTo>
                    <a:lnTo>
                      <a:pt x="547" y="417"/>
                    </a:lnTo>
                    <a:lnTo>
                      <a:pt x="770" y="417"/>
                    </a:lnTo>
                    <a:lnTo>
                      <a:pt x="756" y="251"/>
                    </a:lnTo>
                    <a:lnTo>
                      <a:pt x="740" y="251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7" name="Google Shape;8817;p72"/>
              <p:cNvSpPr/>
              <p:nvPr/>
            </p:nvSpPr>
            <p:spPr>
              <a:xfrm>
                <a:off x="7638803" y="3353480"/>
                <a:ext cx="193449" cy="79483"/>
              </a:xfrm>
              <a:custGeom>
                <a:rect b="b" l="l" r="r" t="t"/>
                <a:pathLst>
                  <a:path extrusionOk="0" h="325" w="791">
                    <a:moveTo>
                      <a:pt x="288" y="0"/>
                    </a:moveTo>
                    <a:cubicBezTo>
                      <a:pt x="273" y="0"/>
                      <a:pt x="202" y="37"/>
                      <a:pt x="159" y="66"/>
                    </a:cubicBezTo>
                    <a:cubicBezTo>
                      <a:pt x="136" y="80"/>
                      <a:pt x="64" y="173"/>
                      <a:pt x="0" y="259"/>
                    </a:cubicBezTo>
                    <a:lnTo>
                      <a:pt x="554" y="302"/>
                    </a:lnTo>
                    <a:lnTo>
                      <a:pt x="561" y="302"/>
                    </a:lnTo>
                    <a:lnTo>
                      <a:pt x="790" y="325"/>
                    </a:lnTo>
                    <a:lnTo>
                      <a:pt x="790" y="138"/>
                    </a:lnTo>
                    <a:cubicBezTo>
                      <a:pt x="747" y="123"/>
                      <a:pt x="676" y="102"/>
                      <a:pt x="597" y="80"/>
                    </a:cubicBezTo>
                    <a:cubicBezTo>
                      <a:pt x="590" y="80"/>
                      <a:pt x="581" y="80"/>
                      <a:pt x="575" y="73"/>
                    </a:cubicBezTo>
                    <a:cubicBezTo>
                      <a:pt x="438" y="37"/>
                      <a:pt x="295" y="0"/>
                      <a:pt x="288" y="0"/>
                    </a:cubicBezTo>
                    <a:close/>
                  </a:path>
                </a:pathLst>
              </a:custGeom>
              <a:solidFill>
                <a:srgbClr val="9999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8" name="Google Shape;8818;p72"/>
              <p:cNvSpPr/>
              <p:nvPr/>
            </p:nvSpPr>
            <p:spPr>
              <a:xfrm>
                <a:off x="7779181" y="2859712"/>
                <a:ext cx="596488" cy="597711"/>
              </a:xfrm>
              <a:custGeom>
                <a:rect b="b" l="l" r="r" t="t"/>
                <a:pathLst>
                  <a:path extrusionOk="0" h="2444" w="2439">
                    <a:moveTo>
                      <a:pt x="1748" y="1"/>
                    </a:moveTo>
                    <a:lnTo>
                      <a:pt x="1453" y="417"/>
                    </a:lnTo>
                    <a:lnTo>
                      <a:pt x="1310" y="618"/>
                    </a:lnTo>
                    <a:lnTo>
                      <a:pt x="1072" y="417"/>
                    </a:lnTo>
                    <a:lnTo>
                      <a:pt x="886" y="260"/>
                    </a:lnTo>
                    <a:lnTo>
                      <a:pt x="561" y="403"/>
                    </a:lnTo>
                    <a:lnTo>
                      <a:pt x="534" y="417"/>
                    </a:lnTo>
                    <a:lnTo>
                      <a:pt x="534" y="417"/>
                    </a:lnTo>
                    <a:lnTo>
                      <a:pt x="547" y="389"/>
                    </a:lnTo>
                    <a:lnTo>
                      <a:pt x="720" y="15"/>
                    </a:lnTo>
                    <a:lnTo>
                      <a:pt x="720" y="15"/>
                    </a:lnTo>
                    <a:cubicBezTo>
                      <a:pt x="648" y="72"/>
                      <a:pt x="511" y="194"/>
                      <a:pt x="461" y="237"/>
                    </a:cubicBezTo>
                    <a:cubicBezTo>
                      <a:pt x="454" y="244"/>
                      <a:pt x="447" y="251"/>
                      <a:pt x="447" y="260"/>
                    </a:cubicBezTo>
                    <a:lnTo>
                      <a:pt x="439" y="260"/>
                    </a:lnTo>
                    <a:cubicBezTo>
                      <a:pt x="368" y="337"/>
                      <a:pt x="266" y="568"/>
                      <a:pt x="189" y="805"/>
                    </a:cubicBezTo>
                    <a:cubicBezTo>
                      <a:pt x="94" y="1086"/>
                      <a:pt x="30" y="1617"/>
                      <a:pt x="1" y="2092"/>
                    </a:cubicBezTo>
                    <a:cubicBezTo>
                      <a:pt x="7" y="2099"/>
                      <a:pt x="16" y="2099"/>
                      <a:pt x="23" y="2099"/>
                    </a:cubicBezTo>
                    <a:cubicBezTo>
                      <a:pt x="102" y="2121"/>
                      <a:pt x="173" y="2142"/>
                      <a:pt x="216" y="2157"/>
                    </a:cubicBezTo>
                    <a:lnTo>
                      <a:pt x="475" y="2106"/>
                    </a:lnTo>
                    <a:lnTo>
                      <a:pt x="482" y="2106"/>
                    </a:lnTo>
                    <a:lnTo>
                      <a:pt x="929" y="2028"/>
                    </a:lnTo>
                    <a:lnTo>
                      <a:pt x="913" y="1833"/>
                    </a:lnTo>
                    <a:lnTo>
                      <a:pt x="936" y="1833"/>
                    </a:lnTo>
                    <a:lnTo>
                      <a:pt x="922" y="1717"/>
                    </a:lnTo>
                    <a:lnTo>
                      <a:pt x="856" y="1717"/>
                    </a:lnTo>
                    <a:lnTo>
                      <a:pt x="856" y="1524"/>
                    </a:lnTo>
                    <a:lnTo>
                      <a:pt x="942" y="1524"/>
                    </a:lnTo>
                    <a:lnTo>
                      <a:pt x="979" y="1388"/>
                    </a:lnTo>
                    <a:lnTo>
                      <a:pt x="1560" y="1388"/>
                    </a:lnTo>
                    <a:lnTo>
                      <a:pt x="1560" y="1395"/>
                    </a:lnTo>
                    <a:lnTo>
                      <a:pt x="1596" y="1524"/>
                    </a:lnTo>
                    <a:lnTo>
                      <a:pt x="1683" y="1524"/>
                    </a:lnTo>
                    <a:lnTo>
                      <a:pt x="1683" y="1717"/>
                    </a:lnTo>
                    <a:lnTo>
                      <a:pt x="1619" y="1717"/>
                    </a:lnTo>
                    <a:lnTo>
                      <a:pt x="1612" y="1833"/>
                    </a:lnTo>
                    <a:lnTo>
                      <a:pt x="1626" y="1833"/>
                    </a:lnTo>
                    <a:lnTo>
                      <a:pt x="1589" y="2278"/>
                    </a:lnTo>
                    <a:lnTo>
                      <a:pt x="1569" y="2278"/>
                    </a:lnTo>
                    <a:lnTo>
                      <a:pt x="1560" y="2444"/>
                    </a:lnTo>
                    <a:lnTo>
                      <a:pt x="2057" y="2444"/>
                    </a:lnTo>
                    <a:cubicBezTo>
                      <a:pt x="2093" y="2444"/>
                      <a:pt x="2157" y="2401"/>
                      <a:pt x="2164" y="2350"/>
                    </a:cubicBezTo>
                    <a:cubicBezTo>
                      <a:pt x="2179" y="2300"/>
                      <a:pt x="2423" y="870"/>
                      <a:pt x="2431" y="734"/>
                    </a:cubicBezTo>
                    <a:cubicBezTo>
                      <a:pt x="2438" y="575"/>
                      <a:pt x="2423" y="482"/>
                      <a:pt x="2388" y="417"/>
                    </a:cubicBezTo>
                    <a:lnTo>
                      <a:pt x="2380" y="417"/>
                    </a:lnTo>
                    <a:cubicBezTo>
                      <a:pt x="2373" y="403"/>
                      <a:pt x="2366" y="396"/>
                      <a:pt x="2366" y="389"/>
                    </a:cubicBezTo>
                    <a:cubicBezTo>
                      <a:pt x="2345" y="360"/>
                      <a:pt x="2323" y="337"/>
                      <a:pt x="2293" y="317"/>
                    </a:cubicBezTo>
                    <a:cubicBezTo>
                      <a:pt x="2186" y="260"/>
                      <a:pt x="1748" y="1"/>
                      <a:pt x="17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9" name="Google Shape;8819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rect b="b" l="l" r="r" t="t"/>
                <a:pathLst>
                  <a:path extrusionOk="0" h="166" w="598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0" name="Google Shape;8820;p72"/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rect b="b" l="l" r="r" t="t"/>
                <a:pathLst>
                  <a:path extrusionOk="0" h="37" w="24">
                    <a:moveTo>
                      <a:pt x="1" y="0"/>
                    </a:moveTo>
                    <a:lnTo>
                      <a:pt x="1" y="9"/>
                    </a:lnTo>
                    <a:cubicBezTo>
                      <a:pt x="1" y="16"/>
                      <a:pt x="8" y="23"/>
                      <a:pt x="15" y="37"/>
                    </a:cubicBezTo>
                    <a:lnTo>
                      <a:pt x="23" y="37"/>
                    </a:lnTo>
                    <a:cubicBezTo>
                      <a:pt x="15" y="23"/>
                      <a:pt x="8" y="16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1" name="Google Shape;8821;p72"/>
              <p:cNvSpPr/>
              <p:nvPr/>
            </p:nvSpPr>
            <p:spPr>
              <a:xfrm>
                <a:off x="8357565" y="2952645"/>
                <a:ext cx="5870" cy="9049"/>
              </a:xfrm>
              <a:custGeom>
                <a:rect b="b" l="l" r="r" t="t"/>
                <a:pathLst>
                  <a:path extrusionOk="0" fill="none" h="37" w="24">
                    <a:moveTo>
                      <a:pt x="23" y="37"/>
                    </a:moveTo>
                    <a:cubicBezTo>
                      <a:pt x="15" y="23"/>
                      <a:pt x="8" y="16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2" name="Google Shape;8822;p72"/>
              <p:cNvSpPr/>
              <p:nvPr/>
            </p:nvSpPr>
            <p:spPr>
              <a:xfrm>
                <a:off x="7631467" y="3619317"/>
                <a:ext cx="337741" cy="1267567"/>
              </a:xfrm>
              <a:custGeom>
                <a:rect b="b" l="l" r="r" t="t"/>
                <a:pathLst>
                  <a:path extrusionOk="0" h="5183" w="1381">
                    <a:moveTo>
                      <a:pt x="1195" y="0"/>
                    </a:moveTo>
                    <a:lnTo>
                      <a:pt x="1188" y="35"/>
                    </a:lnTo>
                    <a:lnTo>
                      <a:pt x="1151" y="186"/>
                    </a:lnTo>
                    <a:lnTo>
                      <a:pt x="950" y="1049"/>
                    </a:lnTo>
                    <a:lnTo>
                      <a:pt x="886" y="1344"/>
                    </a:lnTo>
                    <a:lnTo>
                      <a:pt x="856" y="1458"/>
                    </a:lnTo>
                    <a:lnTo>
                      <a:pt x="856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189" y="5182"/>
                    </a:lnTo>
                    <a:lnTo>
                      <a:pt x="972" y="1775"/>
                    </a:lnTo>
                    <a:lnTo>
                      <a:pt x="1043" y="1473"/>
                    </a:lnTo>
                    <a:lnTo>
                      <a:pt x="1043" y="1444"/>
                    </a:lnTo>
                    <a:lnTo>
                      <a:pt x="1072" y="1344"/>
                    </a:lnTo>
                    <a:lnTo>
                      <a:pt x="1151" y="977"/>
                    </a:lnTo>
                    <a:lnTo>
                      <a:pt x="1338" y="200"/>
                    </a:lnTo>
                    <a:lnTo>
                      <a:pt x="1374" y="35"/>
                    </a:lnTo>
                    <a:lnTo>
                      <a:pt x="138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3" name="Google Shape;8823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4" name="Google Shape;8824;p72"/>
              <p:cNvSpPr/>
              <p:nvPr/>
            </p:nvSpPr>
            <p:spPr>
              <a:xfrm>
                <a:off x="7677444" y="3619317"/>
                <a:ext cx="381762" cy="1267567"/>
              </a:xfrm>
              <a:custGeom>
                <a:rect b="b" l="l" r="r" t="t"/>
                <a:pathLst>
                  <a:path extrusionOk="0" h="5183" w="1561">
                    <a:moveTo>
                      <a:pt x="1193" y="0"/>
                    </a:moveTo>
                    <a:lnTo>
                      <a:pt x="1186" y="35"/>
                    </a:lnTo>
                    <a:lnTo>
                      <a:pt x="1150" y="200"/>
                    </a:lnTo>
                    <a:lnTo>
                      <a:pt x="963" y="977"/>
                    </a:lnTo>
                    <a:lnTo>
                      <a:pt x="884" y="1344"/>
                    </a:lnTo>
                    <a:lnTo>
                      <a:pt x="855" y="1444"/>
                    </a:lnTo>
                    <a:lnTo>
                      <a:pt x="855" y="1473"/>
                    </a:lnTo>
                    <a:lnTo>
                      <a:pt x="784" y="1775"/>
                    </a:lnTo>
                    <a:lnTo>
                      <a:pt x="1" y="5182"/>
                    </a:lnTo>
                    <a:lnTo>
                      <a:pt x="367" y="5182"/>
                    </a:lnTo>
                    <a:lnTo>
                      <a:pt x="439" y="4851"/>
                    </a:lnTo>
                    <a:lnTo>
                      <a:pt x="1150" y="1775"/>
                    </a:lnTo>
                    <a:lnTo>
                      <a:pt x="1186" y="1617"/>
                    </a:lnTo>
                    <a:lnTo>
                      <a:pt x="1222" y="1473"/>
                    </a:lnTo>
                    <a:lnTo>
                      <a:pt x="1236" y="1415"/>
                    </a:lnTo>
                    <a:lnTo>
                      <a:pt x="1252" y="1344"/>
                    </a:lnTo>
                    <a:lnTo>
                      <a:pt x="1365" y="840"/>
                    </a:lnTo>
                    <a:lnTo>
                      <a:pt x="1517" y="200"/>
                    </a:lnTo>
                    <a:lnTo>
                      <a:pt x="1553" y="35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5" name="Google Shape;8825;p72"/>
              <p:cNvSpPr/>
              <p:nvPr/>
            </p:nvSpPr>
            <p:spPr>
              <a:xfrm>
                <a:off x="8104446" y="3619317"/>
                <a:ext cx="337741" cy="1267567"/>
              </a:xfrm>
              <a:custGeom>
                <a:rect b="b" l="l" r="r" t="t"/>
                <a:pathLst>
                  <a:path extrusionOk="0" h="5183" w="1381">
                    <a:moveTo>
                      <a:pt x="1" y="0"/>
                    </a:moveTo>
                    <a:lnTo>
                      <a:pt x="8" y="35"/>
                    </a:lnTo>
                    <a:lnTo>
                      <a:pt x="37" y="157"/>
                    </a:lnTo>
                    <a:lnTo>
                      <a:pt x="44" y="186"/>
                    </a:lnTo>
                    <a:lnTo>
                      <a:pt x="259" y="1121"/>
                    </a:lnTo>
                    <a:lnTo>
                      <a:pt x="309" y="1344"/>
                    </a:lnTo>
                    <a:lnTo>
                      <a:pt x="339" y="1466"/>
                    </a:lnTo>
                    <a:lnTo>
                      <a:pt x="339" y="1473"/>
                    </a:lnTo>
                    <a:lnTo>
                      <a:pt x="411" y="1775"/>
                    </a:lnTo>
                    <a:lnTo>
                      <a:pt x="1194" y="5182"/>
                    </a:lnTo>
                    <a:lnTo>
                      <a:pt x="1381" y="5182"/>
                    </a:lnTo>
                    <a:lnTo>
                      <a:pt x="598" y="1775"/>
                    </a:lnTo>
                    <a:lnTo>
                      <a:pt x="525" y="1473"/>
                    </a:lnTo>
                    <a:lnTo>
                      <a:pt x="504" y="1380"/>
                    </a:lnTo>
                    <a:lnTo>
                      <a:pt x="497" y="1344"/>
                    </a:lnTo>
                    <a:lnTo>
                      <a:pt x="389" y="870"/>
                    </a:lnTo>
                    <a:lnTo>
                      <a:pt x="223" y="157"/>
                    </a:lnTo>
                    <a:lnTo>
                      <a:pt x="196" y="35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6" name="Google Shape;8826;p72"/>
              <p:cNvSpPr/>
              <p:nvPr/>
            </p:nvSpPr>
            <p:spPr>
              <a:xfrm>
                <a:off x="8149934" y="3619317"/>
                <a:ext cx="383963" cy="1267567"/>
              </a:xfrm>
              <a:custGeom>
                <a:rect b="b" l="l" r="r" t="t"/>
                <a:pathLst>
                  <a:path extrusionOk="0" h="5183" w="1570">
                    <a:moveTo>
                      <a:pt x="1" y="0"/>
                    </a:moveTo>
                    <a:lnTo>
                      <a:pt x="10" y="35"/>
                    </a:lnTo>
                    <a:lnTo>
                      <a:pt x="37" y="157"/>
                    </a:lnTo>
                    <a:lnTo>
                      <a:pt x="203" y="870"/>
                    </a:lnTo>
                    <a:lnTo>
                      <a:pt x="311" y="1344"/>
                    </a:lnTo>
                    <a:lnTo>
                      <a:pt x="318" y="1380"/>
                    </a:lnTo>
                    <a:lnTo>
                      <a:pt x="339" y="1473"/>
                    </a:lnTo>
                    <a:lnTo>
                      <a:pt x="412" y="1775"/>
                    </a:lnTo>
                    <a:lnTo>
                      <a:pt x="1195" y="5182"/>
                    </a:lnTo>
                    <a:lnTo>
                      <a:pt x="1569" y="5182"/>
                    </a:lnTo>
                    <a:lnTo>
                      <a:pt x="700" y="1430"/>
                    </a:lnTo>
                    <a:lnTo>
                      <a:pt x="527" y="682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7" name="Google Shape;8827;p72"/>
              <p:cNvSpPr/>
              <p:nvPr/>
            </p:nvSpPr>
            <p:spPr>
              <a:xfrm>
                <a:off x="7839098" y="3531030"/>
                <a:ext cx="84619" cy="88532"/>
              </a:xfrm>
              <a:custGeom>
                <a:rect b="b" l="l" r="r" t="t"/>
                <a:pathLst>
                  <a:path extrusionOk="0" h="362" w="346">
                    <a:moveTo>
                      <a:pt x="1" y="1"/>
                    </a:moveTo>
                    <a:lnTo>
                      <a:pt x="1" y="232"/>
                    </a:lnTo>
                    <a:cubicBezTo>
                      <a:pt x="1" y="246"/>
                      <a:pt x="1" y="259"/>
                      <a:pt x="7" y="275"/>
                    </a:cubicBezTo>
                    <a:cubicBezTo>
                      <a:pt x="14" y="289"/>
                      <a:pt x="14" y="296"/>
                      <a:pt x="21" y="309"/>
                    </a:cubicBezTo>
                    <a:cubicBezTo>
                      <a:pt x="51" y="339"/>
                      <a:pt x="87" y="361"/>
                      <a:pt x="130" y="361"/>
                    </a:cubicBezTo>
                    <a:lnTo>
                      <a:pt x="346" y="361"/>
                    </a:lnTo>
                    <a:lnTo>
                      <a:pt x="346" y="352"/>
                    </a:lnTo>
                    <a:cubicBezTo>
                      <a:pt x="309" y="339"/>
                      <a:pt x="280" y="309"/>
                      <a:pt x="273" y="275"/>
                    </a:cubicBezTo>
                    <a:cubicBezTo>
                      <a:pt x="266" y="259"/>
                      <a:pt x="266" y="246"/>
                      <a:pt x="266" y="232"/>
                    </a:cubicBez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8" name="Google Shape;8828;p72"/>
              <p:cNvSpPr/>
              <p:nvPr/>
            </p:nvSpPr>
            <p:spPr>
              <a:xfrm>
                <a:off x="7923471" y="3617116"/>
                <a:ext cx="12473" cy="2446"/>
              </a:xfrm>
              <a:custGeom>
                <a:rect b="b" l="l" r="r" t="t"/>
                <a:pathLst>
                  <a:path extrusionOk="0" h="10" w="51">
                    <a:moveTo>
                      <a:pt x="1" y="0"/>
                    </a:moveTo>
                    <a:lnTo>
                      <a:pt x="1" y="9"/>
                    </a:lnTo>
                    <a:lnTo>
                      <a:pt x="51" y="9"/>
                    </a:lnTo>
                    <a:cubicBezTo>
                      <a:pt x="30" y="9"/>
                      <a:pt x="14" y="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9" name="Google Shape;8829;p72"/>
              <p:cNvSpPr/>
              <p:nvPr/>
            </p:nvSpPr>
            <p:spPr>
              <a:xfrm>
                <a:off x="7904151" y="3531030"/>
                <a:ext cx="388854" cy="88532"/>
              </a:xfrm>
              <a:custGeom>
                <a:rect b="b" l="l" r="r" t="t"/>
                <a:pathLst>
                  <a:path extrusionOk="0" h="362" w="1590">
                    <a:moveTo>
                      <a:pt x="0" y="1"/>
                    </a:moveTo>
                    <a:lnTo>
                      <a:pt x="0" y="232"/>
                    </a:lnTo>
                    <a:cubicBezTo>
                      <a:pt x="0" y="246"/>
                      <a:pt x="0" y="259"/>
                      <a:pt x="7" y="275"/>
                    </a:cubicBezTo>
                    <a:cubicBezTo>
                      <a:pt x="14" y="309"/>
                      <a:pt x="43" y="339"/>
                      <a:pt x="80" y="352"/>
                    </a:cubicBezTo>
                    <a:cubicBezTo>
                      <a:pt x="93" y="361"/>
                      <a:pt x="109" y="361"/>
                      <a:pt x="130" y="361"/>
                    </a:cubicBezTo>
                    <a:lnTo>
                      <a:pt x="1460" y="361"/>
                    </a:lnTo>
                    <a:cubicBezTo>
                      <a:pt x="1532" y="361"/>
                      <a:pt x="1589" y="302"/>
                      <a:pt x="1589" y="232"/>
                    </a:cubicBezTo>
                    <a:lnTo>
                      <a:pt x="158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0" name="Google Shape;8830;p72"/>
              <p:cNvSpPr/>
              <p:nvPr/>
            </p:nvSpPr>
            <p:spPr>
              <a:xfrm>
                <a:off x="6278071" y="3457173"/>
                <a:ext cx="1311589" cy="74102"/>
              </a:xfrm>
              <a:custGeom>
                <a:rect b="b" l="l" r="r" t="t"/>
                <a:pathLst>
                  <a:path extrusionOk="0" h="303" w="5363">
                    <a:moveTo>
                      <a:pt x="1" y="1"/>
                    </a:moveTo>
                    <a:lnTo>
                      <a:pt x="1" y="303"/>
                    </a:lnTo>
                    <a:lnTo>
                      <a:pt x="5362" y="303"/>
                    </a:lnTo>
                    <a:lnTo>
                      <a:pt x="536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1" name="Google Shape;8831;p72"/>
              <p:cNvSpPr/>
              <p:nvPr/>
            </p:nvSpPr>
            <p:spPr>
              <a:xfrm>
                <a:off x="7589402" y="3457173"/>
                <a:ext cx="1086591" cy="74102"/>
              </a:xfrm>
              <a:custGeom>
                <a:rect b="b" l="l" r="r" t="t"/>
                <a:pathLst>
                  <a:path extrusionOk="0" h="303" w="4443">
                    <a:moveTo>
                      <a:pt x="0" y="1"/>
                    </a:moveTo>
                    <a:lnTo>
                      <a:pt x="0" y="303"/>
                    </a:lnTo>
                    <a:lnTo>
                      <a:pt x="4442" y="303"/>
                    </a:lnTo>
                    <a:lnTo>
                      <a:pt x="4442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2" name="Google Shape;8832;p72"/>
              <p:cNvSpPr/>
              <p:nvPr/>
            </p:nvSpPr>
            <p:spPr>
              <a:xfrm>
                <a:off x="7126939" y="3416821"/>
                <a:ext cx="503065" cy="40597"/>
              </a:xfrm>
              <a:custGeom>
                <a:rect b="b" l="l" r="r" t="t"/>
                <a:pathLst>
                  <a:path extrusionOk="0" h="166" w="2057">
                    <a:moveTo>
                      <a:pt x="1" y="0"/>
                    </a:moveTo>
                    <a:lnTo>
                      <a:pt x="123" y="166"/>
                    </a:lnTo>
                    <a:lnTo>
                      <a:pt x="2057" y="166"/>
                    </a:lnTo>
                    <a:lnTo>
                      <a:pt x="205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3" name="Google Shape;8833;p72"/>
              <p:cNvSpPr/>
              <p:nvPr/>
            </p:nvSpPr>
            <p:spPr>
              <a:xfrm>
                <a:off x="7629755" y="3416821"/>
                <a:ext cx="336273" cy="40597"/>
              </a:xfrm>
              <a:custGeom>
                <a:rect b="b" l="l" r="r" t="t"/>
                <a:pathLst>
                  <a:path extrusionOk="0" h="166" w="1375">
                    <a:moveTo>
                      <a:pt x="1" y="0"/>
                    </a:moveTo>
                    <a:lnTo>
                      <a:pt x="1" y="166"/>
                    </a:lnTo>
                    <a:lnTo>
                      <a:pt x="1374" y="166"/>
                    </a:lnTo>
                    <a:lnTo>
                      <a:pt x="1274" y="102"/>
                    </a:lnTo>
                    <a:lnTo>
                      <a:pt x="1043" y="79"/>
                    </a:lnTo>
                    <a:lnTo>
                      <a:pt x="1029" y="79"/>
                    </a:lnTo>
                    <a:lnTo>
                      <a:pt x="863" y="66"/>
                    </a:lnTo>
                    <a:lnTo>
                      <a:pt x="827" y="66"/>
                    </a:lnTo>
                    <a:lnTo>
                      <a:pt x="598" y="43"/>
                    </a:lnTo>
                    <a:lnTo>
                      <a:pt x="591" y="43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4" name="Google Shape;8834;p72"/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rect b="b" l="l" r="r" t="t"/>
                <a:pathLst>
                  <a:path extrusionOk="0" h="426" w="575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5" name="Google Shape;8835;p72"/>
              <p:cNvSpPr/>
              <p:nvPr/>
            </p:nvSpPr>
            <p:spPr>
              <a:xfrm>
                <a:off x="7337995" y="2610016"/>
                <a:ext cx="176085" cy="655917"/>
              </a:xfrm>
              <a:custGeom>
                <a:rect b="b" l="l" r="r" t="t"/>
                <a:pathLst>
                  <a:path extrusionOk="0" h="2682" w="720">
                    <a:moveTo>
                      <a:pt x="0" y="1"/>
                    </a:moveTo>
                    <a:cubicBezTo>
                      <a:pt x="66" y="1"/>
                      <a:pt x="129" y="51"/>
                      <a:pt x="138" y="116"/>
                    </a:cubicBezTo>
                    <a:lnTo>
                      <a:pt x="569" y="2566"/>
                    </a:lnTo>
                    <a:cubicBezTo>
                      <a:pt x="583" y="2625"/>
                      <a:pt x="540" y="2681"/>
                      <a:pt x="475" y="2681"/>
                    </a:cubicBezTo>
                    <a:lnTo>
                      <a:pt x="613" y="2681"/>
                    </a:lnTo>
                    <a:cubicBezTo>
                      <a:pt x="676" y="2681"/>
                      <a:pt x="719" y="2625"/>
                      <a:pt x="713" y="2566"/>
                    </a:cubicBezTo>
                    <a:lnTo>
                      <a:pt x="281" y="116"/>
                    </a:lnTo>
                    <a:cubicBezTo>
                      <a:pt x="268" y="51"/>
                      <a:pt x="209" y="1"/>
                      <a:pt x="1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6" name="Google Shape;8836;p72"/>
              <p:cNvSpPr/>
              <p:nvPr/>
            </p:nvSpPr>
            <p:spPr>
              <a:xfrm>
                <a:off x="6436302" y="2610016"/>
                <a:ext cx="1044526" cy="655917"/>
              </a:xfrm>
              <a:custGeom>
                <a:rect b="b" l="l" r="r" t="t"/>
                <a:pathLst>
                  <a:path extrusionOk="0" h="2682" w="4271">
                    <a:moveTo>
                      <a:pt x="2005" y="841"/>
                    </a:moveTo>
                    <a:cubicBezTo>
                      <a:pt x="2084" y="841"/>
                      <a:pt x="2171" y="899"/>
                      <a:pt x="2193" y="979"/>
                    </a:cubicBezTo>
                    <a:cubicBezTo>
                      <a:pt x="2200" y="1013"/>
                      <a:pt x="2221" y="1100"/>
                      <a:pt x="2071" y="1215"/>
                    </a:cubicBezTo>
                    <a:lnTo>
                      <a:pt x="2005" y="1265"/>
                    </a:lnTo>
                    <a:lnTo>
                      <a:pt x="1919" y="1215"/>
                    </a:lnTo>
                    <a:cubicBezTo>
                      <a:pt x="1703" y="1100"/>
                      <a:pt x="1676" y="1013"/>
                      <a:pt x="1669" y="979"/>
                    </a:cubicBezTo>
                    <a:cubicBezTo>
                      <a:pt x="1646" y="899"/>
                      <a:pt x="1696" y="841"/>
                      <a:pt x="1769" y="841"/>
                    </a:cubicBezTo>
                    <a:cubicBezTo>
                      <a:pt x="1819" y="841"/>
                      <a:pt x="1869" y="863"/>
                      <a:pt x="1905" y="899"/>
                    </a:cubicBezTo>
                    <a:cubicBezTo>
                      <a:pt x="1927" y="863"/>
                      <a:pt x="1962" y="841"/>
                      <a:pt x="2005" y="841"/>
                    </a:cubicBezTo>
                    <a:close/>
                    <a:moveTo>
                      <a:pt x="107" y="1"/>
                    </a:moveTo>
                    <a:cubicBezTo>
                      <a:pt x="44" y="1"/>
                      <a:pt x="1" y="51"/>
                      <a:pt x="14" y="116"/>
                    </a:cubicBezTo>
                    <a:lnTo>
                      <a:pt x="439" y="2566"/>
                    </a:lnTo>
                    <a:cubicBezTo>
                      <a:pt x="453" y="2625"/>
                      <a:pt x="518" y="2681"/>
                      <a:pt x="582" y="2681"/>
                    </a:cubicBezTo>
                    <a:lnTo>
                      <a:pt x="1301" y="2681"/>
                    </a:lnTo>
                    <a:cubicBezTo>
                      <a:pt x="1331" y="2445"/>
                      <a:pt x="1374" y="2171"/>
                      <a:pt x="1410" y="1962"/>
                    </a:cubicBezTo>
                    <a:cubicBezTo>
                      <a:pt x="1467" y="1683"/>
                      <a:pt x="1689" y="1639"/>
                      <a:pt x="1689" y="1639"/>
                    </a:cubicBezTo>
                    <a:lnTo>
                      <a:pt x="2466" y="1639"/>
                    </a:lnTo>
                    <a:lnTo>
                      <a:pt x="2495" y="1805"/>
                    </a:lnTo>
                    <a:cubicBezTo>
                      <a:pt x="2495" y="1805"/>
                      <a:pt x="2373" y="1812"/>
                      <a:pt x="2329" y="2048"/>
                    </a:cubicBezTo>
                    <a:cubicBezTo>
                      <a:pt x="2286" y="2236"/>
                      <a:pt x="2257" y="2473"/>
                      <a:pt x="2229" y="2681"/>
                    </a:cubicBezTo>
                    <a:lnTo>
                      <a:pt x="4162" y="2681"/>
                    </a:lnTo>
                    <a:cubicBezTo>
                      <a:pt x="4227" y="2681"/>
                      <a:pt x="4270" y="2625"/>
                      <a:pt x="4256" y="2566"/>
                    </a:cubicBezTo>
                    <a:lnTo>
                      <a:pt x="3825" y="116"/>
                    </a:lnTo>
                    <a:cubicBezTo>
                      <a:pt x="3816" y="51"/>
                      <a:pt x="3753" y="1"/>
                      <a:pt x="36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7" name="Google Shape;8837;p72"/>
              <p:cNvSpPr/>
              <p:nvPr/>
            </p:nvSpPr>
            <p:spPr>
              <a:xfrm>
                <a:off x="6838848" y="2815447"/>
                <a:ext cx="140623" cy="104184"/>
              </a:xfrm>
              <a:custGeom>
                <a:rect b="b" l="l" r="r" t="t"/>
                <a:pathLst>
                  <a:path extrusionOk="0" h="426" w="575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8" name="Google Shape;8838;p72"/>
              <p:cNvSpPr/>
              <p:nvPr/>
            </p:nvSpPr>
            <p:spPr>
              <a:xfrm>
                <a:off x="6728306" y="3010850"/>
                <a:ext cx="309372" cy="446571"/>
              </a:xfrm>
              <a:custGeom>
                <a:rect b="b" l="l" r="r" t="t"/>
                <a:pathLst>
                  <a:path extrusionOk="0" h="1826" w="1265">
                    <a:moveTo>
                      <a:pt x="495" y="0"/>
                    </a:moveTo>
                    <a:cubicBezTo>
                      <a:pt x="495" y="0"/>
                      <a:pt x="273" y="44"/>
                      <a:pt x="216" y="323"/>
                    </a:cubicBezTo>
                    <a:cubicBezTo>
                      <a:pt x="180" y="532"/>
                      <a:pt x="137" y="806"/>
                      <a:pt x="107" y="1042"/>
                    </a:cubicBezTo>
                    <a:cubicBezTo>
                      <a:pt x="71" y="1315"/>
                      <a:pt x="43" y="1553"/>
                      <a:pt x="28" y="1617"/>
                    </a:cubicBezTo>
                    <a:cubicBezTo>
                      <a:pt x="0" y="1739"/>
                      <a:pt x="57" y="1826"/>
                      <a:pt x="230" y="1826"/>
                    </a:cubicBezTo>
                    <a:lnTo>
                      <a:pt x="1006" y="1826"/>
                    </a:lnTo>
                    <a:cubicBezTo>
                      <a:pt x="834" y="1826"/>
                      <a:pt x="784" y="1739"/>
                      <a:pt x="804" y="1617"/>
                    </a:cubicBezTo>
                    <a:cubicBezTo>
                      <a:pt x="820" y="1553"/>
                      <a:pt x="847" y="1315"/>
                      <a:pt x="884" y="1042"/>
                    </a:cubicBezTo>
                    <a:cubicBezTo>
                      <a:pt x="913" y="806"/>
                      <a:pt x="956" y="532"/>
                      <a:pt x="999" y="323"/>
                    </a:cubicBezTo>
                    <a:cubicBezTo>
                      <a:pt x="1049" y="73"/>
                      <a:pt x="1222" y="14"/>
                      <a:pt x="1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9" name="Google Shape;8839;p72"/>
              <p:cNvSpPr/>
              <p:nvPr/>
            </p:nvSpPr>
            <p:spPr>
              <a:xfrm>
                <a:off x="6919797" y="3010850"/>
                <a:ext cx="237470" cy="446571"/>
              </a:xfrm>
              <a:custGeom>
                <a:rect b="b" l="l" r="r" t="t"/>
                <a:pathLst>
                  <a:path extrusionOk="0" h="1826" w="971">
                    <a:moveTo>
                      <a:pt x="482" y="0"/>
                    </a:moveTo>
                    <a:cubicBezTo>
                      <a:pt x="439" y="14"/>
                      <a:pt x="266" y="73"/>
                      <a:pt x="216" y="323"/>
                    </a:cubicBezTo>
                    <a:cubicBezTo>
                      <a:pt x="173" y="532"/>
                      <a:pt x="130" y="806"/>
                      <a:pt x="101" y="1042"/>
                    </a:cubicBezTo>
                    <a:cubicBezTo>
                      <a:pt x="64" y="1315"/>
                      <a:pt x="37" y="1553"/>
                      <a:pt x="21" y="1617"/>
                    </a:cubicBezTo>
                    <a:cubicBezTo>
                      <a:pt x="1" y="1739"/>
                      <a:pt x="51" y="1826"/>
                      <a:pt x="223" y="1826"/>
                    </a:cubicBezTo>
                    <a:lnTo>
                      <a:pt x="970" y="1826"/>
                    </a:lnTo>
                    <a:lnTo>
                      <a:pt x="848" y="1660"/>
                    </a:lnTo>
                    <a:lnTo>
                      <a:pt x="373" y="1660"/>
                    </a:lnTo>
                    <a:cubicBezTo>
                      <a:pt x="223" y="1660"/>
                      <a:pt x="166" y="1632"/>
                      <a:pt x="187" y="1524"/>
                    </a:cubicBezTo>
                    <a:cubicBezTo>
                      <a:pt x="194" y="1467"/>
                      <a:pt x="223" y="1272"/>
                      <a:pt x="252" y="1042"/>
                    </a:cubicBezTo>
                    <a:cubicBezTo>
                      <a:pt x="280" y="834"/>
                      <a:pt x="309" y="597"/>
                      <a:pt x="352" y="409"/>
                    </a:cubicBezTo>
                    <a:cubicBezTo>
                      <a:pt x="396" y="173"/>
                      <a:pt x="518" y="166"/>
                      <a:pt x="518" y="166"/>
                    </a:cubicBez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0" name="Google Shape;8840;p72"/>
              <p:cNvSpPr/>
              <p:nvPr/>
            </p:nvSpPr>
            <p:spPr>
              <a:xfrm>
                <a:off x="6824673" y="2804930"/>
                <a:ext cx="168982" cy="125217"/>
              </a:xfrm>
              <a:custGeom>
                <a:rect b="b" l="l" r="r" t="t"/>
                <a:pathLst>
                  <a:path extrusionOk="0" h="426" w="575">
                    <a:moveTo>
                      <a:pt x="123" y="1"/>
                    </a:moveTo>
                    <a:cubicBezTo>
                      <a:pt x="50" y="1"/>
                      <a:pt x="0" y="59"/>
                      <a:pt x="23" y="139"/>
                    </a:cubicBezTo>
                    <a:cubicBezTo>
                      <a:pt x="30" y="173"/>
                      <a:pt x="57" y="260"/>
                      <a:pt x="273" y="375"/>
                    </a:cubicBezTo>
                    <a:lnTo>
                      <a:pt x="359" y="425"/>
                    </a:lnTo>
                    <a:lnTo>
                      <a:pt x="425" y="375"/>
                    </a:lnTo>
                    <a:cubicBezTo>
                      <a:pt x="575" y="260"/>
                      <a:pt x="554" y="173"/>
                      <a:pt x="547" y="139"/>
                    </a:cubicBezTo>
                    <a:cubicBezTo>
                      <a:pt x="525" y="59"/>
                      <a:pt x="438" y="1"/>
                      <a:pt x="359" y="1"/>
                    </a:cubicBezTo>
                    <a:cubicBezTo>
                      <a:pt x="316" y="1"/>
                      <a:pt x="281" y="23"/>
                      <a:pt x="259" y="59"/>
                    </a:cubicBezTo>
                    <a:cubicBezTo>
                      <a:pt x="223" y="23"/>
                      <a:pt x="173" y="1"/>
                      <a:pt x="1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1" name="Google Shape;8841;p72"/>
              <p:cNvSpPr/>
              <p:nvPr/>
            </p:nvSpPr>
            <p:spPr>
              <a:xfrm>
                <a:off x="8016649" y="3416821"/>
                <a:ext cx="146248" cy="40597"/>
              </a:xfrm>
              <a:custGeom>
                <a:rect b="b" l="l" r="r" t="t"/>
                <a:pathLst>
                  <a:path extrusionOk="0" h="166" w="598">
                    <a:moveTo>
                      <a:pt x="1" y="0"/>
                    </a:moveTo>
                    <a:lnTo>
                      <a:pt x="15" y="166"/>
                    </a:lnTo>
                    <a:lnTo>
                      <a:pt x="589" y="166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2" name="Google Shape;8842;p72"/>
              <p:cNvSpPr/>
              <p:nvPr/>
            </p:nvSpPr>
            <p:spPr>
              <a:xfrm>
                <a:off x="8004421" y="3279622"/>
                <a:ext cx="170705" cy="28369"/>
              </a:xfrm>
              <a:custGeom>
                <a:rect b="b" l="l" r="r" t="t"/>
                <a:pathLst>
                  <a:path extrusionOk="0" h="116" w="698">
                    <a:moveTo>
                      <a:pt x="1" y="0"/>
                    </a:moveTo>
                    <a:lnTo>
                      <a:pt x="15" y="116"/>
                    </a:lnTo>
                    <a:lnTo>
                      <a:pt x="691" y="116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3" name="Google Shape;8843;p72"/>
              <p:cNvSpPr/>
              <p:nvPr/>
            </p:nvSpPr>
            <p:spPr>
              <a:xfrm>
                <a:off x="7988524" y="3232422"/>
                <a:ext cx="202253" cy="47445"/>
              </a:xfrm>
              <a:custGeom>
                <a:rect b="b" l="l" r="r" t="t"/>
                <a:pathLst>
                  <a:path extrusionOk="0" h="194" w="827">
                    <a:moveTo>
                      <a:pt x="0" y="0"/>
                    </a:moveTo>
                    <a:lnTo>
                      <a:pt x="0" y="193"/>
                    </a:lnTo>
                    <a:lnTo>
                      <a:pt x="827" y="193"/>
                    </a:lnTo>
                    <a:lnTo>
                      <a:pt x="82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4" name="Google Shape;8844;p72"/>
              <p:cNvSpPr/>
              <p:nvPr/>
            </p:nvSpPr>
            <p:spPr>
              <a:xfrm>
                <a:off x="8009556" y="3198917"/>
                <a:ext cx="160188" cy="33750"/>
              </a:xfrm>
              <a:custGeom>
                <a:rect b="b" l="l" r="r" t="t"/>
                <a:pathLst>
                  <a:path extrusionOk="0" h="138" w="655">
                    <a:moveTo>
                      <a:pt x="37" y="1"/>
                    </a:moveTo>
                    <a:lnTo>
                      <a:pt x="0" y="137"/>
                    </a:lnTo>
                    <a:lnTo>
                      <a:pt x="654" y="137"/>
                    </a:lnTo>
                    <a:lnTo>
                      <a:pt x="618" y="8"/>
                    </a:lnTo>
                    <a:lnTo>
                      <a:pt x="61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5" name="Google Shape;8845;p72"/>
              <p:cNvSpPr/>
              <p:nvPr/>
            </p:nvSpPr>
            <p:spPr>
              <a:xfrm>
                <a:off x="8002464" y="3307747"/>
                <a:ext cx="174373" cy="109319"/>
              </a:xfrm>
              <a:custGeom>
                <a:rect b="b" l="l" r="r" t="t"/>
                <a:pathLst>
                  <a:path extrusionOk="0" h="447" w="713">
                    <a:moveTo>
                      <a:pt x="0" y="1"/>
                    </a:moveTo>
                    <a:lnTo>
                      <a:pt x="16" y="196"/>
                    </a:lnTo>
                    <a:lnTo>
                      <a:pt x="43" y="446"/>
                    </a:lnTo>
                    <a:lnTo>
                      <a:pt x="676" y="446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6" name="Google Shape;8846;p72"/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7" name="Google Shape;8847;p72"/>
              <p:cNvSpPr/>
              <p:nvPr/>
            </p:nvSpPr>
            <p:spPr>
              <a:xfrm>
                <a:off x="5873814" y="3842356"/>
                <a:ext cx="126928" cy="325513"/>
              </a:xfrm>
              <a:custGeom>
                <a:rect b="b" l="l" r="r" t="t"/>
                <a:pathLst>
                  <a:path extrusionOk="0" h="1331" w="519">
                    <a:moveTo>
                      <a:pt x="1" y="1"/>
                    </a:moveTo>
                    <a:lnTo>
                      <a:pt x="1" y="115"/>
                    </a:lnTo>
                    <a:lnTo>
                      <a:pt x="1" y="223"/>
                    </a:lnTo>
                    <a:cubicBezTo>
                      <a:pt x="15" y="253"/>
                      <a:pt x="22" y="280"/>
                      <a:pt x="35" y="309"/>
                    </a:cubicBezTo>
                    <a:cubicBezTo>
                      <a:pt x="130" y="539"/>
                      <a:pt x="187" y="741"/>
                      <a:pt x="223" y="913"/>
                    </a:cubicBezTo>
                    <a:cubicBezTo>
                      <a:pt x="230" y="963"/>
                      <a:pt x="237" y="1006"/>
                      <a:pt x="237" y="1050"/>
                    </a:cubicBezTo>
                    <a:lnTo>
                      <a:pt x="518" y="1331"/>
                    </a:lnTo>
                    <a:lnTo>
                      <a:pt x="518" y="52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8" name="Google Shape;8848;p72"/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9" name="Google Shape;8849;p72"/>
              <p:cNvSpPr/>
              <p:nvPr/>
            </p:nvSpPr>
            <p:spPr>
              <a:xfrm>
                <a:off x="6000496" y="3842356"/>
                <a:ext cx="128395" cy="325513"/>
              </a:xfrm>
              <a:custGeom>
                <a:rect b="b" l="l" r="r" t="t"/>
                <a:pathLst>
                  <a:path extrusionOk="0" h="1331" w="525">
                    <a:moveTo>
                      <a:pt x="525" y="1"/>
                    </a:moveTo>
                    <a:lnTo>
                      <a:pt x="0" y="525"/>
                    </a:lnTo>
                    <a:lnTo>
                      <a:pt x="0" y="1331"/>
                    </a:lnTo>
                    <a:lnTo>
                      <a:pt x="287" y="1043"/>
                    </a:lnTo>
                    <a:lnTo>
                      <a:pt x="287" y="1020"/>
                    </a:lnTo>
                    <a:cubicBezTo>
                      <a:pt x="316" y="877"/>
                      <a:pt x="366" y="705"/>
                      <a:pt x="446" y="511"/>
                    </a:cubicBezTo>
                    <a:cubicBezTo>
                      <a:pt x="459" y="489"/>
                      <a:pt x="466" y="460"/>
                      <a:pt x="475" y="439"/>
                    </a:cubicBezTo>
                    <a:cubicBezTo>
                      <a:pt x="489" y="403"/>
                      <a:pt x="503" y="373"/>
                      <a:pt x="518" y="339"/>
                    </a:cubicBezTo>
                    <a:cubicBezTo>
                      <a:pt x="525" y="266"/>
                      <a:pt x="525" y="194"/>
                      <a:pt x="525" y="115"/>
                    </a:cubicBez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0" name="Google Shape;8850;p72"/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rect b="b" l="l" r="r" t="t"/>
                <a:pathLst>
                  <a:path extrusionOk="0" h="23" w="8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1" name="Google Shape;8851;p72"/>
              <p:cNvSpPr/>
              <p:nvPr/>
            </p:nvSpPr>
            <p:spPr>
              <a:xfrm>
                <a:off x="5873814" y="3661381"/>
                <a:ext cx="126928" cy="309616"/>
              </a:xfrm>
              <a:custGeom>
                <a:rect b="b" l="l" r="r" t="t"/>
                <a:pathLst>
                  <a:path extrusionOk="0" h="1266" w="519">
                    <a:moveTo>
                      <a:pt x="58" y="1"/>
                    </a:moveTo>
                    <a:cubicBezTo>
                      <a:pt x="22" y="237"/>
                      <a:pt x="1" y="489"/>
                      <a:pt x="1" y="741"/>
                    </a:cubicBezTo>
                    <a:lnTo>
                      <a:pt x="518" y="1265"/>
                    </a:lnTo>
                    <a:lnTo>
                      <a:pt x="518" y="459"/>
                    </a:lnTo>
                    <a:lnTo>
                      <a:pt x="5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2" name="Google Shape;8852;p72"/>
              <p:cNvSpPr/>
              <p:nvPr/>
            </p:nvSpPr>
            <p:spPr>
              <a:xfrm>
                <a:off x="6000496" y="3661381"/>
                <a:ext cx="128395" cy="309616"/>
              </a:xfrm>
              <a:custGeom>
                <a:rect b="b" l="l" r="r" t="t"/>
                <a:pathLst>
                  <a:path extrusionOk="0" h="1266" w="525">
                    <a:moveTo>
                      <a:pt x="466" y="1"/>
                    </a:moveTo>
                    <a:lnTo>
                      <a:pt x="0" y="459"/>
                    </a:lnTo>
                    <a:lnTo>
                      <a:pt x="0" y="1265"/>
                    </a:lnTo>
                    <a:lnTo>
                      <a:pt x="525" y="741"/>
                    </a:lnTo>
                    <a:cubicBezTo>
                      <a:pt x="518" y="489"/>
                      <a:pt x="496" y="237"/>
                      <a:pt x="4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3" name="Google Shape;8853;p72"/>
              <p:cNvSpPr/>
              <p:nvPr/>
            </p:nvSpPr>
            <p:spPr>
              <a:xfrm>
                <a:off x="5887754" y="3497770"/>
                <a:ext cx="112988" cy="276111"/>
              </a:xfrm>
              <a:custGeom>
                <a:rect b="b" l="l" r="r" t="t"/>
                <a:pathLst>
                  <a:path extrusionOk="0" h="1129" w="462">
                    <a:moveTo>
                      <a:pt x="137" y="0"/>
                    </a:moveTo>
                    <a:cubicBezTo>
                      <a:pt x="80" y="187"/>
                      <a:pt x="37" y="418"/>
                      <a:pt x="1" y="670"/>
                    </a:cubicBezTo>
                    <a:lnTo>
                      <a:pt x="461" y="1128"/>
                    </a:lnTo>
                    <a:lnTo>
                      <a:pt x="461" y="325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4" name="Google Shape;8854;p72"/>
              <p:cNvSpPr/>
              <p:nvPr/>
            </p:nvSpPr>
            <p:spPr>
              <a:xfrm>
                <a:off x="6000496" y="3497770"/>
                <a:ext cx="114211" cy="276111"/>
              </a:xfrm>
              <a:custGeom>
                <a:rect b="b" l="l" r="r" t="t"/>
                <a:pathLst>
                  <a:path extrusionOk="0" h="1129" w="467">
                    <a:moveTo>
                      <a:pt x="323" y="0"/>
                    </a:moveTo>
                    <a:lnTo>
                      <a:pt x="0" y="325"/>
                    </a:lnTo>
                    <a:lnTo>
                      <a:pt x="0" y="1128"/>
                    </a:lnTo>
                    <a:lnTo>
                      <a:pt x="466" y="670"/>
                    </a:lnTo>
                    <a:cubicBezTo>
                      <a:pt x="432" y="418"/>
                      <a:pt x="380" y="187"/>
                      <a:pt x="3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5" name="Google Shape;8855;p72"/>
              <p:cNvSpPr/>
              <p:nvPr/>
            </p:nvSpPr>
            <p:spPr>
              <a:xfrm>
                <a:off x="5921258" y="3381604"/>
                <a:ext cx="79483" cy="195650"/>
              </a:xfrm>
              <a:custGeom>
                <a:rect b="b" l="l" r="r" t="t"/>
                <a:pathLst>
                  <a:path extrusionOk="0" h="800" w="325">
                    <a:moveTo>
                      <a:pt x="324" y="1"/>
                    </a:moveTo>
                    <a:cubicBezTo>
                      <a:pt x="202" y="1"/>
                      <a:pt x="93" y="187"/>
                      <a:pt x="0" y="475"/>
                    </a:cubicBezTo>
                    <a:lnTo>
                      <a:pt x="324" y="800"/>
                    </a:lnTo>
                    <a:lnTo>
                      <a:pt x="324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6" name="Google Shape;8856;p72"/>
              <p:cNvSpPr/>
              <p:nvPr/>
            </p:nvSpPr>
            <p:spPr>
              <a:xfrm>
                <a:off x="6000496" y="3381604"/>
                <a:ext cx="79238" cy="195650"/>
              </a:xfrm>
              <a:custGeom>
                <a:rect b="b" l="l" r="r" t="t"/>
                <a:pathLst>
                  <a:path extrusionOk="0" h="800" w="324">
                    <a:moveTo>
                      <a:pt x="0" y="1"/>
                    </a:moveTo>
                    <a:lnTo>
                      <a:pt x="0" y="800"/>
                    </a:lnTo>
                    <a:lnTo>
                      <a:pt x="323" y="475"/>
                    </a:lnTo>
                    <a:cubicBezTo>
                      <a:pt x="237" y="187"/>
                      <a:pt x="12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7" name="Google Shape;8857;p72"/>
              <p:cNvSpPr/>
              <p:nvPr/>
            </p:nvSpPr>
            <p:spPr>
              <a:xfrm>
                <a:off x="6000496" y="4097188"/>
                <a:ext cx="70189" cy="84619"/>
              </a:xfrm>
              <a:custGeom>
                <a:rect b="b" l="l" r="r" t="t"/>
                <a:pathLst>
                  <a:path extrusionOk="0" h="346" w="287">
                    <a:moveTo>
                      <a:pt x="287" y="1"/>
                    </a:moveTo>
                    <a:lnTo>
                      <a:pt x="0" y="289"/>
                    </a:lnTo>
                    <a:lnTo>
                      <a:pt x="0" y="346"/>
                    </a:lnTo>
                    <a:lnTo>
                      <a:pt x="273" y="346"/>
                    </a:lnTo>
                    <a:cubicBezTo>
                      <a:pt x="259" y="259"/>
                      <a:pt x="259" y="137"/>
                      <a:pt x="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8" name="Google Shape;8858;p72"/>
              <p:cNvSpPr/>
              <p:nvPr/>
            </p:nvSpPr>
            <p:spPr>
              <a:xfrm>
                <a:off x="5931774" y="4098900"/>
                <a:ext cx="68967" cy="82907"/>
              </a:xfrm>
              <a:custGeom>
                <a:rect b="b" l="l" r="r" t="t"/>
                <a:pathLst>
                  <a:path extrusionOk="0" h="339" w="282">
                    <a:moveTo>
                      <a:pt x="0" y="1"/>
                    </a:moveTo>
                    <a:lnTo>
                      <a:pt x="0" y="1"/>
                    </a:lnTo>
                    <a:cubicBezTo>
                      <a:pt x="23" y="130"/>
                      <a:pt x="14" y="239"/>
                      <a:pt x="0" y="325"/>
                    </a:cubicBezTo>
                    <a:cubicBezTo>
                      <a:pt x="0" y="325"/>
                      <a:pt x="7" y="332"/>
                      <a:pt x="7" y="339"/>
                    </a:cubicBezTo>
                    <a:lnTo>
                      <a:pt x="281" y="339"/>
                    </a:lnTo>
                    <a:lnTo>
                      <a:pt x="281" y="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9" name="Google Shape;8859;p72"/>
              <p:cNvSpPr/>
              <p:nvPr/>
            </p:nvSpPr>
            <p:spPr>
              <a:xfrm>
                <a:off x="5754224" y="3759694"/>
                <a:ext cx="119836" cy="276111"/>
              </a:xfrm>
              <a:custGeom>
                <a:rect b="b" l="l" r="r" t="t"/>
                <a:pathLst>
                  <a:path extrusionOk="0" h="1129" w="490">
                    <a:moveTo>
                      <a:pt x="216" y="1"/>
                    </a:moveTo>
                    <a:lnTo>
                      <a:pt x="0" y="504"/>
                    </a:lnTo>
                    <a:lnTo>
                      <a:pt x="245" y="1129"/>
                    </a:lnTo>
                    <a:lnTo>
                      <a:pt x="490" y="568"/>
                    </a:lnTo>
                    <a:lnTo>
                      <a:pt x="490" y="561"/>
                    </a:lnTo>
                    <a:cubicBezTo>
                      <a:pt x="404" y="366"/>
                      <a:pt x="309" y="180"/>
                      <a:pt x="2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0" name="Google Shape;8860;p72"/>
              <p:cNvSpPr/>
              <p:nvPr/>
            </p:nvSpPr>
            <p:spPr>
              <a:xfrm>
                <a:off x="5676943" y="3975641"/>
                <a:ext cx="195161" cy="206166"/>
              </a:xfrm>
              <a:custGeom>
                <a:rect b="b" l="l" r="r" t="t"/>
                <a:pathLst>
                  <a:path extrusionOk="0" h="843" w="798">
                    <a:moveTo>
                      <a:pt x="0" y="1"/>
                    </a:moveTo>
                    <a:lnTo>
                      <a:pt x="0" y="1"/>
                    </a:lnTo>
                    <a:cubicBezTo>
                      <a:pt x="7" y="30"/>
                      <a:pt x="21" y="59"/>
                      <a:pt x="30" y="87"/>
                    </a:cubicBezTo>
                    <a:cubicBezTo>
                      <a:pt x="123" y="318"/>
                      <a:pt x="216" y="505"/>
                      <a:pt x="309" y="656"/>
                    </a:cubicBezTo>
                    <a:lnTo>
                      <a:pt x="754" y="843"/>
                    </a:lnTo>
                    <a:lnTo>
                      <a:pt x="797" y="843"/>
                    </a:lnTo>
                    <a:lnTo>
                      <a:pt x="561" y="24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1" name="Google Shape;8861;p72"/>
              <p:cNvSpPr/>
              <p:nvPr/>
            </p:nvSpPr>
            <p:spPr>
              <a:xfrm>
                <a:off x="5752512" y="4136073"/>
                <a:ext cx="109075" cy="45733"/>
              </a:xfrm>
              <a:custGeom>
                <a:rect b="b" l="l" r="r" t="t"/>
                <a:pathLst>
                  <a:path extrusionOk="0" h="187" w="446">
                    <a:moveTo>
                      <a:pt x="0" y="0"/>
                    </a:moveTo>
                    <a:lnTo>
                      <a:pt x="0" y="0"/>
                    </a:lnTo>
                    <a:cubicBezTo>
                      <a:pt x="50" y="71"/>
                      <a:pt x="93" y="137"/>
                      <a:pt x="143" y="187"/>
                    </a:cubicBezTo>
                    <a:lnTo>
                      <a:pt x="445" y="1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2" name="Google Shape;8862;p72"/>
              <p:cNvSpPr/>
              <p:nvPr/>
            </p:nvSpPr>
            <p:spPr>
              <a:xfrm>
                <a:off x="5873814" y="3896893"/>
                <a:ext cx="245" cy="1957"/>
              </a:xfrm>
              <a:custGeom>
                <a:rect b="b" l="l" r="r" t="t"/>
                <a:pathLst>
                  <a:path extrusionOk="0" h="8" w="1">
                    <a:moveTo>
                      <a:pt x="1" y="0"/>
                    </a:moveTo>
                    <a:lnTo>
                      <a:pt x="1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3" name="Google Shape;8863;p72"/>
              <p:cNvSpPr/>
              <p:nvPr/>
            </p:nvSpPr>
            <p:spPr>
              <a:xfrm>
                <a:off x="5877237" y="4065639"/>
                <a:ext cx="60162" cy="116167"/>
              </a:xfrm>
              <a:custGeom>
                <a:rect b="b" l="l" r="r" t="t"/>
                <a:pathLst>
                  <a:path extrusionOk="0" h="475" w="246">
                    <a:moveTo>
                      <a:pt x="209" y="0"/>
                    </a:moveTo>
                    <a:lnTo>
                      <a:pt x="173" y="80"/>
                    </a:lnTo>
                    <a:lnTo>
                      <a:pt x="116" y="216"/>
                    </a:lnTo>
                    <a:lnTo>
                      <a:pt x="1" y="475"/>
                    </a:lnTo>
                    <a:lnTo>
                      <a:pt x="216" y="475"/>
                    </a:lnTo>
                    <a:cubicBezTo>
                      <a:pt x="216" y="468"/>
                      <a:pt x="223" y="461"/>
                      <a:pt x="223" y="461"/>
                    </a:cubicBezTo>
                    <a:cubicBezTo>
                      <a:pt x="237" y="375"/>
                      <a:pt x="246" y="266"/>
                      <a:pt x="223" y="137"/>
                    </a:cubicBezTo>
                    <a:cubicBezTo>
                      <a:pt x="223" y="93"/>
                      <a:pt x="216" y="50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4" name="Google Shape;8864;p72"/>
              <p:cNvSpPr/>
              <p:nvPr/>
            </p:nvSpPr>
            <p:spPr>
              <a:xfrm>
                <a:off x="5813896" y="3896893"/>
                <a:ext cx="114700" cy="284915"/>
              </a:xfrm>
              <a:custGeom>
                <a:rect b="b" l="l" r="r" t="t"/>
                <a:pathLst>
                  <a:path extrusionOk="0" h="1165" w="469">
                    <a:moveTo>
                      <a:pt x="246" y="0"/>
                    </a:moveTo>
                    <a:lnTo>
                      <a:pt x="246" y="7"/>
                    </a:lnTo>
                    <a:lnTo>
                      <a:pt x="1" y="568"/>
                    </a:lnTo>
                    <a:lnTo>
                      <a:pt x="237" y="1165"/>
                    </a:lnTo>
                    <a:lnTo>
                      <a:pt x="260" y="1165"/>
                    </a:lnTo>
                    <a:lnTo>
                      <a:pt x="375" y="906"/>
                    </a:lnTo>
                    <a:lnTo>
                      <a:pt x="432" y="770"/>
                    </a:lnTo>
                    <a:lnTo>
                      <a:pt x="468" y="690"/>
                    </a:lnTo>
                    <a:cubicBezTo>
                      <a:pt x="432" y="518"/>
                      <a:pt x="375" y="316"/>
                      <a:pt x="280" y="86"/>
                    </a:cubicBezTo>
                    <a:cubicBezTo>
                      <a:pt x="267" y="57"/>
                      <a:pt x="260" y="30"/>
                      <a:pt x="2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5" name="Google Shape;8865;p72"/>
              <p:cNvSpPr/>
              <p:nvPr/>
            </p:nvSpPr>
            <p:spPr>
              <a:xfrm>
                <a:off x="6063837" y="4095476"/>
                <a:ext cx="45733" cy="86331"/>
              </a:xfrm>
              <a:custGeom>
                <a:rect b="b" l="l" r="r" t="t"/>
                <a:pathLst>
                  <a:path extrusionOk="0" h="353" w="187">
                    <a:moveTo>
                      <a:pt x="35" y="1"/>
                    </a:moveTo>
                    <a:lnTo>
                      <a:pt x="28" y="8"/>
                    </a:lnTo>
                    <a:cubicBezTo>
                      <a:pt x="0" y="144"/>
                      <a:pt x="0" y="266"/>
                      <a:pt x="14" y="353"/>
                    </a:cubicBezTo>
                    <a:lnTo>
                      <a:pt x="187" y="353"/>
                    </a:lnTo>
                    <a:lnTo>
                      <a:pt x="107" y="173"/>
                    </a:lnTo>
                    <a:lnTo>
                      <a:pt x="107" y="166"/>
                    </a:lnTo>
                    <a:lnTo>
                      <a:pt x="35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6" name="Google Shape;8866;p72"/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7" name="Google Shape;8867;p72"/>
              <p:cNvSpPr/>
              <p:nvPr/>
            </p:nvSpPr>
            <p:spPr>
              <a:xfrm>
                <a:off x="6070440" y="4091807"/>
                <a:ext cx="1957" cy="5625"/>
              </a:xfrm>
              <a:custGeom>
                <a:rect b="b" l="l" r="r" t="t"/>
                <a:pathLst>
                  <a:path extrusionOk="0" h="23" w="8">
                    <a:moveTo>
                      <a:pt x="1" y="0"/>
                    </a:moveTo>
                    <a:lnTo>
                      <a:pt x="1" y="23"/>
                    </a:lnTo>
                    <a:lnTo>
                      <a:pt x="8" y="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8" name="Google Shape;8868;p72"/>
              <p:cNvSpPr/>
              <p:nvPr/>
            </p:nvSpPr>
            <p:spPr>
              <a:xfrm>
                <a:off x="6116417" y="3831840"/>
                <a:ext cx="103694" cy="234046"/>
              </a:xfrm>
              <a:custGeom>
                <a:rect b="b" l="l" r="r" t="t"/>
                <a:pathLst>
                  <a:path extrusionOk="0" h="957" w="424">
                    <a:moveTo>
                      <a:pt x="237" y="1"/>
                    </a:moveTo>
                    <a:cubicBezTo>
                      <a:pt x="173" y="123"/>
                      <a:pt x="101" y="252"/>
                      <a:pt x="44" y="382"/>
                    </a:cubicBezTo>
                    <a:cubicBezTo>
                      <a:pt x="29" y="416"/>
                      <a:pt x="15" y="446"/>
                      <a:pt x="1" y="482"/>
                    </a:cubicBezTo>
                    <a:lnTo>
                      <a:pt x="35" y="554"/>
                    </a:lnTo>
                    <a:lnTo>
                      <a:pt x="208" y="956"/>
                    </a:lnTo>
                    <a:lnTo>
                      <a:pt x="424" y="432"/>
                    </a:lnTo>
                    <a:lnTo>
                      <a:pt x="237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9" name="Google Shape;8869;p72"/>
              <p:cNvSpPr/>
              <p:nvPr/>
            </p:nvSpPr>
            <p:spPr>
              <a:xfrm>
                <a:off x="6174378" y="3733037"/>
                <a:ext cx="96847" cy="204454"/>
              </a:xfrm>
              <a:custGeom>
                <a:rect b="b" l="l" r="r" t="t"/>
                <a:pathLst>
                  <a:path extrusionOk="0" h="836" w="396">
                    <a:moveTo>
                      <a:pt x="266" y="1"/>
                    </a:moveTo>
                    <a:cubicBezTo>
                      <a:pt x="180" y="110"/>
                      <a:pt x="86" y="253"/>
                      <a:pt x="0" y="405"/>
                    </a:cubicBezTo>
                    <a:lnTo>
                      <a:pt x="187" y="836"/>
                    </a:lnTo>
                    <a:lnTo>
                      <a:pt x="187" y="829"/>
                    </a:lnTo>
                    <a:lnTo>
                      <a:pt x="395" y="303"/>
                    </a:lnTo>
                    <a:lnTo>
                      <a:pt x="266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0" name="Google Shape;8870;p72"/>
              <p:cNvSpPr/>
              <p:nvPr/>
            </p:nvSpPr>
            <p:spPr>
              <a:xfrm>
                <a:off x="6239186" y="3675810"/>
                <a:ext cx="83151" cy="131330"/>
              </a:xfrm>
              <a:custGeom>
                <a:rect b="b" l="l" r="r" t="t"/>
                <a:pathLst>
                  <a:path extrusionOk="0" h="537" w="340">
                    <a:moveTo>
                      <a:pt x="308" y="0"/>
                    </a:moveTo>
                    <a:cubicBezTo>
                      <a:pt x="230" y="0"/>
                      <a:pt x="121" y="91"/>
                      <a:pt x="1" y="235"/>
                    </a:cubicBezTo>
                    <a:lnTo>
                      <a:pt x="130" y="537"/>
                    </a:lnTo>
                    <a:lnTo>
                      <a:pt x="339" y="5"/>
                    </a:lnTo>
                    <a:cubicBezTo>
                      <a:pt x="329" y="2"/>
                      <a:pt x="319" y="0"/>
                      <a:pt x="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1" name="Google Shape;8871;p72"/>
              <p:cNvSpPr/>
              <p:nvPr/>
            </p:nvSpPr>
            <p:spPr>
              <a:xfrm>
                <a:off x="6270979" y="3677033"/>
                <a:ext cx="77771" cy="130107"/>
              </a:xfrm>
              <a:custGeom>
                <a:rect b="b" l="l" r="r" t="t"/>
                <a:pathLst>
                  <a:path extrusionOk="0" h="532" w="318">
                    <a:moveTo>
                      <a:pt x="209" y="0"/>
                    </a:moveTo>
                    <a:lnTo>
                      <a:pt x="0" y="532"/>
                    </a:lnTo>
                    <a:lnTo>
                      <a:pt x="302" y="402"/>
                    </a:lnTo>
                    <a:cubicBezTo>
                      <a:pt x="318" y="187"/>
                      <a:pt x="295" y="37"/>
                      <a:pt x="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2" name="Google Shape;8872;p72"/>
              <p:cNvSpPr/>
              <p:nvPr/>
            </p:nvSpPr>
            <p:spPr>
              <a:xfrm>
                <a:off x="6219866" y="3775346"/>
                <a:ext cx="125216" cy="160433"/>
              </a:xfrm>
              <a:custGeom>
                <a:rect b="b" l="l" r="r" t="t"/>
                <a:pathLst>
                  <a:path extrusionOk="0" h="656" w="512">
                    <a:moveTo>
                      <a:pt x="511" y="0"/>
                    </a:moveTo>
                    <a:lnTo>
                      <a:pt x="209" y="130"/>
                    </a:lnTo>
                    <a:lnTo>
                      <a:pt x="1" y="656"/>
                    </a:lnTo>
                    <a:lnTo>
                      <a:pt x="425" y="475"/>
                    </a:lnTo>
                    <a:cubicBezTo>
                      <a:pt x="468" y="302"/>
                      <a:pt x="497" y="138"/>
                      <a:pt x="5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3" name="Google Shape;8873;p72"/>
              <p:cNvSpPr/>
              <p:nvPr/>
            </p:nvSpPr>
            <p:spPr>
              <a:xfrm>
                <a:off x="6167041" y="3891268"/>
                <a:ext cx="156765" cy="174618"/>
              </a:xfrm>
              <a:custGeom>
                <a:rect b="b" l="l" r="r" t="t"/>
                <a:pathLst>
                  <a:path extrusionOk="0" h="714" w="641">
                    <a:moveTo>
                      <a:pt x="641" y="1"/>
                    </a:moveTo>
                    <a:lnTo>
                      <a:pt x="217" y="182"/>
                    </a:lnTo>
                    <a:lnTo>
                      <a:pt x="217" y="189"/>
                    </a:lnTo>
                    <a:lnTo>
                      <a:pt x="1" y="713"/>
                    </a:lnTo>
                    <a:lnTo>
                      <a:pt x="484" y="511"/>
                    </a:lnTo>
                    <a:cubicBezTo>
                      <a:pt x="548" y="339"/>
                      <a:pt x="598" y="166"/>
                      <a:pt x="6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4" name="Google Shape;8874;p72"/>
              <p:cNvSpPr/>
              <p:nvPr/>
            </p:nvSpPr>
            <p:spPr>
              <a:xfrm>
                <a:off x="6121553" y="4016238"/>
                <a:ext cx="163857" cy="165569"/>
              </a:xfrm>
              <a:custGeom>
                <a:rect b="b" l="l" r="r" t="t"/>
                <a:pathLst>
                  <a:path extrusionOk="0" h="677" w="670">
                    <a:moveTo>
                      <a:pt x="670" y="0"/>
                    </a:moveTo>
                    <a:lnTo>
                      <a:pt x="187" y="202"/>
                    </a:lnTo>
                    <a:lnTo>
                      <a:pt x="1" y="677"/>
                    </a:lnTo>
                    <a:lnTo>
                      <a:pt x="116" y="677"/>
                    </a:lnTo>
                    <a:lnTo>
                      <a:pt x="403" y="554"/>
                    </a:lnTo>
                    <a:cubicBezTo>
                      <a:pt x="482" y="432"/>
                      <a:pt x="561" y="266"/>
                      <a:pt x="641" y="73"/>
                    </a:cubicBezTo>
                    <a:cubicBezTo>
                      <a:pt x="648" y="50"/>
                      <a:pt x="661" y="23"/>
                      <a:pt x="6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5" name="Google Shape;8875;p72"/>
              <p:cNvSpPr/>
              <p:nvPr/>
            </p:nvSpPr>
            <p:spPr>
              <a:xfrm>
                <a:off x="6149922" y="4151725"/>
                <a:ext cx="70189" cy="30081"/>
              </a:xfrm>
              <a:custGeom>
                <a:rect b="b" l="l" r="r" t="t"/>
                <a:pathLst>
                  <a:path extrusionOk="0" h="123" w="287">
                    <a:moveTo>
                      <a:pt x="287" y="0"/>
                    </a:moveTo>
                    <a:lnTo>
                      <a:pt x="0" y="123"/>
                    </a:lnTo>
                    <a:lnTo>
                      <a:pt x="200" y="123"/>
                    </a:lnTo>
                    <a:cubicBezTo>
                      <a:pt x="230" y="86"/>
                      <a:pt x="259" y="43"/>
                      <a:pt x="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6" name="Google Shape;8876;p72"/>
              <p:cNvSpPr/>
              <p:nvPr/>
            </p:nvSpPr>
            <p:spPr>
              <a:xfrm>
                <a:off x="6070440" y="4091807"/>
                <a:ext cx="245" cy="245"/>
              </a:xfrm>
              <a:custGeom>
                <a:rect b="b" l="l" r="r" t="t"/>
                <a:pathLst>
                  <a:path extrusionOk="0" fill="none" h="1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7" name="Google Shape;8877;p72"/>
              <p:cNvSpPr/>
              <p:nvPr/>
            </p:nvSpPr>
            <p:spPr>
              <a:xfrm>
                <a:off x="6070440" y="3949473"/>
                <a:ext cx="96847" cy="232334"/>
              </a:xfrm>
              <a:custGeom>
                <a:rect b="b" l="l" r="r" t="t"/>
                <a:pathLst>
                  <a:path extrusionOk="0" h="950" w="396">
                    <a:moveTo>
                      <a:pt x="189" y="1"/>
                    </a:moveTo>
                    <a:cubicBezTo>
                      <a:pt x="180" y="22"/>
                      <a:pt x="173" y="51"/>
                      <a:pt x="160" y="73"/>
                    </a:cubicBezTo>
                    <a:cubicBezTo>
                      <a:pt x="80" y="267"/>
                      <a:pt x="30" y="439"/>
                      <a:pt x="1" y="582"/>
                    </a:cubicBezTo>
                    <a:lnTo>
                      <a:pt x="8" y="598"/>
                    </a:lnTo>
                    <a:lnTo>
                      <a:pt x="80" y="763"/>
                    </a:lnTo>
                    <a:lnTo>
                      <a:pt x="80" y="770"/>
                    </a:lnTo>
                    <a:lnTo>
                      <a:pt x="160" y="950"/>
                    </a:lnTo>
                    <a:lnTo>
                      <a:pt x="210" y="950"/>
                    </a:lnTo>
                    <a:lnTo>
                      <a:pt x="396" y="475"/>
                    </a:lnTo>
                    <a:lnTo>
                      <a:pt x="223" y="73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8" name="Google Shape;8878;p72"/>
              <p:cNvSpPr/>
              <p:nvPr/>
            </p:nvSpPr>
            <p:spPr>
              <a:xfrm>
                <a:off x="6323560" y="3891268"/>
                <a:ext cx="245" cy="245"/>
              </a:xfrm>
              <a:custGeom>
                <a:rect b="b" l="l" r="r" t="t"/>
                <a:pathLst>
                  <a:path extrusionOk="0" fill="none" h="1" w="1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9" name="Google Shape;8879;p72"/>
              <p:cNvSpPr/>
              <p:nvPr/>
            </p:nvSpPr>
            <p:spPr>
              <a:xfrm>
                <a:off x="5812429" y="4575303"/>
                <a:ext cx="167281" cy="144536"/>
              </a:xfrm>
              <a:custGeom>
                <a:rect b="b" l="l" r="r" t="t"/>
                <a:pathLst>
                  <a:path extrusionOk="0" h="591" w="684">
                    <a:moveTo>
                      <a:pt x="0" y="0"/>
                    </a:moveTo>
                    <a:lnTo>
                      <a:pt x="0" y="86"/>
                    </a:lnTo>
                    <a:lnTo>
                      <a:pt x="71" y="590"/>
                    </a:lnTo>
                    <a:lnTo>
                      <a:pt x="683" y="590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0" name="Google Shape;8880;p72"/>
              <p:cNvSpPr/>
              <p:nvPr/>
            </p:nvSpPr>
            <p:spPr>
              <a:xfrm>
                <a:off x="6021528" y="4575303"/>
                <a:ext cx="167036" cy="144536"/>
              </a:xfrm>
              <a:custGeom>
                <a:rect b="b" l="l" r="r" t="t"/>
                <a:pathLst>
                  <a:path extrusionOk="0" h="591" w="683">
                    <a:moveTo>
                      <a:pt x="1" y="0"/>
                    </a:moveTo>
                    <a:lnTo>
                      <a:pt x="1" y="590"/>
                    </a:lnTo>
                    <a:lnTo>
                      <a:pt x="611" y="590"/>
                    </a:lnTo>
                    <a:lnTo>
                      <a:pt x="682" y="86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1" name="Google Shape;8881;p72"/>
              <p:cNvSpPr/>
              <p:nvPr/>
            </p:nvSpPr>
            <p:spPr>
              <a:xfrm>
                <a:off x="5755691" y="4181561"/>
                <a:ext cx="489370" cy="355594"/>
              </a:xfrm>
              <a:custGeom>
                <a:rect b="b" l="l" r="r" t="t"/>
                <a:pathLst>
                  <a:path extrusionOk="0" h="1454" w="2001">
                    <a:moveTo>
                      <a:pt x="1" y="1"/>
                    </a:moveTo>
                    <a:lnTo>
                      <a:pt x="160" y="1165"/>
                    </a:lnTo>
                    <a:lnTo>
                      <a:pt x="232" y="1165"/>
                    </a:lnTo>
                    <a:lnTo>
                      <a:pt x="232" y="1453"/>
                    </a:lnTo>
                    <a:lnTo>
                      <a:pt x="915" y="1453"/>
                    </a:lnTo>
                    <a:lnTo>
                      <a:pt x="915" y="1165"/>
                    </a:lnTo>
                    <a:lnTo>
                      <a:pt x="1088" y="1165"/>
                    </a:lnTo>
                    <a:lnTo>
                      <a:pt x="1088" y="1453"/>
                    </a:lnTo>
                    <a:lnTo>
                      <a:pt x="1769" y="1453"/>
                    </a:lnTo>
                    <a:lnTo>
                      <a:pt x="1769" y="1165"/>
                    </a:lnTo>
                    <a:lnTo>
                      <a:pt x="1842" y="1165"/>
                    </a:lnTo>
                    <a:lnTo>
                      <a:pt x="200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2" name="Google Shape;8882;p72"/>
              <p:cNvSpPr/>
              <p:nvPr/>
            </p:nvSpPr>
            <p:spPr>
              <a:xfrm>
                <a:off x="6067261" y="4181561"/>
                <a:ext cx="245" cy="24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3" name="Google Shape;8883;p72"/>
              <p:cNvSpPr/>
              <p:nvPr/>
            </p:nvSpPr>
            <p:spPr>
              <a:xfrm>
                <a:off x="6188318" y="4466474"/>
                <a:ext cx="42309" cy="387142"/>
              </a:xfrm>
              <a:custGeom>
                <a:rect b="b" l="l" r="r" t="t"/>
                <a:pathLst>
                  <a:path extrusionOk="0" h="1583" w="173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4" name="Google Shape;8884;p72"/>
              <p:cNvSpPr/>
              <p:nvPr/>
            </p:nvSpPr>
            <p:spPr>
              <a:xfrm>
                <a:off x="5812429" y="4719594"/>
                <a:ext cx="167281" cy="38885"/>
              </a:xfrm>
              <a:custGeom>
                <a:rect b="b" l="l" r="r" t="t"/>
                <a:pathLst>
                  <a:path extrusionOk="0" h="159" w="684">
                    <a:moveTo>
                      <a:pt x="0" y="0"/>
                    </a:moveTo>
                    <a:lnTo>
                      <a:pt x="0" y="159"/>
                    </a:lnTo>
                    <a:lnTo>
                      <a:pt x="683" y="159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5" name="Google Shape;8885;p72"/>
              <p:cNvSpPr/>
              <p:nvPr/>
            </p:nvSpPr>
            <p:spPr>
              <a:xfrm>
                <a:off x="6021528" y="4719594"/>
                <a:ext cx="167036" cy="38885"/>
              </a:xfrm>
              <a:custGeom>
                <a:rect b="b" l="l" r="r" t="t"/>
                <a:pathLst>
                  <a:path extrusionOk="0" h="159" w="683">
                    <a:moveTo>
                      <a:pt x="1" y="0"/>
                    </a:moveTo>
                    <a:lnTo>
                      <a:pt x="1" y="159"/>
                    </a:lnTo>
                    <a:lnTo>
                      <a:pt x="682" y="159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6" name="Google Shape;8886;p72"/>
              <p:cNvSpPr/>
              <p:nvPr/>
            </p:nvSpPr>
            <p:spPr>
              <a:xfrm>
                <a:off x="5812429" y="4536907"/>
                <a:ext cx="167281" cy="38641"/>
              </a:xfrm>
              <a:custGeom>
                <a:rect b="b" l="l" r="r" t="t"/>
                <a:pathLst>
                  <a:path extrusionOk="0" h="158" w="684">
                    <a:moveTo>
                      <a:pt x="0" y="0"/>
                    </a:moveTo>
                    <a:lnTo>
                      <a:pt x="0" y="157"/>
                    </a:lnTo>
                    <a:lnTo>
                      <a:pt x="683" y="157"/>
                    </a:lnTo>
                    <a:lnTo>
                      <a:pt x="68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7" name="Google Shape;8887;p72"/>
              <p:cNvSpPr/>
              <p:nvPr/>
            </p:nvSpPr>
            <p:spPr>
              <a:xfrm>
                <a:off x="6021528" y="4536907"/>
                <a:ext cx="167036" cy="38641"/>
              </a:xfrm>
              <a:custGeom>
                <a:rect b="b" l="l" r="r" t="t"/>
                <a:pathLst>
                  <a:path extrusionOk="0" h="158" w="683">
                    <a:moveTo>
                      <a:pt x="1" y="0"/>
                    </a:moveTo>
                    <a:lnTo>
                      <a:pt x="1" y="157"/>
                    </a:lnTo>
                    <a:lnTo>
                      <a:pt x="682" y="157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8" name="Google Shape;8888;p72"/>
              <p:cNvSpPr/>
              <p:nvPr/>
            </p:nvSpPr>
            <p:spPr>
              <a:xfrm>
                <a:off x="5979464" y="4466474"/>
                <a:ext cx="42309" cy="387142"/>
              </a:xfrm>
              <a:custGeom>
                <a:rect b="b" l="l" r="r" t="t"/>
                <a:pathLst>
                  <a:path extrusionOk="0" h="1583" w="173">
                    <a:moveTo>
                      <a:pt x="0" y="0"/>
                    </a:moveTo>
                    <a:lnTo>
                      <a:pt x="0" y="1582"/>
                    </a:lnTo>
                    <a:lnTo>
                      <a:pt x="173" y="1582"/>
                    </a:ln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9" name="Google Shape;8889;p72"/>
              <p:cNvSpPr/>
              <p:nvPr/>
            </p:nvSpPr>
            <p:spPr>
              <a:xfrm>
                <a:off x="8633429" y="1871688"/>
                <a:ext cx="230622" cy="432631"/>
              </a:xfrm>
              <a:custGeom>
                <a:rect b="b" l="l" r="r" t="t"/>
                <a:pathLst>
                  <a:path extrusionOk="0" h="1769" w="943">
                    <a:moveTo>
                      <a:pt x="60" y="1"/>
                    </a:moveTo>
                    <a:cubicBezTo>
                      <a:pt x="37" y="1"/>
                      <a:pt x="16" y="1"/>
                      <a:pt x="1" y="8"/>
                    </a:cubicBezTo>
                    <a:cubicBezTo>
                      <a:pt x="455" y="37"/>
                      <a:pt x="820" y="418"/>
                      <a:pt x="820" y="884"/>
                    </a:cubicBezTo>
                    <a:cubicBezTo>
                      <a:pt x="820" y="1351"/>
                      <a:pt x="455" y="1733"/>
                      <a:pt x="1" y="1762"/>
                    </a:cubicBezTo>
                    <a:cubicBezTo>
                      <a:pt x="16" y="1769"/>
                      <a:pt x="37" y="1769"/>
                      <a:pt x="60" y="1769"/>
                    </a:cubicBezTo>
                    <a:cubicBezTo>
                      <a:pt x="548" y="1769"/>
                      <a:pt x="943" y="1374"/>
                      <a:pt x="943" y="884"/>
                    </a:cubicBezTo>
                    <a:cubicBezTo>
                      <a:pt x="943" y="396"/>
                      <a:pt x="548" y="1"/>
                      <a:pt x="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0" name="Google Shape;8890;p72"/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rect b="b" l="l" r="r" t="t"/>
                <a:pathLst>
                  <a:path extrusionOk="0" h="8" w="8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1" name="Google Shape;8891;p72"/>
              <p:cNvSpPr/>
              <p:nvPr/>
            </p:nvSpPr>
            <p:spPr>
              <a:xfrm>
                <a:off x="8401586" y="1871688"/>
                <a:ext cx="432631" cy="432631"/>
              </a:xfrm>
              <a:custGeom>
                <a:rect b="b" l="l" r="r" t="t"/>
                <a:pathLst>
                  <a:path extrusionOk="0" h="1769" w="1769">
                    <a:moveTo>
                      <a:pt x="885" y="144"/>
                    </a:moveTo>
                    <a:cubicBezTo>
                      <a:pt x="1294" y="144"/>
                      <a:pt x="1625" y="475"/>
                      <a:pt x="1625" y="884"/>
                    </a:cubicBezTo>
                    <a:cubicBezTo>
                      <a:pt x="1625" y="1295"/>
                      <a:pt x="1294" y="1626"/>
                      <a:pt x="885" y="1626"/>
                    </a:cubicBezTo>
                    <a:cubicBezTo>
                      <a:pt x="475" y="1626"/>
                      <a:pt x="145" y="1295"/>
                      <a:pt x="145" y="884"/>
                    </a:cubicBezTo>
                    <a:cubicBezTo>
                      <a:pt x="145" y="475"/>
                      <a:pt x="475" y="144"/>
                      <a:pt x="885" y="144"/>
                    </a:cubicBezTo>
                    <a:close/>
                    <a:moveTo>
                      <a:pt x="885" y="1"/>
                    </a:moveTo>
                    <a:cubicBezTo>
                      <a:pt x="395" y="1"/>
                      <a:pt x="0" y="396"/>
                      <a:pt x="0" y="884"/>
                    </a:cubicBezTo>
                    <a:cubicBezTo>
                      <a:pt x="0" y="1374"/>
                      <a:pt x="395" y="1769"/>
                      <a:pt x="885" y="1769"/>
                    </a:cubicBezTo>
                    <a:cubicBezTo>
                      <a:pt x="906" y="1769"/>
                      <a:pt x="928" y="1769"/>
                      <a:pt x="949" y="1762"/>
                    </a:cubicBezTo>
                    <a:cubicBezTo>
                      <a:pt x="1403" y="1733"/>
                      <a:pt x="1768" y="1351"/>
                      <a:pt x="1768" y="884"/>
                    </a:cubicBezTo>
                    <a:cubicBezTo>
                      <a:pt x="1768" y="418"/>
                      <a:pt x="1403" y="37"/>
                      <a:pt x="949" y="8"/>
                    </a:cubicBezTo>
                    <a:cubicBezTo>
                      <a:pt x="928" y="1"/>
                      <a:pt x="906" y="1"/>
                      <a:pt x="8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2" name="Google Shape;8892;p72"/>
              <p:cNvSpPr/>
              <p:nvPr/>
            </p:nvSpPr>
            <p:spPr>
              <a:xfrm>
                <a:off x="8608973" y="2075407"/>
                <a:ext cx="1957" cy="1956"/>
              </a:xfrm>
              <a:custGeom>
                <a:rect b="b" l="l" r="r" t="t"/>
                <a:pathLst>
                  <a:path extrusionOk="0" h="8" w="8">
                    <a:moveTo>
                      <a:pt x="8" y="1"/>
                    </a:moveTo>
                    <a:lnTo>
                      <a:pt x="1" y="8"/>
                    </a:lnTo>
                    <a:lnTo>
                      <a:pt x="8" y="8"/>
                    </a:lnTo>
                    <a:lnTo>
                      <a:pt x="8" y="1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3" name="Google Shape;8893;p72"/>
              <p:cNvSpPr/>
              <p:nvPr/>
            </p:nvSpPr>
            <p:spPr>
              <a:xfrm>
                <a:off x="8437047" y="1906660"/>
                <a:ext cx="362197" cy="362686"/>
              </a:xfrm>
              <a:custGeom>
                <a:rect b="b" l="l" r="r" t="t"/>
                <a:pathLst>
                  <a:path extrusionOk="0" h="1483" w="1481">
                    <a:moveTo>
                      <a:pt x="740" y="1"/>
                    </a:moveTo>
                    <a:cubicBezTo>
                      <a:pt x="330" y="1"/>
                      <a:pt x="0" y="332"/>
                      <a:pt x="0" y="741"/>
                    </a:cubicBezTo>
                    <a:cubicBezTo>
                      <a:pt x="0" y="1152"/>
                      <a:pt x="330" y="1483"/>
                      <a:pt x="740" y="1483"/>
                    </a:cubicBezTo>
                    <a:cubicBezTo>
                      <a:pt x="1149" y="1483"/>
                      <a:pt x="1480" y="1152"/>
                      <a:pt x="1480" y="741"/>
                    </a:cubicBezTo>
                    <a:cubicBezTo>
                      <a:pt x="1480" y="332"/>
                      <a:pt x="1149" y="1"/>
                      <a:pt x="7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4" name="Google Shape;8894;p72"/>
              <p:cNvSpPr/>
              <p:nvPr/>
            </p:nvSpPr>
            <p:spPr>
              <a:xfrm>
                <a:off x="8531937" y="1948969"/>
                <a:ext cx="100271" cy="153341"/>
              </a:xfrm>
              <a:custGeom>
                <a:rect b="b" l="l" r="r" t="t"/>
                <a:pathLst>
                  <a:path extrusionOk="0" h="627" w="410">
                    <a:moveTo>
                      <a:pt x="352" y="0"/>
                    </a:moveTo>
                    <a:cubicBezTo>
                      <a:pt x="337" y="0"/>
                      <a:pt x="323" y="16"/>
                      <a:pt x="323" y="30"/>
                    </a:cubicBezTo>
                    <a:lnTo>
                      <a:pt x="323" y="525"/>
                    </a:lnTo>
                    <a:lnTo>
                      <a:pt x="316" y="525"/>
                    </a:lnTo>
                    <a:lnTo>
                      <a:pt x="50" y="368"/>
                    </a:lnTo>
                    <a:cubicBezTo>
                      <a:pt x="43" y="368"/>
                      <a:pt x="35" y="361"/>
                      <a:pt x="35" y="361"/>
                    </a:cubicBezTo>
                    <a:cubicBezTo>
                      <a:pt x="21" y="361"/>
                      <a:pt x="14" y="368"/>
                      <a:pt x="7" y="382"/>
                    </a:cubicBezTo>
                    <a:cubicBezTo>
                      <a:pt x="0" y="395"/>
                      <a:pt x="0" y="411"/>
                      <a:pt x="14" y="418"/>
                    </a:cubicBezTo>
                    <a:lnTo>
                      <a:pt x="293" y="583"/>
                    </a:lnTo>
                    <a:cubicBezTo>
                      <a:pt x="302" y="604"/>
                      <a:pt x="323" y="627"/>
                      <a:pt x="352" y="627"/>
                    </a:cubicBezTo>
                    <a:cubicBezTo>
                      <a:pt x="388" y="627"/>
                      <a:pt x="409" y="597"/>
                      <a:pt x="409" y="568"/>
                    </a:cubicBezTo>
                    <a:cubicBezTo>
                      <a:pt x="409" y="547"/>
                      <a:pt x="402" y="533"/>
                      <a:pt x="380" y="518"/>
                    </a:cubicBezTo>
                    <a:lnTo>
                      <a:pt x="380" y="30"/>
                    </a:lnTo>
                    <a:cubicBezTo>
                      <a:pt x="380" y="16"/>
                      <a:pt x="366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5" name="Google Shape;8895;p72"/>
              <p:cNvSpPr/>
              <p:nvPr/>
            </p:nvSpPr>
            <p:spPr>
              <a:xfrm>
                <a:off x="8160695" y="3060252"/>
                <a:ext cx="21277" cy="138912"/>
              </a:xfrm>
              <a:custGeom>
                <a:rect b="b" l="l" r="r" t="t"/>
                <a:pathLst>
                  <a:path extrusionOk="0" fill="none" h="568" w="87">
                    <a:moveTo>
                      <a:pt x="86" y="0"/>
                    </a:moveTo>
                    <a:lnTo>
                      <a:pt x="0" y="568"/>
                    </a:lnTo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96" name="Google Shape;8896;p72"/>
            <p:cNvSpPr/>
            <p:nvPr/>
          </p:nvSpPr>
          <p:spPr>
            <a:xfrm>
              <a:off x="5626640" y="1952384"/>
              <a:ext cx="419133" cy="26503"/>
            </a:xfrm>
            <a:custGeom>
              <a:rect b="b" l="l" r="r" t="t"/>
              <a:pathLst>
                <a:path extrusionOk="0" fill="none" h="167" w="2641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7" name="Google Shape;8897;p72"/>
            <p:cNvSpPr/>
            <p:nvPr/>
          </p:nvSpPr>
          <p:spPr>
            <a:xfrm>
              <a:off x="7553952" y="1040229"/>
              <a:ext cx="165226" cy="135250"/>
            </a:xfrm>
            <a:custGeom>
              <a:rect b="b" l="l" r="r" t="t"/>
              <a:pathLst>
                <a:path extrusionOk="0" fill="none" h="577" w="705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98" name="Google Shape;8898;p72"/>
            <p:cNvGrpSpPr/>
            <p:nvPr/>
          </p:nvGrpSpPr>
          <p:grpSpPr>
            <a:xfrm>
              <a:off x="6045765" y="926023"/>
              <a:ext cx="114150" cy="114196"/>
              <a:chOff x="-685100" y="4136737"/>
              <a:chExt cx="38359" cy="38359"/>
            </a:xfrm>
          </p:grpSpPr>
          <p:sp>
            <p:nvSpPr>
              <p:cNvPr id="8899" name="Google Shape;8899;p7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0" name="Google Shape;8900;p72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rect b="b" l="l" r="r" t="t"/>
                <a:pathLst>
                  <a:path extrusionOk="0" fill="none" h="389" w="389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cap="rnd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01" name="Google Shape;8901;p72"/>
            <p:cNvSpPr/>
            <p:nvPr/>
          </p:nvSpPr>
          <p:spPr>
            <a:xfrm>
              <a:off x="4805687" y="4222425"/>
              <a:ext cx="99155" cy="99350"/>
            </a:xfrm>
            <a:custGeom>
              <a:rect b="b" l="l" r="r" t="t"/>
              <a:pathLst>
                <a:path extrusionOk="0" fill="none" h="562" w="561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2" name="Google Shape;8902;p72"/>
            <p:cNvSpPr/>
            <p:nvPr/>
          </p:nvSpPr>
          <p:spPr>
            <a:xfrm>
              <a:off x="4671872" y="3502910"/>
              <a:ext cx="105061" cy="100776"/>
            </a:xfrm>
            <a:custGeom>
              <a:rect b="b" l="l" r="r" t="t"/>
              <a:pathLst>
                <a:path extrusionOk="0" h="635" w="662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3" name="Google Shape;8903;p72"/>
          <p:cNvGrpSpPr/>
          <p:nvPr/>
        </p:nvGrpSpPr>
        <p:grpSpPr>
          <a:xfrm>
            <a:off x="788774" y="3015654"/>
            <a:ext cx="1442302" cy="312011"/>
            <a:chOff x="819449" y="2998779"/>
            <a:chExt cx="1442302" cy="312011"/>
          </a:xfrm>
        </p:grpSpPr>
        <p:grpSp>
          <p:nvGrpSpPr>
            <p:cNvPr id="8904" name="Google Shape;8904;p72"/>
            <p:cNvGrpSpPr/>
            <p:nvPr/>
          </p:nvGrpSpPr>
          <p:grpSpPr>
            <a:xfrm>
              <a:off x="819449" y="2998779"/>
              <a:ext cx="311935" cy="311915"/>
              <a:chOff x="860977" y="2620616"/>
              <a:chExt cx="319311" cy="319290"/>
            </a:xfrm>
          </p:grpSpPr>
          <p:sp>
            <p:nvSpPr>
              <p:cNvPr id="8905" name="Google Shape;8905;p72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rect b="b" l="l" r="r" t="t"/>
                <a:pathLst>
                  <a:path extrusionOk="0" h="8197" w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6" name="Google Shape;8906;p72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rect b="b" l="l" r="r" t="t"/>
                <a:pathLst>
                  <a:path extrusionOk="0" h="15299" w="1530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7" name="Google Shape;8907;p72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rect b="b" l="l" r="r" t="t"/>
                <a:pathLst>
                  <a:path extrusionOk="0" h="2343" w="2342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08" name="Google Shape;8908;p72"/>
            <p:cNvGrpSpPr/>
            <p:nvPr/>
          </p:nvGrpSpPr>
          <p:grpSpPr>
            <a:xfrm>
              <a:off x="1352744" y="2999575"/>
              <a:ext cx="286488" cy="310321"/>
              <a:chOff x="1385007" y="2621430"/>
              <a:chExt cx="293262" cy="317659"/>
            </a:xfrm>
          </p:grpSpPr>
          <p:sp>
            <p:nvSpPr>
              <p:cNvPr id="8909" name="Google Shape;8909;p72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rect b="b" l="l" r="r" t="t"/>
                <a:pathLst>
                  <a:path extrusionOk="0" h="10537" w="3514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0" name="Google Shape;8910;p72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rect b="b" l="l" r="r" t="t"/>
                <a:pathLst>
                  <a:path extrusionOk="0" h="3514" w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1" name="Google Shape;8911;p72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rect b="b" l="l" r="r" t="t"/>
                <a:pathLst>
                  <a:path extrusionOk="0" h="10556" w="9368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12" name="Google Shape;8912;p72"/>
            <p:cNvSpPr/>
            <p:nvPr/>
          </p:nvSpPr>
          <p:spPr>
            <a:xfrm>
              <a:off x="1879258" y="2998850"/>
              <a:ext cx="382493" cy="311941"/>
            </a:xfrm>
            <a:custGeom>
              <a:rect b="b" l="l" r="r" t="t"/>
              <a:pathLst>
                <a:path extrusionOk="0" h="16377" w="20081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